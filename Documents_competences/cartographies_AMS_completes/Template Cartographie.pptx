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72" r:id="rId3"/>
    <p:sldId id="271" r:id="rId4"/>
    <p:sldId id="260" r:id="rId5"/>
    <p:sldId id="261" r:id="rId6"/>
    <p:sldId id="273" r:id="rId7"/>
    <p:sldId id="267" r:id="rId8"/>
    <p:sldId id="264" r:id="rId9"/>
    <p:sldId id="265" r:id="rId10"/>
    <p:sldId id="259" r:id="rId11"/>
    <p:sldId id="269" r:id="rId12"/>
    <p:sldId id="270" r:id="rId13"/>
    <p:sldId id="262" r:id="rId14"/>
    <p:sldId id="263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581" autoAdjust="0"/>
  </p:normalViewPr>
  <p:slideViewPr>
    <p:cSldViewPr>
      <p:cViewPr>
        <p:scale>
          <a:sx n="69" d="100"/>
          <a:sy n="69" d="100"/>
        </p:scale>
        <p:origin x="92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APC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1D67E31-8D87-4057-16FE-BDCD4DB7F5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4582" y="6743700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3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2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3222542E-8A82-6148-8DED-D50EF002603C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4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4583" y="1365639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1</a:t>
            </a: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2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ÉLÉMENT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 dirty="0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 dirty="0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A11FC1-CE54-470C-9805-0207AE87703D}"/>
</file>

<file path=customXml/itemProps2.xml><?xml version="1.0" encoding="utf-8"?>
<ds:datastoreItem xmlns:ds="http://schemas.openxmlformats.org/officeDocument/2006/customXml" ds:itemID="{E267B8AD-384E-4782-B430-F82376292C0F}"/>
</file>

<file path=customXml/itemProps3.xml><?xml version="1.0" encoding="utf-8"?>
<ds:datastoreItem xmlns:ds="http://schemas.openxmlformats.org/officeDocument/2006/customXml" ds:itemID="{E66F0A0A-BBFC-4D41-995D-6FCF93F1D7CF}"/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833</Words>
  <Application>Microsoft Macintosh PowerPoint</Application>
  <PresentationFormat>Personnalisé</PresentationFormat>
  <Paragraphs>414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marie checcacci</cp:lastModifiedBy>
  <cp:revision>20</cp:revision>
  <dcterms:created xsi:type="dcterms:W3CDTF">2006-08-16T00:00:00Z</dcterms:created>
  <dcterms:modified xsi:type="dcterms:W3CDTF">2025-02-10T08:48:15Z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