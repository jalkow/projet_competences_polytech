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71" r:id="rId7"/>
    <p:sldId id="274" r:id="rId8"/>
    <p:sldId id="275" r:id="rId9"/>
    <p:sldId id="260" r:id="rId10"/>
    <p:sldId id="276" r:id="rId11"/>
    <p:sldId id="261" r:id="rId12"/>
    <p:sldId id="273" r:id="rId13"/>
    <p:sldId id="267" r:id="rId14"/>
    <p:sldId id="264" r:id="rId15"/>
    <p:sldId id="265" r:id="rId16"/>
    <p:sldId id="259" r:id="rId17"/>
    <p:sldId id="269" r:id="rId18"/>
    <p:sldId id="270" r:id="rId19"/>
    <p:sldId id="262" r:id="rId20"/>
    <p:sldId id="263" r:id="rId21"/>
  </p:sldIdLst>
  <p:sldSz cx="18288000" cy="10287000"/>
  <p:notesSz cx="6858000" cy="9144000"/>
  <p:embeddedFontLs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AMS IDU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99214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27182" y="5143499"/>
            <a:ext cx="17433636" cy="3155075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2" y="4919143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85225"/>
            <a:ext cx="3824067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Gestion de projet </a:t>
            </a:r>
          </a:p>
          <a:p>
            <a:r>
              <a:rPr lang="fr-FR" sz="2000" dirty="0">
                <a:latin typeface="Calibri"/>
                <a:ea typeface="Calibri"/>
                <a:cs typeface="Calibri"/>
              </a:rPr>
              <a:t>(APP/40h/3 ECTS)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8539CE36-66D0-A059-EFC5-DEDE70B8DECC}"/>
              </a:ext>
            </a:extLst>
          </p:cNvPr>
          <p:cNvSpPr/>
          <p:nvPr/>
        </p:nvSpPr>
        <p:spPr>
          <a:xfrm>
            <a:off x="778943" y="5800997"/>
            <a:ext cx="3816346" cy="7268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59F04523-5EDF-CA85-E2C8-BD34A1D63B2B}"/>
              </a:ext>
            </a:extLst>
          </p:cNvPr>
          <p:cNvSpPr/>
          <p:nvPr/>
        </p:nvSpPr>
        <p:spPr>
          <a:xfrm>
            <a:off x="9158081" y="3513983"/>
            <a:ext cx="7513500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018FF16-5C3D-770D-9A19-52619B7305B5}"/>
              </a:ext>
            </a:extLst>
          </p:cNvPr>
          <p:cNvSpPr/>
          <p:nvPr/>
        </p:nvSpPr>
        <p:spPr>
          <a:xfrm>
            <a:off x="9158081" y="6840259"/>
            <a:ext cx="3816346" cy="57665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8DF5C6E7-8EA2-4C66-8FC7-AC5F454A989F}"/>
              </a:ext>
            </a:extLst>
          </p:cNvPr>
          <p:cNvSpPr/>
          <p:nvPr/>
        </p:nvSpPr>
        <p:spPr>
          <a:xfrm>
            <a:off x="9158081" y="6076554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4F05B0EF-69E1-9C71-16FE-4A9B35C2F58A}"/>
              </a:ext>
            </a:extLst>
          </p:cNvPr>
          <p:cNvSpPr/>
          <p:nvPr/>
        </p:nvSpPr>
        <p:spPr>
          <a:xfrm>
            <a:off x="9158081" y="5312134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1F7458B-B8F5-1CCF-449F-120FDBE9EF67}"/>
              </a:ext>
            </a:extLst>
          </p:cNvPr>
          <p:cNvSpPr/>
          <p:nvPr/>
        </p:nvSpPr>
        <p:spPr>
          <a:xfrm>
            <a:off x="9158081" y="7603963"/>
            <a:ext cx="4432123" cy="57665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1" y="9113673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EEECF6AE-B790-B3ED-0322-1E980A9EA041}"/>
              </a:ext>
            </a:extLst>
          </p:cNvPr>
          <p:cNvSpPr/>
          <p:nvPr/>
        </p:nvSpPr>
        <p:spPr>
          <a:xfrm>
            <a:off x="9276970" y="2085224"/>
            <a:ext cx="4313233" cy="7577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Acquisition / stockage</a:t>
            </a:r>
          </a:p>
          <a:p>
            <a:r>
              <a:rPr lang="fr-FR" sz="2000" dirty="0">
                <a:latin typeface="Calibri"/>
                <a:ea typeface="Calibri"/>
                <a:cs typeface="Calibri"/>
              </a:rPr>
              <a:t>(APP/30h/2,5 ECTS)</a:t>
            </a:r>
            <a:endParaRPr lang="fr-F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302171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9801EC0-15FF-2814-D011-7B9AB5E41531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75C6C50C-6D35-478D-78F3-2F8C3B544591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720C9935-AE47-AC38-FE95-6E01101876BD}"/>
              </a:ext>
            </a:extLst>
          </p:cNvPr>
          <p:cNvSpPr/>
          <p:nvPr/>
        </p:nvSpPr>
        <p:spPr>
          <a:xfrm>
            <a:off x="655097" y="3861180"/>
            <a:ext cx="5126691" cy="670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b="1" dirty="0">
              <a:ea typeface="Calibri"/>
              <a:cs typeface="Calibr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A45E9AB-B7AF-6973-AFDE-5FD2C1D4057A}"/>
              </a:ext>
            </a:extLst>
          </p:cNvPr>
          <p:cNvSpPr/>
          <p:nvPr/>
        </p:nvSpPr>
        <p:spPr>
          <a:xfrm>
            <a:off x="655098" y="2954166"/>
            <a:ext cx="5126691" cy="67060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+mn-lt"/>
              <a:cs typeface="+mn-lt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2DCF63E1-48C3-A1EB-D39E-B40CB6CF59F7}"/>
              </a:ext>
            </a:extLst>
          </p:cNvPr>
          <p:cNvSpPr/>
          <p:nvPr/>
        </p:nvSpPr>
        <p:spPr>
          <a:xfrm>
            <a:off x="680271" y="2058494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Visualisation / traitement simple</a:t>
            </a:r>
          </a:p>
          <a:p>
            <a:r>
              <a:rPr lang="fr-FR" sz="2000" b="1" dirty="0">
                <a:ea typeface="Calibri"/>
                <a:cs typeface="Calibri"/>
              </a:rPr>
              <a:t> </a:t>
            </a:r>
            <a:r>
              <a:rPr lang="fr-FR" sz="2000" dirty="0">
                <a:ea typeface="Calibri"/>
                <a:cs typeface="Calibri"/>
              </a:rPr>
              <a:t>(APP / 20h / 2 ECTS)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8A2FEA0E-8559-5263-D86C-CF91F0120B5F}"/>
              </a:ext>
            </a:extLst>
          </p:cNvPr>
          <p:cNvSpPr/>
          <p:nvPr/>
        </p:nvSpPr>
        <p:spPr>
          <a:xfrm>
            <a:off x="9143999" y="2817691"/>
            <a:ext cx="5126691" cy="49594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endParaRPr lang="fr-FR" sz="2000" b="1" dirty="0">
              <a:ea typeface="Calibri"/>
              <a:cs typeface="Calibri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0125B0F5-88A8-F6B8-BBE4-605C8240016D}"/>
              </a:ext>
            </a:extLst>
          </p:cNvPr>
          <p:cNvSpPr/>
          <p:nvPr/>
        </p:nvSpPr>
        <p:spPr>
          <a:xfrm>
            <a:off x="9143999" y="3559034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665E673C-8B25-C733-6D9C-841CC7BB1F40}"/>
              </a:ext>
            </a:extLst>
          </p:cNvPr>
          <p:cNvSpPr/>
          <p:nvPr/>
        </p:nvSpPr>
        <p:spPr>
          <a:xfrm>
            <a:off x="655093" y="7109218"/>
            <a:ext cx="7690037" cy="54000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+mn-lt"/>
                <a:cs typeface="+mn-lt"/>
              </a:rPr>
              <a:t>Ressources et dynamiques professionnelles – jeu de rôle </a:t>
            </a:r>
            <a:r>
              <a:rPr lang="fr-FR" sz="2000" dirty="0">
                <a:ea typeface="+mn-lt"/>
                <a:cs typeface="+mn-lt"/>
              </a:rPr>
              <a:t>(SHES703)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0FD80F8-5060-EF99-A2F4-A612B3DC64BD}"/>
              </a:ext>
            </a:extLst>
          </p:cNvPr>
          <p:cNvSpPr/>
          <p:nvPr/>
        </p:nvSpPr>
        <p:spPr>
          <a:xfrm>
            <a:off x="655093" y="6395902"/>
            <a:ext cx="5857325" cy="5242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05767078-4AEA-978C-34CF-A32258F42560}"/>
              </a:ext>
            </a:extLst>
          </p:cNvPr>
          <p:cNvSpPr/>
          <p:nvPr/>
        </p:nvSpPr>
        <p:spPr>
          <a:xfrm>
            <a:off x="655093" y="5676901"/>
            <a:ext cx="5126691" cy="52423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56BE5872-B771-F100-4286-B8F9741ED3FA}"/>
              </a:ext>
            </a:extLst>
          </p:cNvPr>
          <p:cNvSpPr/>
          <p:nvPr/>
        </p:nvSpPr>
        <p:spPr>
          <a:xfrm>
            <a:off x="655093" y="7840325"/>
            <a:ext cx="5126691" cy="3881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Calibri"/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2564BF4-A6A6-A4EE-D875-0254FE5CFB17}"/>
              </a:ext>
            </a:extLst>
          </p:cNvPr>
          <p:cNvSpPr/>
          <p:nvPr/>
        </p:nvSpPr>
        <p:spPr>
          <a:xfrm>
            <a:off x="9143999" y="9100891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50492AF8-BF45-B818-19A9-4EE1EAE3CC04}"/>
              </a:ext>
            </a:extLst>
          </p:cNvPr>
          <p:cNvSpPr/>
          <p:nvPr/>
        </p:nvSpPr>
        <p:spPr>
          <a:xfrm>
            <a:off x="9133593" y="1838393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Visualisation / traitement avancé</a:t>
            </a:r>
          </a:p>
          <a:p>
            <a:r>
              <a:rPr lang="fr-FR" sz="2000" b="1" dirty="0">
                <a:ea typeface="Calibri"/>
                <a:cs typeface="Calibri"/>
              </a:rPr>
              <a:t> </a:t>
            </a:r>
            <a:r>
              <a:rPr lang="fr-FR" sz="2000" dirty="0">
                <a:ea typeface="Calibri"/>
                <a:cs typeface="Calibri"/>
              </a:rPr>
              <a:t>(APP / 20h / 1,5 ECTS)</a:t>
            </a:r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E76DF6F-5EB7-A0FA-1A97-3E2BCD9A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262111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C304504D-78C1-B4D1-6D54-E011C8BF5AAD}"/>
              </a:ext>
            </a:extLst>
          </p:cNvPr>
          <p:cNvSpPr>
            <a:spLocks/>
          </p:cNvSpPr>
          <p:nvPr/>
        </p:nvSpPr>
        <p:spPr>
          <a:xfrm>
            <a:off x="771147" y="8438253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EE98AAB-E843-AE21-80CC-D4F60C79FE20}"/>
              </a:ext>
            </a:extLst>
          </p:cNvPr>
          <p:cNvSpPr/>
          <p:nvPr/>
        </p:nvSpPr>
        <p:spPr>
          <a:xfrm>
            <a:off x="9264887" y="9071691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E3E62564-819E-5B7C-EAD5-7FF14DA06311}"/>
              </a:ext>
            </a:extLst>
          </p:cNvPr>
          <p:cNvSpPr/>
          <p:nvPr/>
        </p:nvSpPr>
        <p:spPr>
          <a:xfrm>
            <a:off x="804178" y="3063701"/>
            <a:ext cx="7179240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Calibri"/>
              <a:cs typeface="Segoe UI"/>
            </a:endParaRP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91CE3C54-AEF4-DD33-4CB8-553580766482}"/>
              </a:ext>
            </a:extLst>
          </p:cNvPr>
          <p:cNvSpPr/>
          <p:nvPr/>
        </p:nvSpPr>
        <p:spPr>
          <a:xfrm>
            <a:off x="804178" y="3952193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364DA7DB-26B2-349A-1B6C-8E9BD1E4CBB0}"/>
              </a:ext>
            </a:extLst>
          </p:cNvPr>
          <p:cNvSpPr/>
          <p:nvPr/>
        </p:nvSpPr>
        <p:spPr>
          <a:xfrm>
            <a:off x="856833" y="5838674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>
              <a:ea typeface="+mn-lt"/>
              <a:cs typeface="+mn-lt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A5A7564B-8341-0558-4D94-CC9A45E9488D}"/>
              </a:ext>
            </a:extLst>
          </p:cNvPr>
          <p:cNvSpPr/>
          <p:nvPr/>
        </p:nvSpPr>
        <p:spPr>
          <a:xfrm>
            <a:off x="839411" y="6778116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sz="2000" dirty="0"/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028B5443-E777-6CBC-0735-34CD67D352BF}"/>
              </a:ext>
            </a:extLst>
          </p:cNvPr>
          <p:cNvSpPr/>
          <p:nvPr/>
        </p:nvSpPr>
        <p:spPr>
          <a:xfrm>
            <a:off x="804177" y="2124259"/>
            <a:ext cx="5126691" cy="6592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Distribuer N-tiers</a:t>
            </a:r>
          </a:p>
          <a:p>
            <a:r>
              <a:rPr lang="fr-FR" sz="2000" b="1" dirty="0">
                <a:ea typeface="Calibri"/>
                <a:cs typeface="Calibri"/>
              </a:rPr>
              <a:t> </a:t>
            </a:r>
            <a:r>
              <a:rPr lang="fr-FR" sz="2000" dirty="0">
                <a:ea typeface="Calibri"/>
                <a:cs typeface="Calibri"/>
              </a:rPr>
              <a:t>(APP / 40h / 4 ECTS)</a:t>
            </a:r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6AB701B3-28BF-1573-726E-29D2B1AE936E}"/>
              </a:ext>
            </a:extLst>
          </p:cNvPr>
          <p:cNvSpPr/>
          <p:nvPr/>
        </p:nvSpPr>
        <p:spPr>
          <a:xfrm>
            <a:off x="355443" y="2471146"/>
            <a:ext cx="2683543" cy="11468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Gestion de projet </a:t>
            </a:r>
          </a:p>
          <a:p>
            <a:r>
              <a:rPr lang="fr-FR" sz="2000" dirty="0">
                <a:latin typeface="Calibri"/>
                <a:ea typeface="Calibri"/>
                <a:cs typeface="Calibri"/>
              </a:rPr>
              <a:t>(APP/40h/3 ECTS)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D792CF7-BA9F-F7FE-F9FD-B5235EC373E5}"/>
              </a:ext>
            </a:extLst>
          </p:cNvPr>
          <p:cNvSpPr/>
          <p:nvPr/>
        </p:nvSpPr>
        <p:spPr>
          <a:xfrm>
            <a:off x="6408565" y="2471147"/>
            <a:ext cx="2652848" cy="119301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Visualisation / traitement simple</a:t>
            </a:r>
          </a:p>
          <a:p>
            <a:r>
              <a:rPr lang="fr-FR" sz="2000" b="1" dirty="0">
                <a:ea typeface="Calibri"/>
                <a:cs typeface="Calibri"/>
              </a:rPr>
              <a:t> </a:t>
            </a:r>
            <a:r>
              <a:rPr lang="fr-FR" sz="2000" dirty="0">
                <a:ea typeface="Calibri"/>
                <a:cs typeface="Calibri"/>
              </a:rPr>
              <a:t>(APP / 20h / 2 ECTS)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3DFF2CFC-29B2-8FEE-B62E-B115C99518D7}"/>
              </a:ext>
            </a:extLst>
          </p:cNvPr>
          <p:cNvSpPr/>
          <p:nvPr/>
        </p:nvSpPr>
        <p:spPr>
          <a:xfrm>
            <a:off x="9418109" y="2471147"/>
            <a:ext cx="2505996" cy="119301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Visualisation / traitement avancé</a:t>
            </a:r>
          </a:p>
          <a:p>
            <a:r>
              <a:rPr lang="fr-FR" sz="2000" b="1" dirty="0">
                <a:ea typeface="Calibri"/>
                <a:cs typeface="Calibri"/>
              </a:rPr>
              <a:t> </a:t>
            </a:r>
            <a:r>
              <a:rPr lang="fr-FR" sz="2000" dirty="0">
                <a:ea typeface="Calibri"/>
                <a:cs typeface="Calibri"/>
              </a:rPr>
              <a:t>(APP / 20h / 1,5 ECTS)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9619E978-5294-0377-DCD8-BDAE02B9BBB5}"/>
              </a:ext>
            </a:extLst>
          </p:cNvPr>
          <p:cNvSpPr/>
          <p:nvPr/>
        </p:nvSpPr>
        <p:spPr>
          <a:xfrm>
            <a:off x="12355802" y="2471147"/>
            <a:ext cx="2558859" cy="119301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Distribuer N-tiers</a:t>
            </a:r>
          </a:p>
          <a:p>
            <a:r>
              <a:rPr lang="fr-FR" sz="2000" b="1" dirty="0">
                <a:ea typeface="Calibri"/>
                <a:cs typeface="Calibri"/>
              </a:rPr>
              <a:t> </a:t>
            </a:r>
            <a:r>
              <a:rPr lang="fr-FR" sz="2000" dirty="0">
                <a:ea typeface="Calibri"/>
                <a:cs typeface="Calibri"/>
              </a:rPr>
              <a:t>(APP / 40h / 4 ECTS)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41D5B48F-3968-F87A-CDE2-AD60135C80FE}"/>
              </a:ext>
            </a:extLst>
          </p:cNvPr>
          <p:cNvSpPr/>
          <p:nvPr/>
        </p:nvSpPr>
        <p:spPr>
          <a:xfrm>
            <a:off x="3602433" y="2471146"/>
            <a:ext cx="2424875" cy="119301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latin typeface="Calibri"/>
                <a:ea typeface="Calibri"/>
                <a:cs typeface="Calibri"/>
              </a:rPr>
              <a:t>Acquisition / stockage</a:t>
            </a:r>
          </a:p>
          <a:p>
            <a:r>
              <a:rPr lang="fr-FR" sz="2000" dirty="0">
                <a:latin typeface="Calibri"/>
                <a:ea typeface="Calibri"/>
                <a:cs typeface="Calibri"/>
              </a:rPr>
              <a:t>(APP/30h/2,5 ECTS)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48734CE2-C7F1-FF0F-820C-EB5B19809A21}"/>
              </a:ext>
            </a:extLst>
          </p:cNvPr>
          <p:cNvSpPr/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6CB66-B362-CE94-E1F2-E6A2B3290AF1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C3DA461-AC59-14AE-3342-9EB96A5B37DA}"/>
              </a:ext>
            </a:extLst>
          </p:cNvPr>
          <p:cNvSpPr/>
          <p:nvPr/>
        </p:nvSpPr>
        <p:spPr>
          <a:xfrm>
            <a:off x="3381346" y="7608861"/>
            <a:ext cx="2747907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dash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Expérience professionnelle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B854A4F-4EC3-3209-4F81-58BA2C30B6B8}"/>
              </a:ext>
            </a:extLst>
          </p:cNvPr>
          <p:cNvSpPr/>
          <p:nvPr/>
        </p:nvSpPr>
        <p:spPr>
          <a:xfrm>
            <a:off x="3386178" y="821667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EB68170-9D2D-A9EB-FC21-F5DACC18CE6B}"/>
              </a:ext>
            </a:extLst>
          </p:cNvPr>
          <p:cNvSpPr/>
          <p:nvPr/>
        </p:nvSpPr>
        <p:spPr>
          <a:xfrm>
            <a:off x="3920487" y="822345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C4944DD-6EC0-C947-4FDF-7B0A4A687F70}"/>
              </a:ext>
            </a:extLst>
          </p:cNvPr>
          <p:cNvSpPr/>
          <p:nvPr/>
        </p:nvSpPr>
        <p:spPr>
          <a:xfrm>
            <a:off x="4451409" y="822345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0E979D5-2934-F426-C743-CBE571525E19}"/>
              </a:ext>
            </a:extLst>
          </p:cNvPr>
          <p:cNvSpPr/>
          <p:nvPr/>
        </p:nvSpPr>
        <p:spPr>
          <a:xfrm>
            <a:off x="4982331" y="820182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" name="Freeform 118">
            <a:extLst>
              <a:ext uri="{FF2B5EF4-FFF2-40B4-BE49-F238E27FC236}">
                <a16:creationId xmlns:a16="http://schemas.microsoft.com/office/drawing/2014/main" id="{9DBA7119-8EA7-806D-4214-0A21C05A6234}"/>
              </a:ext>
            </a:extLst>
          </p:cNvPr>
          <p:cNvSpPr/>
          <p:nvPr/>
        </p:nvSpPr>
        <p:spPr>
          <a:xfrm>
            <a:off x="5605392" y="823951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E7FEC20E-75CA-C646-7FB7-9C9FC37B1DFA}"/>
              </a:ext>
            </a:extLst>
          </p:cNvPr>
          <p:cNvSpPr/>
          <p:nvPr/>
        </p:nvSpPr>
        <p:spPr>
          <a:xfrm>
            <a:off x="9278144" y="7608861"/>
            <a:ext cx="2766916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1768B53-2D40-78CD-4210-83C4B0E10B69}"/>
              </a:ext>
            </a:extLst>
          </p:cNvPr>
          <p:cNvSpPr/>
          <p:nvPr/>
        </p:nvSpPr>
        <p:spPr>
          <a:xfrm>
            <a:off x="9312241" y="823557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4BBFBCF-93CE-F7AD-242D-B28D8C2AFB51}"/>
              </a:ext>
            </a:extLst>
          </p:cNvPr>
          <p:cNvSpPr/>
          <p:nvPr/>
        </p:nvSpPr>
        <p:spPr>
          <a:xfrm>
            <a:off x="9846550" y="824235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1CBB522-B745-7A51-B8E2-639E677A025A}"/>
              </a:ext>
            </a:extLst>
          </p:cNvPr>
          <p:cNvSpPr/>
          <p:nvPr/>
        </p:nvSpPr>
        <p:spPr>
          <a:xfrm>
            <a:off x="10377472" y="824235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883EF3F-4F43-B97C-FECB-EF4C9F5CEDD6}"/>
              </a:ext>
            </a:extLst>
          </p:cNvPr>
          <p:cNvSpPr/>
          <p:nvPr/>
        </p:nvSpPr>
        <p:spPr>
          <a:xfrm>
            <a:off x="10908394" y="822072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" name="Freeform 118">
            <a:extLst>
              <a:ext uri="{FF2B5EF4-FFF2-40B4-BE49-F238E27FC236}">
                <a16:creationId xmlns:a16="http://schemas.microsoft.com/office/drawing/2014/main" id="{C1E0D8D5-768B-B82E-74BD-0A4A36CA043F}"/>
              </a:ext>
            </a:extLst>
          </p:cNvPr>
          <p:cNvSpPr/>
          <p:nvPr/>
        </p:nvSpPr>
        <p:spPr>
          <a:xfrm>
            <a:off x="11531455" y="825841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C6063613-51A5-35EC-C0C0-8F238E29B266}"/>
              </a:ext>
            </a:extLst>
          </p:cNvPr>
          <p:cNvSpPr/>
          <p:nvPr/>
        </p:nvSpPr>
        <p:spPr>
          <a:xfrm>
            <a:off x="15209881" y="7608860"/>
            <a:ext cx="2655408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588DAEB-AEC4-642A-92CB-DCB3241B2831}"/>
              </a:ext>
            </a:extLst>
          </p:cNvPr>
          <p:cNvSpPr/>
          <p:nvPr/>
        </p:nvSpPr>
        <p:spPr>
          <a:xfrm>
            <a:off x="15209881" y="823557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3A0D9B29-C156-0B8B-F5F7-185665A2159A}"/>
              </a:ext>
            </a:extLst>
          </p:cNvPr>
          <p:cNvSpPr/>
          <p:nvPr/>
        </p:nvSpPr>
        <p:spPr>
          <a:xfrm>
            <a:off x="15744190" y="8242358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7C2EB6A-1C81-F847-4E09-835CEFF95217}"/>
              </a:ext>
            </a:extLst>
          </p:cNvPr>
          <p:cNvSpPr/>
          <p:nvPr/>
        </p:nvSpPr>
        <p:spPr>
          <a:xfrm>
            <a:off x="16275112" y="824235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E6ACD01-C22E-24A1-AC45-051A7C6043B7}"/>
              </a:ext>
            </a:extLst>
          </p:cNvPr>
          <p:cNvSpPr/>
          <p:nvPr/>
        </p:nvSpPr>
        <p:spPr>
          <a:xfrm>
            <a:off x="16806034" y="822072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4" name="Freeform 118">
            <a:extLst>
              <a:ext uri="{FF2B5EF4-FFF2-40B4-BE49-F238E27FC236}">
                <a16:creationId xmlns:a16="http://schemas.microsoft.com/office/drawing/2014/main" id="{A8BC4359-CE7C-5777-122C-320468F7FB3A}"/>
              </a:ext>
            </a:extLst>
          </p:cNvPr>
          <p:cNvSpPr/>
          <p:nvPr/>
        </p:nvSpPr>
        <p:spPr>
          <a:xfrm>
            <a:off x="17429095" y="8258413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5AB9CB41-9422-74C2-EEE4-1897AB165F39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21097BCF-F0BF-B629-0EE6-97116A6F7CFE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5D32B-7414-46F0-AE20-2AD30856B50E}"/>
</file>

<file path=customXml/itemProps2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1024</Words>
  <Application>Microsoft Macintosh PowerPoint</Application>
  <PresentationFormat>Personnalisé</PresentationFormat>
  <Paragraphs>472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134</cp:revision>
  <cp:lastPrinted>2025-09-24T10:36:18Z</cp:lastPrinted>
  <dcterms:created xsi:type="dcterms:W3CDTF">2006-08-16T00:00:00Z</dcterms:created>
  <dcterms:modified xsi:type="dcterms:W3CDTF">2025-09-24T10:36:21Z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