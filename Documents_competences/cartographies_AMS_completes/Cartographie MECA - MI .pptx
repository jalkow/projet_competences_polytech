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85" r:id="rId7"/>
    <p:sldId id="271" r:id="rId8"/>
    <p:sldId id="274" r:id="rId9"/>
    <p:sldId id="275" r:id="rId10"/>
    <p:sldId id="286" r:id="rId11"/>
    <p:sldId id="276" r:id="rId12"/>
    <p:sldId id="260" r:id="rId13"/>
    <p:sldId id="261" r:id="rId14"/>
    <p:sldId id="287" r:id="rId15"/>
    <p:sldId id="288" r:id="rId16"/>
    <p:sldId id="273" r:id="rId17"/>
    <p:sldId id="267" r:id="rId18"/>
    <p:sldId id="264" r:id="rId19"/>
    <p:sldId id="265" r:id="rId20"/>
    <p:sldId id="259" r:id="rId21"/>
    <p:sldId id="269" r:id="rId22"/>
    <p:sldId id="270" r:id="rId23"/>
    <p:sldId id="262" r:id="rId24"/>
    <p:sldId id="263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CE708-1B29-4505-BA72-DA43EF5001A8}" v="411" dt="2025-04-18T07:05:00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5"/>
    <p:restoredTop sz="94698"/>
  </p:normalViewPr>
  <p:slideViewPr>
    <p:cSldViewPr snapToGrid="0">
      <p:cViewPr varScale="1">
        <p:scale>
          <a:sx n="65" d="100"/>
          <a:sy n="65" d="100"/>
        </p:scale>
        <p:origin x="1752" y="4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659CE708-1B29-4505-BA72-DA43EF5001A8}"/>
    <pc:docChg chg="addSld modSld sldOrd">
      <pc:chgData name="Marc Skerrett" userId="S::marc.skerrett@univ-smb.fr::5838212c-6006-4602-b097-e4ba2e4953e8" providerId="AD" clId="Web-{659CE708-1B29-4505-BA72-DA43EF5001A8}" dt="2025-04-18T07:05:00.202" v="347" actId="1076"/>
      <pc:docMkLst>
        <pc:docMk/>
      </pc:docMkLst>
      <pc:sldChg chg="addSp delSp modSp">
        <pc:chgData name="Marc Skerrett" userId="S::marc.skerrett@univ-smb.fr::5838212c-6006-4602-b097-e4ba2e4953e8" providerId="AD" clId="Web-{659CE708-1B29-4505-BA72-DA43EF5001A8}" dt="2025-04-18T07:01:34.829" v="301" actId="1076"/>
        <pc:sldMkLst>
          <pc:docMk/>
          <pc:sldMk cId="1605221697" sldId="271"/>
        </pc:sldMkLst>
        <pc:spChg chg="mod">
          <ac:chgData name="Marc Skerrett" userId="S::marc.skerrett@univ-smb.fr::5838212c-6006-4602-b097-e4ba2e4953e8" providerId="AD" clId="Web-{659CE708-1B29-4505-BA72-DA43EF5001A8}" dt="2025-04-18T07:00:37.434" v="273" actId="14100"/>
          <ac:spMkLst>
            <pc:docMk/>
            <pc:sldMk cId="1605221697" sldId="271"/>
            <ac:spMk id="3" creationId="{D9848453-1C4D-1F6D-1DDF-9A02C2FDDA1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7:12.655" v="210" actId="20577"/>
          <ac:spMkLst>
            <pc:docMk/>
            <pc:sldMk cId="1605221697" sldId="271"/>
            <ac:spMk id="5" creationId="{9018FF16-5C3D-770D-9A19-52619B7305B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49.138" v="276" actId="20577"/>
          <ac:spMkLst>
            <pc:docMk/>
            <pc:sldMk cId="1605221697" sldId="271"/>
            <ac:spMk id="6" creationId="{6A84399E-F74B-332F-8F6D-188FE8A7921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6:57.388" v="196" actId="14100"/>
          <ac:spMkLst>
            <pc:docMk/>
            <pc:sldMk cId="1605221697" sldId="271"/>
            <ac:spMk id="7" creationId="{8DF5C6E7-8EA2-4C66-8FC7-AC5F454A989F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6:34.293" v="188" actId="14100"/>
          <ac:spMkLst>
            <pc:docMk/>
            <pc:sldMk cId="1605221697" sldId="271"/>
            <ac:spMk id="8" creationId="{C5F0D630-1B40-75B1-0A9E-B20D66327826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1:35.982" v="70" actId="14100"/>
          <ac:spMkLst>
            <pc:docMk/>
            <pc:sldMk cId="1605221697" sldId="271"/>
            <ac:spMk id="9" creationId="{8539CE36-66D0-A059-EFC5-DEDE70B8DECC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9:29.274" v="251" actId="20577"/>
          <ac:spMkLst>
            <pc:docMk/>
            <pc:sldMk cId="1605221697" sldId="271"/>
            <ac:spMk id="10" creationId="{EA186CEA-EBDE-FD53-B631-FC9D84F9F912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43.013" v="274" actId="14100"/>
          <ac:spMkLst>
            <pc:docMk/>
            <pc:sldMk cId="1605221697" sldId="271"/>
            <ac:spMk id="11" creationId="{80214908-714E-1D11-41D1-217CBBECA63B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12.589" v="269" actId="14100"/>
          <ac:spMkLst>
            <pc:docMk/>
            <pc:sldMk cId="1605221697" sldId="271"/>
            <ac:spMk id="13" creationId="{59F04523-5EDF-CA85-E2C8-BD34A1D63B2B}"/>
          </ac:spMkLst>
        </pc:spChg>
        <pc:spChg chg="del">
          <ac:chgData name="Marc Skerrett" userId="S::marc.skerrett@univ-smb.fr::5838212c-6006-4602-b097-e4ba2e4953e8" providerId="AD" clId="Web-{659CE708-1B29-4505-BA72-DA43EF5001A8}" dt="2025-04-18T06:55:51.165" v="181"/>
          <ac:spMkLst>
            <pc:docMk/>
            <pc:sldMk cId="1605221697" sldId="271"/>
            <ac:spMk id="14" creationId="{4F05B0EF-69E1-9C71-16FE-4A9B35C2F58A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8:42.942" v="233" actId="20577"/>
          <ac:spMkLst>
            <pc:docMk/>
            <pc:sldMk cId="1605221697" sldId="271"/>
            <ac:spMk id="15" creationId="{D1F7458B-B8F5-1CCF-449F-120FDBE9EF67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0:58.808" v="54" actId="1076"/>
          <ac:spMkLst>
            <pc:docMk/>
            <pc:sldMk cId="1605221697" sldId="271"/>
            <ac:spMk id="18" creationId="{BD111F8B-A1C4-7E4A-A185-008BEA03537D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3:24.124" v="168"/>
          <ac:spMkLst>
            <pc:docMk/>
            <pc:sldMk cId="1605221697" sldId="271"/>
            <ac:spMk id="20" creationId="{46E56EEF-DE3A-B296-7265-ACBAC327A4DC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1:13.818" v="148"/>
          <ac:spMkLst>
            <pc:docMk/>
            <pc:sldMk cId="1605221697" sldId="271"/>
            <ac:spMk id="21" creationId="{A0A7F260-1E19-BE00-BDFA-A74A5D7FE8B1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37.590" v="167" actId="20577"/>
          <ac:spMkLst>
            <pc:docMk/>
            <pc:sldMk cId="1605221697" sldId="271"/>
            <ac:spMk id="23" creationId="{8392B5D5-2C7F-35A3-2262-43AEF3D5C500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0:12.330" v="144"/>
          <ac:spMkLst>
            <pc:docMk/>
            <pc:sldMk cId="1605221697" sldId="271"/>
            <ac:spMk id="24" creationId="{D8FA6C41-AEAE-E326-38AF-1E1C38656ADD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1:44.367" v="160" actId="20577"/>
          <ac:spMkLst>
            <pc:docMk/>
            <pc:sldMk cId="1605221697" sldId="271"/>
            <ac:spMk id="25" creationId="{921D74FD-5807-C370-9217-4A86467D6E86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13.666" v="163" actId="1076"/>
          <ac:spMkLst>
            <pc:docMk/>
            <pc:sldMk cId="1605221697" sldId="271"/>
            <ac:spMk id="27" creationId="{CE6703FC-1285-BD50-F841-000FD21604A6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0:17.643" v="147" actId="20577"/>
          <ac:spMkLst>
            <pc:docMk/>
            <pc:sldMk cId="1605221697" sldId="271"/>
            <ac:spMk id="29" creationId="{528C85AC-D911-F784-5D64-FC15D2C924AD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13.666" v="164" actId="1076"/>
          <ac:spMkLst>
            <pc:docMk/>
            <pc:sldMk cId="1605221697" sldId="271"/>
            <ac:spMk id="30" creationId="{93C2915C-3FB0-E57F-5350-E0ADB6A1F8FA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53:37.453" v="172"/>
          <ac:spMkLst>
            <pc:docMk/>
            <pc:sldMk cId="1605221697" sldId="271"/>
            <ac:spMk id="32" creationId="{2233FF2E-5D89-97A5-289F-87B5FAB5F8DC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53:37.453" v="171"/>
          <ac:spMkLst>
            <pc:docMk/>
            <pc:sldMk cId="1605221697" sldId="271"/>
            <ac:spMk id="34" creationId="{DCAF70FB-DC59-75A5-7EAA-1C032B51A7D2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3:51.954" v="174" actId="1076"/>
          <ac:spMkLst>
            <pc:docMk/>
            <pc:sldMk cId="1605221697" sldId="271"/>
            <ac:spMk id="36" creationId="{0D07A047-4348-258B-1508-5795F1EEFDF5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6:24.417" v="186" actId="1076"/>
          <ac:spMkLst>
            <pc:docMk/>
            <pc:sldMk cId="1605221697" sldId="271"/>
            <ac:spMk id="38" creationId="{5A02324F-B201-2A08-DB17-2AD4C8EDD7BE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7:43.376" v="212" actId="1076"/>
          <ac:spMkLst>
            <pc:docMk/>
            <pc:sldMk cId="1605221697" sldId="271"/>
            <ac:spMk id="40" creationId="{A36866D9-9FD7-41C8-CED7-0DD76828454B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7:53.330" v="214" actId="1076"/>
          <ac:spMkLst>
            <pc:docMk/>
            <pc:sldMk cId="1605221697" sldId="271"/>
            <ac:spMk id="42" creationId="{A0A19221-A4F5-B375-E536-62477D31B2D0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9:02.272" v="235" actId="1076"/>
          <ac:spMkLst>
            <pc:docMk/>
            <pc:sldMk cId="1605221697" sldId="271"/>
            <ac:spMk id="44" creationId="{6A1FF58F-7E30-0CEA-9AF6-A341F1F4D78A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9:42.462" v="253" actId="1076"/>
          <ac:spMkLst>
            <pc:docMk/>
            <pc:sldMk cId="1605221697" sldId="271"/>
            <ac:spMk id="45" creationId="{D3CBE07D-6207-39CC-9AFD-DC09A6AE88C5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0:23.949" v="271" actId="1076"/>
          <ac:spMkLst>
            <pc:docMk/>
            <pc:sldMk cId="1605221697" sldId="271"/>
            <ac:spMk id="46" creationId="{86B1DE4B-BFD8-BEC5-B097-64C6F4ED66F3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1:10.952" v="299" actId="20577"/>
          <ac:spMkLst>
            <pc:docMk/>
            <pc:sldMk cId="1605221697" sldId="271"/>
            <ac:spMk id="47" creationId="{FB28B816-C0F9-4359-E1D3-163BABDE0A6C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1:34.829" v="301" actId="1076"/>
          <ac:spMkLst>
            <pc:docMk/>
            <pc:sldMk cId="1605221697" sldId="271"/>
            <ac:spMk id="49" creationId="{A7EEF6FD-55A6-22F2-62B9-E211BEB448B0}"/>
          </ac:spMkLst>
        </pc:spChg>
      </pc:sldChg>
      <pc:sldChg chg="addSp delSp modSp">
        <pc:chgData name="Marc Skerrett" userId="S::marc.skerrett@univ-smb.fr::5838212c-6006-4602-b097-e4ba2e4953e8" providerId="AD" clId="Web-{659CE708-1B29-4505-BA72-DA43EF5001A8}" dt="2025-04-18T06:45:23.779" v="114" actId="20577"/>
        <pc:sldMkLst>
          <pc:docMk/>
          <pc:sldMk cId="544100263" sldId="272"/>
        </pc:sldMkLst>
        <pc:spChg chg="mod">
          <ac:chgData name="Marc Skerrett" userId="S::marc.skerrett@univ-smb.fr::5838212c-6006-4602-b097-e4ba2e4953e8" providerId="AD" clId="Web-{659CE708-1B29-4505-BA72-DA43EF5001A8}" dt="2025-04-18T06:44:56.730" v="105" actId="20577"/>
          <ac:spMkLst>
            <pc:docMk/>
            <pc:sldMk cId="544100263" sldId="272"/>
            <ac:spMk id="5" creationId="{A6008B20-8A5D-C914-F5C0-2D8763AEC338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5:13.263" v="110" actId="20577"/>
          <ac:spMkLst>
            <pc:docMk/>
            <pc:sldMk cId="544100263" sldId="272"/>
            <ac:spMk id="9" creationId="{C0FA1059-5EB0-37E3-9372-EF55C572C2A7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3:44.069" v="86" actId="1076"/>
          <ac:spMkLst>
            <pc:docMk/>
            <pc:sldMk cId="544100263" sldId="272"/>
            <ac:spMk id="12" creationId="{623468CE-6B90-8DC2-8B50-893B7BEC4704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3:44.085" v="87" actId="1076"/>
          <ac:spMkLst>
            <pc:docMk/>
            <pc:sldMk cId="544100263" sldId="272"/>
            <ac:spMk id="13" creationId="{3E82B7BC-8A74-AE24-DB63-91CA69E19BE7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3:20.099" v="79"/>
          <ac:spMkLst>
            <pc:docMk/>
            <pc:sldMk cId="544100263" sldId="272"/>
            <ac:spMk id="17" creationId="{E8A5A033-D1FA-F877-A943-0F58EBB8827C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3:20.099" v="78"/>
          <ac:spMkLst>
            <pc:docMk/>
            <pc:sldMk cId="544100263" sldId="272"/>
            <ac:spMk id="18" creationId="{5CF7C8E6-599D-9324-CBA5-42091C853EE1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05.512" v="107" actId="20577"/>
          <ac:spMkLst>
            <pc:docMk/>
            <pc:sldMk cId="544100263" sldId="272"/>
            <ac:spMk id="19" creationId="{D24148EB-7232-C382-83FF-FC992C54670A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18.029" v="112" actId="20577"/>
          <ac:spMkLst>
            <pc:docMk/>
            <pc:sldMk cId="544100263" sldId="272"/>
            <ac:spMk id="20" creationId="{DB1FE784-D587-DDA7-A3AE-7736E352DE99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4:17.634" v="95"/>
          <ac:spMkLst>
            <pc:docMk/>
            <pc:sldMk cId="544100263" sldId="272"/>
            <ac:spMk id="21" creationId="{678AF7DF-902A-C471-07E5-31FD3F48E079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4:17.634" v="94"/>
          <ac:spMkLst>
            <pc:docMk/>
            <pc:sldMk cId="544100263" sldId="272"/>
            <ac:spMk id="22" creationId="{D620F930-86F1-6F4D-33BB-DAE9046AEEB7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08.122" v="109" actId="20577"/>
          <ac:spMkLst>
            <pc:docMk/>
            <pc:sldMk cId="544100263" sldId="272"/>
            <ac:spMk id="23" creationId="{569B8359-DA1C-83BD-F32C-F89FDBA92340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23.779" v="114" actId="20577"/>
          <ac:spMkLst>
            <pc:docMk/>
            <pc:sldMk cId="544100263" sldId="272"/>
            <ac:spMk id="24" creationId="{C935BB48-3B5D-3F69-E8D2-78F7A8145E8D}"/>
          </ac:spMkLst>
        </pc:spChg>
      </pc:sldChg>
      <pc:sldChg chg="addSp modSp">
        <pc:chgData name="Marc Skerrett" userId="S::marc.skerrett@univ-smb.fr::5838212c-6006-4602-b097-e4ba2e4953e8" providerId="AD" clId="Web-{659CE708-1B29-4505-BA72-DA43EF5001A8}" dt="2025-04-18T07:05:00.202" v="347" actId="1076"/>
        <pc:sldMkLst>
          <pc:docMk/>
          <pc:sldMk cId="2230396808" sldId="274"/>
        </pc:sldMkLst>
        <pc:spChg chg="add mod">
          <ac:chgData name="Marc Skerrett" userId="S::marc.skerrett@univ-smb.fr::5838212c-6006-4602-b097-e4ba2e4953e8" providerId="AD" clId="Web-{659CE708-1B29-4505-BA72-DA43EF5001A8}" dt="2025-04-18T07:04:54.780" v="345" actId="1076"/>
          <ac:spMkLst>
            <pc:docMk/>
            <pc:sldMk cId="2230396808" sldId="274"/>
            <ac:spMk id="5" creationId="{ACDD1FF5-6D3A-832A-48DA-562AD25BC4C9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5:00.202" v="347" actId="1076"/>
          <ac:spMkLst>
            <pc:docMk/>
            <pc:sldMk cId="2230396808" sldId="274"/>
            <ac:spMk id="6" creationId="{2CB5FD04-6EDD-1A31-5C11-1BFF6B004C2C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05.366" v="325" actId="20577"/>
          <ac:spMkLst>
            <pc:docMk/>
            <pc:sldMk cId="2230396808" sldId="274"/>
            <ac:spMk id="115" creationId="{B58614F3-CF7F-FE29-8856-6D12EB0AFC68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23.492" v="330" actId="20577"/>
          <ac:spMkLst>
            <pc:docMk/>
            <pc:sldMk cId="2230396808" sldId="274"/>
            <ac:spMk id="116" creationId="{2F80FC56-E00A-AD90-9E14-7FE8169DCE44}"/>
          </ac:spMkLst>
        </pc:spChg>
      </pc:sldChg>
      <pc:sldChg chg="modSp ord">
        <pc:chgData name="Marc Skerrett" userId="S::marc.skerrett@univ-smb.fr::5838212c-6006-4602-b097-e4ba2e4953e8" providerId="AD" clId="Web-{659CE708-1B29-4505-BA72-DA43EF5001A8}" dt="2025-04-18T07:03:48.166" v="341" actId="20577"/>
        <pc:sldMkLst>
          <pc:docMk/>
          <pc:sldMk cId="3998302640" sldId="275"/>
        </pc:sldMkLst>
        <pc:spChg chg="mod">
          <ac:chgData name="Marc Skerrett" userId="S::marc.skerrett@univ-smb.fr::5838212c-6006-4602-b097-e4ba2e4953e8" providerId="AD" clId="Web-{659CE708-1B29-4505-BA72-DA43EF5001A8}" dt="2025-04-18T07:03:43.259" v="337" actId="20577"/>
          <ac:spMkLst>
            <pc:docMk/>
            <pc:sldMk cId="3998302640" sldId="275"/>
            <ac:spMk id="115" creationId="{2DC7768E-7F2E-4677-168A-0A2E6CED815F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48.166" v="341" actId="20577"/>
          <ac:spMkLst>
            <pc:docMk/>
            <pc:sldMk cId="3998302640" sldId="275"/>
            <ac:spMk id="116" creationId="{0CDA02DE-1B1C-52F9-49F3-82BB6DA33645}"/>
          </ac:spMkLst>
        </pc:spChg>
      </pc:sldChg>
      <pc:sldChg chg="modSp add replId">
        <pc:chgData name="Marc Skerrett" userId="S::marc.skerrett@univ-smb.fr::5838212c-6006-4602-b097-e4ba2e4953e8" providerId="AD" clId="Web-{659CE708-1B29-4505-BA72-DA43EF5001A8}" dt="2025-04-18T07:02:33.395" v="305" actId="20577"/>
        <pc:sldMkLst>
          <pc:docMk/>
          <pc:sldMk cId="1677895718" sldId="277"/>
        </pc:sldMkLst>
        <pc:spChg chg="mod">
          <ac:chgData name="Marc Skerrett" userId="S::marc.skerrett@univ-smb.fr::5838212c-6006-4602-b097-e4ba2e4953e8" providerId="AD" clId="Web-{659CE708-1B29-4505-BA72-DA43EF5001A8}" dt="2025-04-18T07:02:33.395" v="305" actId="20577"/>
          <ac:spMkLst>
            <pc:docMk/>
            <pc:sldMk cId="1677895718" sldId="277"/>
            <ac:spMk id="115" creationId="{9D53C310-F455-3FDC-BD98-6CD54CC8B6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AMS MECA – MI</a:t>
            </a:r>
          </a:p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Mécatronique et industrialisation</a:t>
            </a:r>
          </a:p>
        </p:txBody>
      </p:sp>
      <p:pic>
        <p:nvPicPr>
          <p:cNvPr id="5" name="Image 4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643C10C-9E0E-2037-2DB2-FA4D2EEE1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6" name="Image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A9FA9F54-3A70-B318-8BC2-F7B0631C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7" name="Picture 2" descr="Réseau Polytech — Wikipédia">
            <a:extLst>
              <a:ext uri="{FF2B5EF4-FFF2-40B4-BE49-F238E27FC236}">
                <a16:creationId xmlns:a16="http://schemas.microsoft.com/office/drawing/2014/main" id="{014C16B8-DA95-709F-DA12-839FADB45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688552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688552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24148EB-7232-C382-83FF-FC992C54670A}"/>
              </a:ext>
            </a:extLst>
          </p:cNvPr>
          <p:cNvSpPr/>
          <p:nvPr/>
        </p:nvSpPr>
        <p:spPr>
          <a:xfrm>
            <a:off x="4183813" y="4160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1FE784-D587-DDA7-A3AE-7736E352DE99}"/>
              </a:ext>
            </a:extLst>
          </p:cNvPr>
          <p:cNvSpPr/>
          <p:nvPr/>
        </p:nvSpPr>
        <p:spPr>
          <a:xfrm>
            <a:off x="4183813" y="538143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69B8359-DA1C-83BD-F32C-F89FDBA92340}"/>
              </a:ext>
            </a:extLst>
          </p:cNvPr>
          <p:cNvSpPr/>
          <p:nvPr/>
        </p:nvSpPr>
        <p:spPr>
          <a:xfrm>
            <a:off x="4829856" y="41670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935BB48-3B5D-3F69-E8D2-78F7A8145E8D}"/>
              </a:ext>
            </a:extLst>
          </p:cNvPr>
          <p:cNvSpPr/>
          <p:nvPr/>
        </p:nvSpPr>
        <p:spPr>
          <a:xfrm>
            <a:off x="4829856" y="538853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6F3F-389C-EF42-EE20-C93A43B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043BACEF-4590-BAEC-8402-430F18950721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52EFAAD6-CB88-8C56-523F-C972FB2DBE71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C1 - Concevoir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C3E70761-33B4-149B-AE08-EF2913266CCA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C4 - 1 - Optimiser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42260754-BBD6-1968-A164-4FDEC18DD63A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Industrialiser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77A4D4A-E1DE-A69C-31D9-38652415BFA8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C4 - 2 - Concevoir des systèmes mécatroniques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CE120826-407C-00C1-F8AB-7562B1A0F6E8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C3 - Piloter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E10922B-F0DE-D2A8-9226-1FDA6BEFF0D5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C4 - 3 - Concevoir des produits en matériaux composites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0159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41380" y="1623493"/>
            <a:ext cx="17419438" cy="11959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34281" y="3176972"/>
            <a:ext cx="17426537" cy="512160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8942" y="2937518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42629"/>
            <a:ext cx="288694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????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78942" y="3833373"/>
            <a:ext cx="2886329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EA186CEA-EBDE-FD53-B631-FC9D84F9F912}"/>
              </a:ext>
            </a:extLst>
          </p:cNvPr>
          <p:cNvSpPr/>
          <p:nvPr/>
        </p:nvSpPr>
        <p:spPr>
          <a:xfrm>
            <a:off x="9172280" y="4759179"/>
            <a:ext cx="440328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Conception et technologies mécanique</a:t>
            </a:r>
            <a:endParaRPr lang="fr-FR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59F04523-5EDF-CA85-E2C8-BD34A1D63B2B}"/>
              </a:ext>
            </a:extLst>
          </p:cNvPr>
          <p:cNvSpPr/>
          <p:nvPr/>
        </p:nvSpPr>
        <p:spPr>
          <a:xfrm>
            <a:off x="9143882" y="4024103"/>
            <a:ext cx="4439469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Mise en œuvre des métaux</a:t>
            </a:r>
            <a:endParaRPr lang="fr-FR" dirty="0"/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018FF16-5C3D-770D-9A19-52619B7305B5}"/>
              </a:ext>
            </a:extLst>
          </p:cNvPr>
          <p:cNvSpPr/>
          <p:nvPr/>
        </p:nvSpPr>
        <p:spPr>
          <a:xfrm>
            <a:off x="9158081" y="6854264"/>
            <a:ext cx="4417488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Dimensionnement des structures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8DF5C6E7-8EA2-4C66-8FC7-AC5F454A989F}"/>
              </a:ext>
            </a:extLst>
          </p:cNvPr>
          <p:cNvSpPr/>
          <p:nvPr/>
        </p:nvSpPr>
        <p:spPr>
          <a:xfrm>
            <a:off x="9158080" y="6132958"/>
            <a:ext cx="4439221" cy="5482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mécanismes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0982" y="5428346"/>
            <a:ext cx="4439222" cy="53156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Electronique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1F7458B-B8F5-1CCF-449F-120FDBE9EF67}"/>
              </a:ext>
            </a:extLst>
          </p:cNvPr>
          <p:cNvSpPr/>
          <p:nvPr/>
        </p:nvSpPr>
        <p:spPr>
          <a:xfrm>
            <a:off x="9158081" y="7603963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numériques pour l'ingénieur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1" y="9113673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D111F8B-A1C4-7E4A-A185-008BEA03537D}"/>
              </a:ext>
            </a:extLst>
          </p:cNvPr>
          <p:cNvSpPr/>
          <p:nvPr/>
        </p:nvSpPr>
        <p:spPr>
          <a:xfrm>
            <a:off x="3810713" y="3860805"/>
            <a:ext cx="496901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392B5D5-2C7F-35A3-2262-43AEF3D5C500}"/>
              </a:ext>
            </a:extLst>
          </p:cNvPr>
          <p:cNvSpPr/>
          <p:nvPr/>
        </p:nvSpPr>
        <p:spPr>
          <a:xfrm>
            <a:off x="778942" y="5562407"/>
            <a:ext cx="2886329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Bilan carbone (DDRS)</a:t>
            </a:r>
            <a:endParaRPr lang="fr-FR" dirty="0" err="1"/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921D74FD-5807-C370-9217-4A86467D6E86}"/>
              </a:ext>
            </a:extLst>
          </p:cNvPr>
          <p:cNvSpPr/>
          <p:nvPr/>
        </p:nvSpPr>
        <p:spPr>
          <a:xfrm>
            <a:off x="778942" y="4698179"/>
            <a:ext cx="2886329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E6703FC-1285-BD50-F841-000FD21604A6}"/>
              </a:ext>
            </a:extLst>
          </p:cNvPr>
          <p:cNvSpPr/>
          <p:nvPr/>
        </p:nvSpPr>
        <p:spPr>
          <a:xfrm>
            <a:off x="3816733" y="466212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3C2915C-3FB0-E57F-5350-E0ADB6A1F8FA}"/>
              </a:ext>
            </a:extLst>
          </p:cNvPr>
          <p:cNvSpPr/>
          <p:nvPr/>
        </p:nvSpPr>
        <p:spPr>
          <a:xfrm>
            <a:off x="4392149" y="46665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D07A047-4348-258B-1508-5795F1EEFDF5}"/>
              </a:ext>
            </a:extLst>
          </p:cNvPr>
          <p:cNvSpPr/>
          <p:nvPr/>
        </p:nvSpPr>
        <p:spPr>
          <a:xfrm>
            <a:off x="4357379" y="38608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A02324F-B201-2A08-DB17-2AD4C8EDD7BE}"/>
              </a:ext>
            </a:extLst>
          </p:cNvPr>
          <p:cNvSpPr/>
          <p:nvPr/>
        </p:nvSpPr>
        <p:spPr>
          <a:xfrm>
            <a:off x="13848334" y="542369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A36866D9-9FD7-41C8-CED7-0DD76828454B}"/>
              </a:ext>
            </a:extLst>
          </p:cNvPr>
          <p:cNvSpPr/>
          <p:nvPr/>
        </p:nvSpPr>
        <p:spPr>
          <a:xfrm>
            <a:off x="13848334" y="60981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0A19221-A4F5-B375-E536-62477D31B2D0}"/>
              </a:ext>
            </a:extLst>
          </p:cNvPr>
          <p:cNvSpPr/>
          <p:nvPr/>
        </p:nvSpPr>
        <p:spPr>
          <a:xfrm>
            <a:off x="13848334" y="687906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A1FF58F-7E30-0CEA-9AF6-A341F1F4D78A}"/>
              </a:ext>
            </a:extLst>
          </p:cNvPr>
          <p:cNvSpPr/>
          <p:nvPr/>
        </p:nvSpPr>
        <p:spPr>
          <a:xfrm>
            <a:off x="13848334" y="76031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3CBE07D-6207-39CC-9AFD-DC09A6AE88C5}"/>
              </a:ext>
            </a:extLst>
          </p:cNvPr>
          <p:cNvSpPr/>
          <p:nvPr/>
        </p:nvSpPr>
        <p:spPr>
          <a:xfrm>
            <a:off x="13848334" y="47809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6B1DE4B-BFD8-BEC5-B097-64C6F4ED66F3}"/>
              </a:ext>
            </a:extLst>
          </p:cNvPr>
          <p:cNvSpPr/>
          <p:nvPr/>
        </p:nvSpPr>
        <p:spPr>
          <a:xfrm>
            <a:off x="13848334" y="401530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FB28B816-C0F9-4359-E1D3-163BABDE0A6C}"/>
              </a:ext>
            </a:extLst>
          </p:cNvPr>
          <p:cNvSpPr/>
          <p:nvPr/>
        </p:nvSpPr>
        <p:spPr>
          <a:xfrm>
            <a:off x="9169787" y="3313417"/>
            <a:ext cx="440578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Plastic, composite et céramique</a:t>
            </a:r>
            <a:endParaRPr lang="fr-FR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A7EEF6FD-55A6-22F2-62B9-E211BEB448B0}"/>
              </a:ext>
            </a:extLst>
          </p:cNvPr>
          <p:cNvSpPr/>
          <p:nvPr/>
        </p:nvSpPr>
        <p:spPr>
          <a:xfrm>
            <a:off x="13848334" y="332937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3512613"/>
            <a:ext cx="17433636" cy="492327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9801EC0-15FF-2814-D011-7B9AB5E41531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75C6C50C-6D35-478D-78F3-2F8C3B544591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1" y="3264760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2564BF4-A6A6-A4EE-D875-0254FE5CFB17}"/>
              </a:ext>
            </a:extLst>
          </p:cNvPr>
          <p:cNvSpPr/>
          <p:nvPr/>
        </p:nvSpPr>
        <p:spPr>
          <a:xfrm>
            <a:off x="9144000" y="9100891"/>
            <a:ext cx="3853339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ACDD1FF5-6D3A-832A-48DA-562AD25BC4C9}"/>
              </a:ext>
            </a:extLst>
          </p:cNvPr>
          <p:cNvSpPr/>
          <p:nvPr/>
        </p:nvSpPr>
        <p:spPr>
          <a:xfrm>
            <a:off x="17423166" y="-1407719"/>
            <a:ext cx="266263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2CB5FD04-6EDD-1A31-5C11-1BFF6B004C2C}"/>
              </a:ext>
            </a:extLst>
          </p:cNvPr>
          <p:cNvSpPr/>
          <p:nvPr/>
        </p:nvSpPr>
        <p:spPr>
          <a:xfrm>
            <a:off x="774581" y="3825121"/>
            <a:ext cx="330907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CBEA108-592F-A245-5BC9-FC0758C88728}"/>
              </a:ext>
            </a:extLst>
          </p:cNvPr>
          <p:cNvSpPr/>
          <p:nvPr/>
        </p:nvSpPr>
        <p:spPr>
          <a:xfrm>
            <a:off x="4276991" y="385875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EBE48BF-95DE-2744-8893-4352E2AC45CF}"/>
              </a:ext>
            </a:extLst>
          </p:cNvPr>
          <p:cNvSpPr/>
          <p:nvPr/>
        </p:nvSpPr>
        <p:spPr>
          <a:xfrm>
            <a:off x="4814872" y="387524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E72AED0-C91D-2767-3190-2A0B56F930C9}"/>
              </a:ext>
            </a:extLst>
          </p:cNvPr>
          <p:cNvSpPr/>
          <p:nvPr/>
        </p:nvSpPr>
        <p:spPr>
          <a:xfrm>
            <a:off x="774580" y="4565483"/>
            <a:ext cx="333714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fonctionnels 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99D3DA6-A0F4-1784-B51C-5D2AC05EC39A}"/>
              </a:ext>
            </a:extLst>
          </p:cNvPr>
          <p:cNvSpPr/>
          <p:nvPr/>
        </p:nvSpPr>
        <p:spPr>
          <a:xfrm>
            <a:off x="4276991" y="456548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485FBA34-7DA7-5060-C3F2-B1601B56063F}"/>
              </a:ext>
            </a:extLst>
          </p:cNvPr>
          <p:cNvSpPr/>
          <p:nvPr/>
        </p:nvSpPr>
        <p:spPr>
          <a:xfrm>
            <a:off x="774580" y="5222683"/>
            <a:ext cx="330907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Motorisation électrique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9E2894E-D24F-C837-B7EC-15B48571F8D5}"/>
              </a:ext>
            </a:extLst>
          </p:cNvPr>
          <p:cNvSpPr/>
          <p:nvPr/>
        </p:nvSpPr>
        <p:spPr>
          <a:xfrm>
            <a:off x="4276991" y="525632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1835137-91FD-8B54-545B-6BEDDEFD6C45}"/>
              </a:ext>
            </a:extLst>
          </p:cNvPr>
          <p:cNvSpPr/>
          <p:nvPr/>
        </p:nvSpPr>
        <p:spPr>
          <a:xfrm>
            <a:off x="4824827" y="525487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AE39308A-5072-55D2-86E8-D82282F22CA1}"/>
              </a:ext>
            </a:extLst>
          </p:cNvPr>
          <p:cNvSpPr/>
          <p:nvPr/>
        </p:nvSpPr>
        <p:spPr>
          <a:xfrm>
            <a:off x="774580" y="5903264"/>
            <a:ext cx="333725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Conception mécanique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1B7EF60-B321-26A9-68F8-9FE7A94EA16E}"/>
              </a:ext>
            </a:extLst>
          </p:cNvPr>
          <p:cNvSpPr/>
          <p:nvPr/>
        </p:nvSpPr>
        <p:spPr>
          <a:xfrm>
            <a:off x="4276991" y="59200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50291286-1A73-93A2-8032-CF330BE8D082}"/>
              </a:ext>
            </a:extLst>
          </p:cNvPr>
          <p:cNvSpPr/>
          <p:nvPr/>
        </p:nvSpPr>
        <p:spPr>
          <a:xfrm>
            <a:off x="774580" y="6544372"/>
            <a:ext cx="333725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0B5708B-A679-1295-252E-F0F3F3AF1AC5}"/>
              </a:ext>
            </a:extLst>
          </p:cNvPr>
          <p:cNvSpPr/>
          <p:nvPr/>
        </p:nvSpPr>
        <p:spPr>
          <a:xfrm>
            <a:off x="4276991" y="657232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95F18B13-D5B0-37C1-996F-D4613F9EC250}"/>
              </a:ext>
            </a:extLst>
          </p:cNvPr>
          <p:cNvSpPr/>
          <p:nvPr/>
        </p:nvSpPr>
        <p:spPr>
          <a:xfrm>
            <a:off x="774579" y="7185480"/>
            <a:ext cx="333725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Intro. à la gestion industrielle 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2FA6BDB-F261-1F74-3C51-8E5787B01EE7}"/>
              </a:ext>
            </a:extLst>
          </p:cNvPr>
          <p:cNvSpPr/>
          <p:nvPr/>
        </p:nvSpPr>
        <p:spPr>
          <a:xfrm>
            <a:off x="4276991" y="718548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AC596B56-ACBA-7438-3003-E48E2240D2A8}"/>
              </a:ext>
            </a:extLst>
          </p:cNvPr>
          <p:cNvSpPr/>
          <p:nvPr/>
        </p:nvSpPr>
        <p:spPr>
          <a:xfrm>
            <a:off x="9056356" y="4473924"/>
            <a:ext cx="394267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C836883-982D-A72D-7507-BB5DF46EA4C7}"/>
              </a:ext>
            </a:extLst>
          </p:cNvPr>
          <p:cNvSpPr/>
          <p:nvPr/>
        </p:nvSpPr>
        <p:spPr>
          <a:xfrm>
            <a:off x="13094668" y="449074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F02D9F00-5D5A-0D39-E613-4F30E3445C90}"/>
              </a:ext>
            </a:extLst>
          </p:cNvPr>
          <p:cNvSpPr/>
          <p:nvPr/>
        </p:nvSpPr>
        <p:spPr>
          <a:xfrm>
            <a:off x="9064778" y="3736890"/>
            <a:ext cx="394267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37361D2-825D-7BE6-E7C4-435A539A1503}"/>
              </a:ext>
            </a:extLst>
          </p:cNvPr>
          <p:cNvSpPr/>
          <p:nvPr/>
        </p:nvSpPr>
        <p:spPr>
          <a:xfrm>
            <a:off x="9056356" y="1903359"/>
            <a:ext cx="391308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7B4A6EE-E308-1758-E05E-987777C0145D}"/>
              </a:ext>
            </a:extLst>
          </p:cNvPr>
          <p:cNvSpPr/>
          <p:nvPr/>
        </p:nvSpPr>
        <p:spPr>
          <a:xfrm>
            <a:off x="13094668" y="190335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FCB4FC5-F8BC-FBF6-7CDF-B51D93D7895B}"/>
              </a:ext>
            </a:extLst>
          </p:cNvPr>
          <p:cNvSpPr/>
          <p:nvPr/>
        </p:nvSpPr>
        <p:spPr>
          <a:xfrm>
            <a:off x="13634894" y="190335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2D5CCAA-FBA1-2589-9A2C-A172EA6A5FC0}"/>
              </a:ext>
            </a:extLst>
          </p:cNvPr>
          <p:cNvSpPr/>
          <p:nvPr/>
        </p:nvSpPr>
        <p:spPr>
          <a:xfrm>
            <a:off x="13094668" y="375370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F0D10A76-2510-D3D9-164B-4E7B6474EEDF}"/>
              </a:ext>
            </a:extLst>
          </p:cNvPr>
          <p:cNvSpPr/>
          <p:nvPr/>
        </p:nvSpPr>
        <p:spPr>
          <a:xfrm>
            <a:off x="9064778" y="5275439"/>
            <a:ext cx="394267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continus et vibrations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1EBC3AD-CDE0-1C87-6614-B54B445545B1}"/>
              </a:ext>
            </a:extLst>
          </p:cNvPr>
          <p:cNvSpPr/>
          <p:nvPr/>
        </p:nvSpPr>
        <p:spPr>
          <a:xfrm>
            <a:off x="13633525" y="522372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78C89A88-808C-AA18-C355-1A866ECCAF4D}"/>
              </a:ext>
            </a:extLst>
          </p:cNvPr>
          <p:cNvSpPr/>
          <p:nvPr/>
        </p:nvSpPr>
        <p:spPr>
          <a:xfrm>
            <a:off x="13094668" y="522372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6CAD0C79-0A17-478C-616A-B2E82578FCA3}"/>
              </a:ext>
            </a:extLst>
          </p:cNvPr>
          <p:cNvSpPr/>
          <p:nvPr/>
        </p:nvSpPr>
        <p:spPr>
          <a:xfrm>
            <a:off x="9064778" y="6060930"/>
            <a:ext cx="392366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B85CA15-B586-45A8-DDBF-A87F610C75AB}"/>
              </a:ext>
            </a:extLst>
          </p:cNvPr>
          <p:cNvSpPr/>
          <p:nvPr/>
        </p:nvSpPr>
        <p:spPr>
          <a:xfrm>
            <a:off x="13094668" y="604037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22A692C4-6C87-2035-C843-4D4AC9043BC8}"/>
              </a:ext>
            </a:extLst>
          </p:cNvPr>
          <p:cNvSpPr/>
          <p:nvPr/>
        </p:nvSpPr>
        <p:spPr>
          <a:xfrm>
            <a:off x="9056356" y="6824329"/>
            <a:ext cx="394267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Qualité en production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BEBE58F-22EA-C0A2-0D1D-72F1E6486C80}"/>
              </a:ext>
            </a:extLst>
          </p:cNvPr>
          <p:cNvSpPr/>
          <p:nvPr/>
        </p:nvSpPr>
        <p:spPr>
          <a:xfrm>
            <a:off x="13094668" y="686180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15D404FE-8CED-E97C-A4BA-17E0DED2A03B}"/>
              </a:ext>
            </a:extLst>
          </p:cNvPr>
          <p:cNvSpPr/>
          <p:nvPr/>
        </p:nvSpPr>
        <p:spPr>
          <a:xfrm>
            <a:off x="13094668" y="910089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367F263-E6A5-2690-B1BC-C9ECEBC9FA4F}"/>
              </a:ext>
            </a:extLst>
          </p:cNvPr>
          <p:cNvSpPr/>
          <p:nvPr/>
        </p:nvSpPr>
        <p:spPr>
          <a:xfrm>
            <a:off x="13618162" y="9105281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947C9F47-609C-6858-E56E-1141241658D7}"/>
              </a:ext>
            </a:extLst>
          </p:cNvPr>
          <p:cNvSpPr/>
          <p:nvPr/>
        </p:nvSpPr>
        <p:spPr>
          <a:xfrm>
            <a:off x="14165793" y="910233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B896F12-86F2-EF79-5EA0-8433AC64C3A0}"/>
              </a:ext>
            </a:extLst>
          </p:cNvPr>
          <p:cNvSpPr/>
          <p:nvPr/>
        </p:nvSpPr>
        <p:spPr>
          <a:xfrm>
            <a:off x="14708935" y="9100891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E76DF6F-5EB7-A0FA-1A97-3E2BCD9A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Calibri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4132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3444945"/>
            <a:ext cx="17433636" cy="4988369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1" y="3186781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C304504D-78C1-B4D1-6D54-E011C8BF5AAD}"/>
              </a:ext>
            </a:extLst>
          </p:cNvPr>
          <p:cNvSpPr>
            <a:spLocks/>
          </p:cNvSpPr>
          <p:nvPr/>
        </p:nvSpPr>
        <p:spPr>
          <a:xfrm>
            <a:off x="771147" y="8550299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EE98AAB-E843-AE21-80CC-D4F60C79FE20}"/>
              </a:ext>
            </a:extLst>
          </p:cNvPr>
          <p:cNvSpPr/>
          <p:nvPr/>
        </p:nvSpPr>
        <p:spPr>
          <a:xfrm>
            <a:off x="9264888" y="9071691"/>
            <a:ext cx="297651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CD1442C8-418B-D4C8-8109-ED2068920F53}"/>
              </a:ext>
            </a:extLst>
          </p:cNvPr>
          <p:cNvSpPr/>
          <p:nvPr/>
        </p:nvSpPr>
        <p:spPr>
          <a:xfrm>
            <a:off x="900584" y="2192123"/>
            <a:ext cx="38656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D3C7A02-C3A3-6165-0EB8-3AEA2BC7A5D9}"/>
              </a:ext>
            </a:extLst>
          </p:cNvPr>
          <p:cNvSpPr/>
          <p:nvPr/>
        </p:nvSpPr>
        <p:spPr>
          <a:xfrm>
            <a:off x="4863524" y="22105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BBAEE1D-CE40-76F8-5CCE-C036EB15D095}"/>
              </a:ext>
            </a:extLst>
          </p:cNvPr>
          <p:cNvSpPr/>
          <p:nvPr/>
        </p:nvSpPr>
        <p:spPr>
          <a:xfrm>
            <a:off x="5402512" y="221497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A7299C3-93C9-E419-BF9B-89B4FB783838}"/>
              </a:ext>
            </a:extLst>
          </p:cNvPr>
          <p:cNvSpPr/>
          <p:nvPr/>
        </p:nvSpPr>
        <p:spPr>
          <a:xfrm>
            <a:off x="5955400" y="221058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BB15D5B4-2496-1E10-203B-68A46E9C1A87}"/>
              </a:ext>
            </a:extLst>
          </p:cNvPr>
          <p:cNvSpPr/>
          <p:nvPr/>
        </p:nvSpPr>
        <p:spPr>
          <a:xfrm>
            <a:off x="900583" y="5822414"/>
            <a:ext cx="34747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échantillonnée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CBC23BA-5DEF-0C52-43A5-ECE7E740A46B}"/>
              </a:ext>
            </a:extLst>
          </p:cNvPr>
          <p:cNvSpPr/>
          <p:nvPr/>
        </p:nvSpPr>
        <p:spPr>
          <a:xfrm>
            <a:off x="4503116" y="585605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FB89BD30-9425-3CCC-12AE-D11EBEF6BE6C}"/>
              </a:ext>
            </a:extLst>
          </p:cNvPr>
          <p:cNvSpPr/>
          <p:nvPr/>
        </p:nvSpPr>
        <p:spPr>
          <a:xfrm>
            <a:off x="900583" y="6499477"/>
            <a:ext cx="351278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décentralisée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60B88B5-94A8-DFAC-1BFA-1BD9285C75E8}"/>
              </a:ext>
            </a:extLst>
          </p:cNvPr>
          <p:cNvSpPr/>
          <p:nvPr/>
        </p:nvSpPr>
        <p:spPr>
          <a:xfrm>
            <a:off x="4514110" y="64994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A7016B10-B2B1-83F1-E831-6E998962B203}"/>
              </a:ext>
            </a:extLst>
          </p:cNvPr>
          <p:cNvSpPr/>
          <p:nvPr/>
        </p:nvSpPr>
        <p:spPr>
          <a:xfrm>
            <a:off x="900583" y="7185431"/>
            <a:ext cx="57624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 et programmation concurrente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54E0A3C9-75A5-ED15-E1DC-75379ACA432F}"/>
              </a:ext>
            </a:extLst>
          </p:cNvPr>
          <p:cNvSpPr/>
          <p:nvPr/>
        </p:nvSpPr>
        <p:spPr>
          <a:xfrm>
            <a:off x="900582" y="3779235"/>
            <a:ext cx="183174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B4D2F71-7243-B112-90FC-CA78C8A4D824}"/>
              </a:ext>
            </a:extLst>
          </p:cNvPr>
          <p:cNvSpPr/>
          <p:nvPr/>
        </p:nvSpPr>
        <p:spPr>
          <a:xfrm>
            <a:off x="6826584" y="721906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D113EEF-3527-2DA2-FD3A-F24386944170}"/>
              </a:ext>
            </a:extLst>
          </p:cNvPr>
          <p:cNvSpPr/>
          <p:nvPr/>
        </p:nvSpPr>
        <p:spPr>
          <a:xfrm>
            <a:off x="3440915" y="381287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944DDDB9-A457-03E6-6CE1-233F41B520C9}"/>
              </a:ext>
            </a:extLst>
          </p:cNvPr>
          <p:cNvSpPr/>
          <p:nvPr/>
        </p:nvSpPr>
        <p:spPr>
          <a:xfrm>
            <a:off x="2879362" y="381287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B4DC50A-53D2-CF3A-4169-1184E16A64A3}"/>
              </a:ext>
            </a:extLst>
          </p:cNvPr>
          <p:cNvSpPr/>
          <p:nvPr/>
        </p:nvSpPr>
        <p:spPr>
          <a:xfrm>
            <a:off x="900584" y="4464586"/>
            <a:ext cx="183639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multiphysiques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0B6B3FE-2EE4-9094-9A68-4FE8E4F9DE5E}"/>
              </a:ext>
            </a:extLst>
          </p:cNvPr>
          <p:cNvSpPr/>
          <p:nvPr/>
        </p:nvSpPr>
        <p:spPr>
          <a:xfrm>
            <a:off x="2879362" y="449787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6263C38-0BF8-CD79-B6FD-01067D9C4591}"/>
              </a:ext>
            </a:extLst>
          </p:cNvPr>
          <p:cNvSpPr/>
          <p:nvPr/>
        </p:nvSpPr>
        <p:spPr>
          <a:xfrm>
            <a:off x="895931" y="5151022"/>
            <a:ext cx="183639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BA07B9E-F22F-DAA6-22BF-DE103CFD919A}"/>
              </a:ext>
            </a:extLst>
          </p:cNvPr>
          <p:cNvSpPr/>
          <p:nvPr/>
        </p:nvSpPr>
        <p:spPr>
          <a:xfrm>
            <a:off x="2879362" y="516031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9705C970-1ECC-3977-B8B8-180A6427E08B}"/>
              </a:ext>
            </a:extLst>
          </p:cNvPr>
          <p:cNvSpPr/>
          <p:nvPr/>
        </p:nvSpPr>
        <p:spPr>
          <a:xfrm>
            <a:off x="906997" y="7830707"/>
            <a:ext cx="57624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543E7CE-8E08-AE88-1973-99EC3661560C}"/>
              </a:ext>
            </a:extLst>
          </p:cNvPr>
          <p:cNvSpPr/>
          <p:nvPr/>
        </p:nvSpPr>
        <p:spPr>
          <a:xfrm>
            <a:off x="6826584" y="78368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8226CEBE-D8BF-A0EB-ECAB-A00BC70540E9}"/>
              </a:ext>
            </a:extLst>
          </p:cNvPr>
          <p:cNvSpPr/>
          <p:nvPr/>
        </p:nvSpPr>
        <p:spPr>
          <a:xfrm>
            <a:off x="5038663" y="3747142"/>
            <a:ext cx="191630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9D2BE02-4D8E-B942-75D0-438B9AE0FD2C}"/>
              </a:ext>
            </a:extLst>
          </p:cNvPr>
          <p:cNvSpPr/>
          <p:nvPr/>
        </p:nvSpPr>
        <p:spPr>
          <a:xfrm>
            <a:off x="7084954" y="379716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DAB510B9-3DA5-6D96-66F2-18AD2511C878}"/>
              </a:ext>
            </a:extLst>
          </p:cNvPr>
          <p:cNvSpPr/>
          <p:nvPr/>
        </p:nvSpPr>
        <p:spPr>
          <a:xfrm>
            <a:off x="5044421" y="4482901"/>
            <a:ext cx="1916308" cy="104199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industrielle approfondie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39C8326-0018-288E-BAA2-394B2B18B7AB}"/>
              </a:ext>
            </a:extLst>
          </p:cNvPr>
          <p:cNvSpPr/>
          <p:nvPr/>
        </p:nvSpPr>
        <p:spPr>
          <a:xfrm>
            <a:off x="7084954" y="479251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FE987D82-DB0E-077D-801B-3DEC84AF80FC}"/>
              </a:ext>
            </a:extLst>
          </p:cNvPr>
          <p:cNvSpPr/>
          <p:nvPr/>
        </p:nvSpPr>
        <p:spPr>
          <a:xfrm>
            <a:off x="8185846" y="3779059"/>
            <a:ext cx="1916308" cy="79053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Performance industrielle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191BE7E-A386-CE1C-4A3D-29637FCAF3B0}"/>
              </a:ext>
            </a:extLst>
          </p:cNvPr>
          <p:cNvSpPr/>
          <p:nvPr/>
        </p:nvSpPr>
        <p:spPr>
          <a:xfrm>
            <a:off x="10275088" y="392232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C274357-F3F7-0C9E-00B6-3F8A198DA9D2}"/>
              </a:ext>
            </a:extLst>
          </p:cNvPr>
          <p:cNvSpPr/>
          <p:nvPr/>
        </p:nvSpPr>
        <p:spPr>
          <a:xfrm>
            <a:off x="12395427" y="908296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97163BB-1237-30C3-DB61-E09621FF5E44}"/>
              </a:ext>
            </a:extLst>
          </p:cNvPr>
          <p:cNvSpPr/>
          <p:nvPr/>
        </p:nvSpPr>
        <p:spPr>
          <a:xfrm>
            <a:off x="12918921" y="9087352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9BA94E1-B258-E57F-9824-81E1D13B9082}"/>
              </a:ext>
            </a:extLst>
          </p:cNvPr>
          <p:cNvSpPr/>
          <p:nvPr/>
        </p:nvSpPr>
        <p:spPr>
          <a:xfrm>
            <a:off x="13466552" y="908440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C9D2D6E1-1C23-61FB-80D3-ABB4C95197AD}"/>
              </a:ext>
            </a:extLst>
          </p:cNvPr>
          <p:cNvSpPr/>
          <p:nvPr/>
        </p:nvSpPr>
        <p:spPr>
          <a:xfrm>
            <a:off x="14009694" y="908296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8183070"/>
            <a:ext cx="17835899" cy="190632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3273608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782958" y="7473380"/>
            <a:ext cx="15923220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07199" y="7885621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ED21C6A5-2575-1440-8D4F-93225F6A5D9C}"/>
              </a:ext>
            </a:extLst>
          </p:cNvPr>
          <p:cNvSpPr/>
          <p:nvPr/>
        </p:nvSpPr>
        <p:spPr>
          <a:xfrm>
            <a:off x="3510732" y="8555382"/>
            <a:ext cx="2529876" cy="7320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numériques pour l'ingénieur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E69D353-C8F7-4165-28AE-05CC0434FFFE}"/>
              </a:ext>
            </a:extLst>
          </p:cNvPr>
          <p:cNvSpPr/>
          <p:nvPr/>
        </p:nvSpPr>
        <p:spPr>
          <a:xfrm>
            <a:off x="3597000" y="932441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55558942-A070-A40D-161C-67EAC94C74AF}"/>
              </a:ext>
            </a:extLst>
          </p:cNvPr>
          <p:cNvSpPr>
            <a:spLocks/>
          </p:cNvSpPr>
          <p:nvPr/>
        </p:nvSpPr>
        <p:spPr>
          <a:xfrm>
            <a:off x="187673" y="5622096"/>
            <a:ext cx="17835899" cy="2000958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C8566721-D6A8-1A70-5F48-1E90B0D74139}"/>
              </a:ext>
            </a:extLst>
          </p:cNvPr>
          <p:cNvSpPr>
            <a:spLocks/>
          </p:cNvSpPr>
          <p:nvPr/>
        </p:nvSpPr>
        <p:spPr>
          <a:xfrm>
            <a:off x="430570" y="5493007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FD289CED-D6FF-12CC-3C5E-C3A52580CF51}"/>
              </a:ext>
            </a:extLst>
          </p:cNvPr>
          <p:cNvSpPr/>
          <p:nvPr/>
        </p:nvSpPr>
        <p:spPr>
          <a:xfrm>
            <a:off x="9396202" y="2431634"/>
            <a:ext cx="261705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8BFE62D-3F7D-B03B-A111-66ECB66E5406}"/>
              </a:ext>
            </a:extLst>
          </p:cNvPr>
          <p:cNvSpPr/>
          <p:nvPr/>
        </p:nvSpPr>
        <p:spPr>
          <a:xfrm>
            <a:off x="9473473" y="300537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608985-48DC-B7E6-747F-98D362991E11}"/>
              </a:ext>
            </a:extLst>
          </p:cNvPr>
          <p:cNvSpPr/>
          <p:nvPr/>
        </p:nvSpPr>
        <p:spPr>
          <a:xfrm>
            <a:off x="10055993" y="30125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F8A858C-F7FE-D207-F4F4-F927628FB070}"/>
              </a:ext>
            </a:extLst>
          </p:cNvPr>
          <p:cNvSpPr/>
          <p:nvPr/>
        </p:nvSpPr>
        <p:spPr>
          <a:xfrm>
            <a:off x="12340969" y="2431634"/>
            <a:ext cx="2538062" cy="91086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21899B7-E2BB-2336-3BEF-2D4BCC3521C5}"/>
              </a:ext>
            </a:extLst>
          </p:cNvPr>
          <p:cNvSpPr/>
          <p:nvPr/>
        </p:nvSpPr>
        <p:spPr>
          <a:xfrm>
            <a:off x="12409066" y="338242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C7F8770-3D31-D89D-2268-4CCF273B380E}"/>
              </a:ext>
            </a:extLst>
          </p:cNvPr>
          <p:cNvSpPr/>
          <p:nvPr/>
        </p:nvSpPr>
        <p:spPr>
          <a:xfrm>
            <a:off x="12952211" y="338681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00440D5-D181-14E9-5111-3FECDA2BD603}"/>
              </a:ext>
            </a:extLst>
          </p:cNvPr>
          <p:cNvSpPr/>
          <p:nvPr/>
        </p:nvSpPr>
        <p:spPr>
          <a:xfrm>
            <a:off x="13505103" y="338242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65C96FAC-C1FE-C3B9-2530-0FEEDF8F0688}"/>
              </a:ext>
            </a:extLst>
          </p:cNvPr>
          <p:cNvSpPr/>
          <p:nvPr/>
        </p:nvSpPr>
        <p:spPr>
          <a:xfrm>
            <a:off x="3402663" y="5911610"/>
            <a:ext cx="264569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E40F10B4-3DBF-BDE7-F3C2-3655804D5826}"/>
              </a:ext>
            </a:extLst>
          </p:cNvPr>
          <p:cNvSpPr/>
          <p:nvPr/>
        </p:nvSpPr>
        <p:spPr>
          <a:xfrm>
            <a:off x="9359913" y="5910298"/>
            <a:ext cx="2635412" cy="8006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3203F1A-EC7D-5801-E110-4525EB7FEF79}"/>
              </a:ext>
            </a:extLst>
          </p:cNvPr>
          <p:cNvSpPr/>
          <p:nvPr/>
        </p:nvSpPr>
        <p:spPr>
          <a:xfrm>
            <a:off x="9435335" y="675573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57F3599-8B25-7F26-C69B-A9242A1BCDB9}"/>
              </a:ext>
            </a:extLst>
          </p:cNvPr>
          <p:cNvSpPr/>
          <p:nvPr/>
        </p:nvSpPr>
        <p:spPr>
          <a:xfrm>
            <a:off x="9996409" y="677805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F7F6794A-9851-C6C3-E59E-ECF7290589F7}"/>
              </a:ext>
            </a:extLst>
          </p:cNvPr>
          <p:cNvSpPr/>
          <p:nvPr/>
        </p:nvSpPr>
        <p:spPr>
          <a:xfrm>
            <a:off x="10579893" y="6775112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9EFA174-DB89-4E3F-4FC5-053C1F3BF449}"/>
              </a:ext>
            </a:extLst>
          </p:cNvPr>
          <p:cNvSpPr/>
          <p:nvPr/>
        </p:nvSpPr>
        <p:spPr>
          <a:xfrm>
            <a:off x="11159128" y="6780766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575E41EF-890B-B93C-98A0-657380D8E66D}"/>
              </a:ext>
            </a:extLst>
          </p:cNvPr>
          <p:cNvSpPr/>
          <p:nvPr/>
        </p:nvSpPr>
        <p:spPr>
          <a:xfrm>
            <a:off x="15244768" y="5911610"/>
            <a:ext cx="2612662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5384669-B079-1914-47C0-DE923445EC65}"/>
              </a:ext>
            </a:extLst>
          </p:cNvPr>
          <p:cNvSpPr/>
          <p:nvPr/>
        </p:nvSpPr>
        <p:spPr>
          <a:xfrm>
            <a:off x="15336425" y="653523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487BA1F-248E-1964-3B54-186BC27CF101}"/>
              </a:ext>
            </a:extLst>
          </p:cNvPr>
          <p:cNvSpPr/>
          <p:nvPr/>
        </p:nvSpPr>
        <p:spPr>
          <a:xfrm>
            <a:off x="15897499" y="655755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E72AE0F-9966-E8F6-0C31-411984425E98}"/>
              </a:ext>
            </a:extLst>
          </p:cNvPr>
          <p:cNvSpPr/>
          <p:nvPr/>
        </p:nvSpPr>
        <p:spPr>
          <a:xfrm>
            <a:off x="16480983" y="655460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32907C80-0C8E-9EFF-B173-457B3B8378FA}"/>
              </a:ext>
            </a:extLst>
          </p:cNvPr>
          <p:cNvSpPr/>
          <p:nvPr/>
        </p:nvSpPr>
        <p:spPr>
          <a:xfrm>
            <a:off x="17060218" y="656026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4BAD7AEB-9F17-63A1-CB9B-B9E53491F426}"/>
              </a:ext>
            </a:extLst>
          </p:cNvPr>
          <p:cNvSpPr/>
          <p:nvPr/>
        </p:nvSpPr>
        <p:spPr>
          <a:xfrm>
            <a:off x="13595865" y="8445982"/>
            <a:ext cx="2950996" cy="79053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Performance industrielle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9EF3F91-5D5B-BF85-2686-729498EF3ACD}"/>
              </a:ext>
            </a:extLst>
          </p:cNvPr>
          <p:cNvSpPr/>
          <p:nvPr/>
        </p:nvSpPr>
        <p:spPr>
          <a:xfrm>
            <a:off x="13678419" y="928498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80182" y="1763062"/>
            <a:ext cx="17835899" cy="8470113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00614" y="1518304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 (suite)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1022A3A9-482F-99F5-5803-0A78DE823FC4}"/>
              </a:ext>
            </a:extLst>
          </p:cNvPr>
          <p:cNvSpPr/>
          <p:nvPr/>
        </p:nvSpPr>
        <p:spPr>
          <a:xfrm>
            <a:off x="434797" y="2180342"/>
            <a:ext cx="2660177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C5E4B7D-7662-D9A3-D312-FECED721FB8B}"/>
              </a:ext>
            </a:extLst>
          </p:cNvPr>
          <p:cNvSpPr/>
          <p:nvPr/>
        </p:nvSpPr>
        <p:spPr>
          <a:xfrm>
            <a:off x="505937" y="2726656"/>
            <a:ext cx="496901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A40FFE6-D164-AF61-FA7D-1A227A32D3FD}"/>
              </a:ext>
            </a:extLst>
          </p:cNvPr>
          <p:cNvSpPr/>
          <p:nvPr/>
        </p:nvSpPr>
        <p:spPr>
          <a:xfrm>
            <a:off x="428105" y="3556231"/>
            <a:ext cx="2648338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1C35F8D-9A20-13C0-F2CE-93E83C6FF88E}"/>
              </a:ext>
            </a:extLst>
          </p:cNvPr>
          <p:cNvSpPr/>
          <p:nvPr/>
        </p:nvSpPr>
        <p:spPr>
          <a:xfrm>
            <a:off x="476811" y="40938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7B263A8-B95D-0A42-7AF9-4591D5EBD8ED}"/>
              </a:ext>
            </a:extLst>
          </p:cNvPr>
          <p:cNvSpPr/>
          <p:nvPr/>
        </p:nvSpPr>
        <p:spPr>
          <a:xfrm>
            <a:off x="1055814" y="409822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0EBAB41-36D6-BC31-9B1F-4D9B9AB943CD}"/>
              </a:ext>
            </a:extLst>
          </p:cNvPr>
          <p:cNvSpPr/>
          <p:nvPr/>
        </p:nvSpPr>
        <p:spPr>
          <a:xfrm>
            <a:off x="1075556" y="272665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61" name="Freeform 31">
            <a:extLst>
              <a:ext uri="{FF2B5EF4-FFF2-40B4-BE49-F238E27FC236}">
                <a16:creationId xmlns:a16="http://schemas.microsoft.com/office/drawing/2014/main" id="{9CBFB25E-E25E-9A26-8978-42E6DD51BDA7}"/>
              </a:ext>
            </a:extLst>
          </p:cNvPr>
          <p:cNvSpPr/>
          <p:nvPr/>
        </p:nvSpPr>
        <p:spPr>
          <a:xfrm>
            <a:off x="3528759" y="4807723"/>
            <a:ext cx="2571703" cy="100151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Conception et technologies mécanique</a:t>
            </a:r>
            <a:endParaRPr lang="fr-FR" dirty="0"/>
          </a:p>
        </p:txBody>
      </p:sp>
      <p:sp>
        <p:nvSpPr>
          <p:cNvPr id="62" name="Freeform 31">
            <a:extLst>
              <a:ext uri="{FF2B5EF4-FFF2-40B4-BE49-F238E27FC236}">
                <a16:creationId xmlns:a16="http://schemas.microsoft.com/office/drawing/2014/main" id="{E772D35E-9C45-7F06-1B54-DB36A9530B32}"/>
              </a:ext>
            </a:extLst>
          </p:cNvPr>
          <p:cNvSpPr/>
          <p:nvPr/>
        </p:nvSpPr>
        <p:spPr>
          <a:xfrm>
            <a:off x="3528759" y="3503117"/>
            <a:ext cx="2573549" cy="6511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Mise en œuvre des métaux</a:t>
            </a:r>
            <a:endParaRPr lang="fr-FR" dirty="0"/>
          </a:p>
        </p:txBody>
      </p:sp>
      <p:sp>
        <p:nvSpPr>
          <p:cNvPr id="63" name="Freeform 31">
            <a:extLst>
              <a:ext uri="{FF2B5EF4-FFF2-40B4-BE49-F238E27FC236}">
                <a16:creationId xmlns:a16="http://schemas.microsoft.com/office/drawing/2014/main" id="{F5819BB6-EFB6-20E6-AFA9-18C381A7E3DB}"/>
              </a:ext>
            </a:extLst>
          </p:cNvPr>
          <p:cNvSpPr/>
          <p:nvPr/>
        </p:nvSpPr>
        <p:spPr>
          <a:xfrm>
            <a:off x="3547504" y="9021185"/>
            <a:ext cx="2534210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Dimensionnement des structures</a:t>
            </a:r>
          </a:p>
        </p:txBody>
      </p:sp>
      <p:sp>
        <p:nvSpPr>
          <p:cNvPr id="64" name="Freeform 31">
            <a:extLst>
              <a:ext uri="{FF2B5EF4-FFF2-40B4-BE49-F238E27FC236}">
                <a16:creationId xmlns:a16="http://schemas.microsoft.com/office/drawing/2014/main" id="{FE84865F-EE45-02FD-4DE7-E8AD68B08CB9}"/>
              </a:ext>
            </a:extLst>
          </p:cNvPr>
          <p:cNvSpPr/>
          <p:nvPr/>
        </p:nvSpPr>
        <p:spPr>
          <a:xfrm>
            <a:off x="3524176" y="7677677"/>
            <a:ext cx="2551176" cy="697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mécanismes</a:t>
            </a:r>
          </a:p>
        </p:txBody>
      </p:sp>
      <p:sp>
        <p:nvSpPr>
          <p:cNvPr id="65" name="Freeform 31">
            <a:extLst>
              <a:ext uri="{FF2B5EF4-FFF2-40B4-BE49-F238E27FC236}">
                <a16:creationId xmlns:a16="http://schemas.microsoft.com/office/drawing/2014/main" id="{CAE2442C-06EF-CD44-B573-F762FC0B191A}"/>
              </a:ext>
            </a:extLst>
          </p:cNvPr>
          <p:cNvSpPr/>
          <p:nvPr/>
        </p:nvSpPr>
        <p:spPr>
          <a:xfrm>
            <a:off x="3524176" y="6478480"/>
            <a:ext cx="2559601" cy="53156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Electronique</a:t>
            </a:r>
          </a:p>
        </p:txBody>
      </p:sp>
      <p:sp>
        <p:nvSpPr>
          <p:cNvPr id="67" name="Freeform 31">
            <a:extLst>
              <a:ext uri="{FF2B5EF4-FFF2-40B4-BE49-F238E27FC236}">
                <a16:creationId xmlns:a16="http://schemas.microsoft.com/office/drawing/2014/main" id="{ACA66CF8-E96F-EE05-DC61-1FF85E9F66F5}"/>
              </a:ext>
            </a:extLst>
          </p:cNvPr>
          <p:cNvSpPr/>
          <p:nvPr/>
        </p:nvSpPr>
        <p:spPr>
          <a:xfrm>
            <a:off x="3527835" y="2180342"/>
            <a:ext cx="2573549" cy="651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Plastic, composite et céramique</a:t>
            </a:r>
            <a:endParaRPr lang="fr-FR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CEB6D4FF-B5E4-5A13-1AC3-1C2E72D25803}"/>
              </a:ext>
            </a:extLst>
          </p:cNvPr>
          <p:cNvSpPr/>
          <p:nvPr/>
        </p:nvSpPr>
        <p:spPr>
          <a:xfrm>
            <a:off x="3594634" y="28611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92DD2ECB-F513-E224-2CC0-5C3AEB20A54A}"/>
              </a:ext>
            </a:extLst>
          </p:cNvPr>
          <p:cNvSpPr/>
          <p:nvPr/>
        </p:nvSpPr>
        <p:spPr>
          <a:xfrm>
            <a:off x="3610758" y="417890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BC0AD115-5018-157C-68C1-C90B530E567D}"/>
              </a:ext>
            </a:extLst>
          </p:cNvPr>
          <p:cNvSpPr/>
          <p:nvPr/>
        </p:nvSpPr>
        <p:spPr>
          <a:xfrm>
            <a:off x="3598759" y="5855338"/>
            <a:ext cx="496901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1C903A0C-C341-F00F-B770-7072C0C75AAC}"/>
              </a:ext>
            </a:extLst>
          </p:cNvPr>
          <p:cNvSpPr/>
          <p:nvPr/>
        </p:nvSpPr>
        <p:spPr>
          <a:xfrm>
            <a:off x="3579069" y="705526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CBCF067-03CD-D3E7-85B8-589F420BE090}"/>
              </a:ext>
            </a:extLst>
          </p:cNvPr>
          <p:cNvSpPr/>
          <p:nvPr/>
        </p:nvSpPr>
        <p:spPr>
          <a:xfrm>
            <a:off x="3614925" y="84110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76CA6789-C339-1EB8-AFD4-29D0B912FDCE}"/>
              </a:ext>
            </a:extLst>
          </p:cNvPr>
          <p:cNvSpPr/>
          <p:nvPr/>
        </p:nvSpPr>
        <p:spPr>
          <a:xfrm>
            <a:off x="3623890" y="96391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46FCD55F-DB43-71A1-7B52-A18BDD2B648E}"/>
              </a:ext>
            </a:extLst>
          </p:cNvPr>
          <p:cNvSpPr/>
          <p:nvPr/>
        </p:nvSpPr>
        <p:spPr>
          <a:xfrm>
            <a:off x="6545791" y="2189016"/>
            <a:ext cx="2421370" cy="67210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fonctionnels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51C9A75-D793-9986-0775-15D3311F5C1A}"/>
              </a:ext>
            </a:extLst>
          </p:cNvPr>
          <p:cNvSpPr/>
          <p:nvPr/>
        </p:nvSpPr>
        <p:spPr>
          <a:xfrm>
            <a:off x="6621016" y="289518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B9971D59-B03E-18D0-7CC4-E368268C8CE9}"/>
              </a:ext>
            </a:extLst>
          </p:cNvPr>
          <p:cNvSpPr/>
          <p:nvPr/>
        </p:nvSpPr>
        <p:spPr>
          <a:xfrm>
            <a:off x="6545791" y="3503031"/>
            <a:ext cx="242137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5888DA9-8A0E-8120-4EBC-EE9C72BE8328}"/>
              </a:ext>
            </a:extLst>
          </p:cNvPr>
          <p:cNvSpPr/>
          <p:nvPr/>
        </p:nvSpPr>
        <p:spPr>
          <a:xfrm>
            <a:off x="6617302" y="407281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7A71EFC5-998F-EBE4-9D76-55451A030EF7}"/>
              </a:ext>
            </a:extLst>
          </p:cNvPr>
          <p:cNvSpPr/>
          <p:nvPr/>
        </p:nvSpPr>
        <p:spPr>
          <a:xfrm>
            <a:off x="6545791" y="4834164"/>
            <a:ext cx="2420448" cy="68852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Intro. à la gestion industrielle 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2C02AC0-7EE6-FEE7-E519-C4FB6FDB5922}"/>
              </a:ext>
            </a:extLst>
          </p:cNvPr>
          <p:cNvSpPr/>
          <p:nvPr/>
        </p:nvSpPr>
        <p:spPr>
          <a:xfrm>
            <a:off x="6608119" y="55665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7FBC33A4-334C-58A5-D821-AC838422FB99}"/>
              </a:ext>
            </a:extLst>
          </p:cNvPr>
          <p:cNvSpPr/>
          <p:nvPr/>
        </p:nvSpPr>
        <p:spPr>
          <a:xfrm>
            <a:off x="6571815" y="6442172"/>
            <a:ext cx="240143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D9EF6362-7D67-7EC3-740A-00F300EBA686}"/>
              </a:ext>
            </a:extLst>
          </p:cNvPr>
          <p:cNvSpPr/>
          <p:nvPr/>
        </p:nvSpPr>
        <p:spPr>
          <a:xfrm>
            <a:off x="9373319" y="2189017"/>
            <a:ext cx="263372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01306C2F-B039-77A5-28E5-CD41BDAE93FA}"/>
              </a:ext>
            </a:extLst>
          </p:cNvPr>
          <p:cNvSpPr/>
          <p:nvPr/>
        </p:nvSpPr>
        <p:spPr>
          <a:xfrm>
            <a:off x="9373320" y="3534721"/>
            <a:ext cx="2633721" cy="6195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03BB577-7FAE-6AF4-FE59-015552AA96B5}"/>
              </a:ext>
            </a:extLst>
          </p:cNvPr>
          <p:cNvSpPr/>
          <p:nvPr/>
        </p:nvSpPr>
        <p:spPr>
          <a:xfrm>
            <a:off x="9440088" y="417404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5FE4F221-5E11-D033-6CA2-532520295BC2}"/>
              </a:ext>
            </a:extLst>
          </p:cNvPr>
          <p:cNvSpPr/>
          <p:nvPr/>
        </p:nvSpPr>
        <p:spPr>
          <a:xfrm>
            <a:off x="9363712" y="4823448"/>
            <a:ext cx="264332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Qualité en production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7DC1A8C-9E6A-9A83-5404-5B7925D38798}"/>
              </a:ext>
            </a:extLst>
          </p:cNvPr>
          <p:cNvSpPr/>
          <p:nvPr/>
        </p:nvSpPr>
        <p:spPr>
          <a:xfrm>
            <a:off x="9439889" y="538031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70171D31-00F2-A97E-323E-A799751D62EE}"/>
              </a:ext>
            </a:extLst>
          </p:cNvPr>
          <p:cNvSpPr/>
          <p:nvPr/>
        </p:nvSpPr>
        <p:spPr>
          <a:xfrm>
            <a:off x="9352355" y="6444495"/>
            <a:ext cx="2643326" cy="6745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continus et vibrations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BC7BF01-8E0F-F4F1-BBAB-0782DBC04274}"/>
              </a:ext>
            </a:extLst>
          </p:cNvPr>
          <p:cNvSpPr/>
          <p:nvPr/>
        </p:nvSpPr>
        <p:spPr>
          <a:xfrm>
            <a:off x="9995899" y="715863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A3CA3E5E-24A7-B694-5B1A-6BA9D43CA413}"/>
              </a:ext>
            </a:extLst>
          </p:cNvPr>
          <p:cNvSpPr/>
          <p:nvPr/>
        </p:nvSpPr>
        <p:spPr>
          <a:xfrm>
            <a:off x="9352355" y="7841422"/>
            <a:ext cx="2624315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CEB22846-F572-0A62-7EAD-541A2BBBAB73}"/>
              </a:ext>
            </a:extLst>
          </p:cNvPr>
          <p:cNvSpPr/>
          <p:nvPr/>
        </p:nvSpPr>
        <p:spPr>
          <a:xfrm>
            <a:off x="6625740" y="703225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154708C-174C-C9D8-0EA3-F11900D2C4E3}"/>
              </a:ext>
            </a:extLst>
          </p:cNvPr>
          <p:cNvSpPr/>
          <p:nvPr/>
        </p:nvSpPr>
        <p:spPr>
          <a:xfrm>
            <a:off x="7163621" y="704874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5097B48B-58B2-2130-6F28-3259B3E495EA}"/>
              </a:ext>
            </a:extLst>
          </p:cNvPr>
          <p:cNvSpPr/>
          <p:nvPr/>
        </p:nvSpPr>
        <p:spPr>
          <a:xfrm>
            <a:off x="6565450" y="7735326"/>
            <a:ext cx="240078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Motorisation électrique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56636BB1-E2DB-DCAE-467A-A7BCCA44A0E7}"/>
              </a:ext>
            </a:extLst>
          </p:cNvPr>
          <p:cNvSpPr/>
          <p:nvPr/>
        </p:nvSpPr>
        <p:spPr>
          <a:xfrm>
            <a:off x="6625414" y="832477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F2D2140-0A0A-DA89-E415-454E28297A55}"/>
              </a:ext>
            </a:extLst>
          </p:cNvPr>
          <p:cNvSpPr/>
          <p:nvPr/>
        </p:nvSpPr>
        <p:spPr>
          <a:xfrm>
            <a:off x="7173250" y="832332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5D358570-A568-3C7E-194F-055CED02D97A}"/>
              </a:ext>
            </a:extLst>
          </p:cNvPr>
          <p:cNvSpPr/>
          <p:nvPr/>
        </p:nvSpPr>
        <p:spPr>
          <a:xfrm>
            <a:off x="6547960" y="9009820"/>
            <a:ext cx="236124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Conception mécanique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8453D6F8-CAA5-8A33-394C-501583571612}"/>
              </a:ext>
            </a:extLst>
          </p:cNvPr>
          <p:cNvSpPr/>
          <p:nvPr/>
        </p:nvSpPr>
        <p:spPr>
          <a:xfrm>
            <a:off x="6607487" y="958020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831F0B6-EC67-0832-CE60-0F0A87F0342E}"/>
              </a:ext>
            </a:extLst>
          </p:cNvPr>
          <p:cNvSpPr/>
          <p:nvPr/>
        </p:nvSpPr>
        <p:spPr>
          <a:xfrm>
            <a:off x="9430926" y="858071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EEA2F169-EAF7-610A-B68C-1B3BEB309339}"/>
              </a:ext>
            </a:extLst>
          </p:cNvPr>
          <p:cNvSpPr/>
          <p:nvPr/>
        </p:nvSpPr>
        <p:spPr>
          <a:xfrm>
            <a:off x="9430926" y="716428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5EF7BE9-E080-3A9A-71F2-776844BC2778}"/>
              </a:ext>
            </a:extLst>
          </p:cNvPr>
          <p:cNvSpPr/>
          <p:nvPr/>
        </p:nvSpPr>
        <p:spPr>
          <a:xfrm>
            <a:off x="9441177" y="279086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9" name="Freeform 31">
            <a:extLst>
              <a:ext uri="{FF2B5EF4-FFF2-40B4-BE49-F238E27FC236}">
                <a16:creationId xmlns:a16="http://schemas.microsoft.com/office/drawing/2014/main" id="{56571BA0-09DC-5C82-8038-8159CE4CBEA2}"/>
              </a:ext>
            </a:extLst>
          </p:cNvPr>
          <p:cNvSpPr/>
          <p:nvPr/>
        </p:nvSpPr>
        <p:spPr>
          <a:xfrm>
            <a:off x="12342531" y="6450868"/>
            <a:ext cx="251892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échantillonnée</a:t>
            </a:r>
          </a:p>
        </p:txBody>
      </p:sp>
      <p:sp>
        <p:nvSpPr>
          <p:cNvPr id="60" name="Freeform 31">
            <a:extLst>
              <a:ext uri="{FF2B5EF4-FFF2-40B4-BE49-F238E27FC236}">
                <a16:creationId xmlns:a16="http://schemas.microsoft.com/office/drawing/2014/main" id="{AB9BB438-E7E1-F5CD-FAD3-EBDF9D009B63}"/>
              </a:ext>
            </a:extLst>
          </p:cNvPr>
          <p:cNvSpPr/>
          <p:nvPr/>
        </p:nvSpPr>
        <p:spPr>
          <a:xfrm>
            <a:off x="12339850" y="7841422"/>
            <a:ext cx="2529727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décentralisée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DFCC00C3-4BCF-C6EB-4082-8AAEE464DB04}"/>
              </a:ext>
            </a:extLst>
          </p:cNvPr>
          <p:cNvSpPr/>
          <p:nvPr/>
        </p:nvSpPr>
        <p:spPr>
          <a:xfrm>
            <a:off x="12413961" y="853830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8" name="Freeform 31">
            <a:extLst>
              <a:ext uri="{FF2B5EF4-FFF2-40B4-BE49-F238E27FC236}">
                <a16:creationId xmlns:a16="http://schemas.microsoft.com/office/drawing/2014/main" id="{28FE7723-DC76-D914-46BA-E1F136C01FDE}"/>
              </a:ext>
            </a:extLst>
          </p:cNvPr>
          <p:cNvSpPr/>
          <p:nvPr/>
        </p:nvSpPr>
        <p:spPr>
          <a:xfrm>
            <a:off x="12347183" y="2180342"/>
            <a:ext cx="252239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E4033BA6-52BE-DA93-5C3D-4C07610059E7}"/>
              </a:ext>
            </a:extLst>
          </p:cNvPr>
          <p:cNvSpPr/>
          <p:nvPr/>
        </p:nvSpPr>
        <p:spPr>
          <a:xfrm>
            <a:off x="12990659" y="275069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139DEED-3376-FDA0-7995-D520176A3BBC}"/>
              </a:ext>
            </a:extLst>
          </p:cNvPr>
          <p:cNvSpPr/>
          <p:nvPr/>
        </p:nvSpPr>
        <p:spPr>
          <a:xfrm>
            <a:off x="12429106" y="275069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77" name="Freeform 31">
            <a:extLst>
              <a:ext uri="{FF2B5EF4-FFF2-40B4-BE49-F238E27FC236}">
                <a16:creationId xmlns:a16="http://schemas.microsoft.com/office/drawing/2014/main" id="{0A02CC02-573D-ABE7-DB89-F7B0E1C0A0D8}"/>
              </a:ext>
            </a:extLst>
          </p:cNvPr>
          <p:cNvSpPr/>
          <p:nvPr/>
        </p:nvSpPr>
        <p:spPr>
          <a:xfrm>
            <a:off x="12347182" y="3521675"/>
            <a:ext cx="252239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multiphysiques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59702062-9C4B-D5D9-37E2-8D530387DDF9}"/>
              </a:ext>
            </a:extLst>
          </p:cNvPr>
          <p:cNvSpPr/>
          <p:nvPr/>
        </p:nvSpPr>
        <p:spPr>
          <a:xfrm>
            <a:off x="12429106" y="41314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9" name="Freeform 31">
            <a:extLst>
              <a:ext uri="{FF2B5EF4-FFF2-40B4-BE49-F238E27FC236}">
                <a16:creationId xmlns:a16="http://schemas.microsoft.com/office/drawing/2014/main" id="{1F644081-318A-6504-82AA-6AD2657671D5}"/>
              </a:ext>
            </a:extLst>
          </p:cNvPr>
          <p:cNvSpPr/>
          <p:nvPr/>
        </p:nvSpPr>
        <p:spPr>
          <a:xfrm>
            <a:off x="12342530" y="4824338"/>
            <a:ext cx="252704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96D09D9F-F485-35EE-4C31-77EE3B013975}"/>
              </a:ext>
            </a:extLst>
          </p:cNvPr>
          <p:cNvSpPr/>
          <p:nvPr/>
        </p:nvSpPr>
        <p:spPr>
          <a:xfrm>
            <a:off x="12448985" y="539022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F4C2A689-4D1A-DDE8-A76B-5295353137DC}"/>
              </a:ext>
            </a:extLst>
          </p:cNvPr>
          <p:cNvSpPr/>
          <p:nvPr/>
        </p:nvSpPr>
        <p:spPr>
          <a:xfrm>
            <a:off x="12422481" y="704691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/>
          </p:cNvSpPr>
          <p:nvPr/>
        </p:nvSpPr>
        <p:spPr>
          <a:xfrm>
            <a:off x="198111" y="2051426"/>
            <a:ext cx="17835899" cy="7851223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 (suite)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EB926F6C-7E19-F4BA-DF7A-B4BBEFC5AED6}"/>
              </a:ext>
            </a:extLst>
          </p:cNvPr>
          <p:cNvSpPr/>
          <p:nvPr/>
        </p:nvSpPr>
        <p:spPr>
          <a:xfrm>
            <a:off x="12327391" y="2449912"/>
            <a:ext cx="2584229" cy="10046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 et programmation concurrente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0D1EC44-3F49-1429-C085-A21B96C0F47C}"/>
              </a:ext>
            </a:extLst>
          </p:cNvPr>
          <p:cNvSpPr/>
          <p:nvPr/>
        </p:nvSpPr>
        <p:spPr>
          <a:xfrm>
            <a:off x="12409180" y="34973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6EBD38F4-1418-96CE-64DE-470E1E0520CB}"/>
              </a:ext>
            </a:extLst>
          </p:cNvPr>
          <p:cNvSpPr/>
          <p:nvPr/>
        </p:nvSpPr>
        <p:spPr>
          <a:xfrm>
            <a:off x="12327391" y="4290548"/>
            <a:ext cx="2584229" cy="85295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A14F5B9-001D-A088-FC8C-48EC3670C5EA}"/>
              </a:ext>
            </a:extLst>
          </p:cNvPr>
          <p:cNvSpPr/>
          <p:nvPr/>
        </p:nvSpPr>
        <p:spPr>
          <a:xfrm>
            <a:off x="12389302" y="51687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FE5C4A09-C5AB-B55F-1E8D-6D473362C23E}"/>
              </a:ext>
            </a:extLst>
          </p:cNvPr>
          <p:cNvSpPr/>
          <p:nvPr/>
        </p:nvSpPr>
        <p:spPr>
          <a:xfrm>
            <a:off x="446325" y="2841598"/>
            <a:ext cx="38240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EC3FB026-794C-EC81-8405-34ABE6A6DA20}"/>
              </a:ext>
            </a:extLst>
          </p:cNvPr>
          <p:cNvSpPr/>
          <p:nvPr/>
        </p:nvSpPr>
        <p:spPr>
          <a:xfrm>
            <a:off x="438394" y="3642568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A5D70C3D-2A18-4573-C11A-CD01F894C588}"/>
              </a:ext>
            </a:extLst>
          </p:cNvPr>
          <p:cNvSpPr/>
          <p:nvPr/>
        </p:nvSpPr>
        <p:spPr>
          <a:xfrm>
            <a:off x="4958119" y="2841598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52036221-FE88-55B6-1256-1FB9BC6DC288}"/>
              </a:ext>
            </a:extLst>
          </p:cNvPr>
          <p:cNvSpPr/>
          <p:nvPr/>
        </p:nvSpPr>
        <p:spPr>
          <a:xfrm>
            <a:off x="14025319" y="2841597"/>
            <a:ext cx="38240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6D245013-79F0-038D-413F-826162AA6908}"/>
              </a:ext>
            </a:extLst>
          </p:cNvPr>
          <p:cNvSpPr/>
          <p:nvPr/>
        </p:nvSpPr>
        <p:spPr>
          <a:xfrm>
            <a:off x="446325" y="4440580"/>
            <a:ext cx="3824095" cy="68661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Conception et technologies mécanique</a:t>
            </a:r>
            <a:endParaRPr lang="fr-FR" dirty="0"/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C2CE335E-3F63-4766-F619-41ADF6932EA2}"/>
              </a:ext>
            </a:extLst>
          </p:cNvPr>
          <p:cNvSpPr/>
          <p:nvPr/>
        </p:nvSpPr>
        <p:spPr>
          <a:xfrm>
            <a:off x="470235" y="6205839"/>
            <a:ext cx="3768343" cy="39533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Dimensionnement des structures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56ADCE43-86D5-407F-EC8F-36A3C8BCD1FD}"/>
              </a:ext>
            </a:extLst>
          </p:cNvPr>
          <p:cNvSpPr/>
          <p:nvPr/>
        </p:nvSpPr>
        <p:spPr>
          <a:xfrm>
            <a:off x="476848" y="5427386"/>
            <a:ext cx="3793572" cy="4782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mécanismes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C2001F74-936C-8FC5-FEEA-BAEE0F1C1BA1}"/>
              </a:ext>
            </a:extLst>
          </p:cNvPr>
          <p:cNvSpPr/>
          <p:nvPr/>
        </p:nvSpPr>
        <p:spPr>
          <a:xfrm>
            <a:off x="4958119" y="3642568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Mise en œuvre des métaux</a:t>
            </a:r>
            <a:endParaRPr lang="fr-FR" dirty="0"/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F5557664-DB1B-482B-8595-10AD896239C9}"/>
              </a:ext>
            </a:extLst>
          </p:cNvPr>
          <p:cNvSpPr/>
          <p:nvPr/>
        </p:nvSpPr>
        <p:spPr>
          <a:xfrm>
            <a:off x="14025319" y="4440580"/>
            <a:ext cx="3803369" cy="53156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Electronique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C553C24E-5B50-BD78-7BC1-49DA339CCA53}"/>
              </a:ext>
            </a:extLst>
          </p:cNvPr>
          <p:cNvSpPr/>
          <p:nvPr/>
        </p:nvSpPr>
        <p:spPr>
          <a:xfrm>
            <a:off x="14025319" y="3556425"/>
            <a:ext cx="3824095" cy="651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Plastic, composite et céramique</a:t>
            </a:r>
            <a:endParaRPr lang="fr-FR" dirty="0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B75F0399-183C-2054-1363-E3173378F196}"/>
              </a:ext>
            </a:extLst>
          </p:cNvPr>
          <p:cNvSpPr/>
          <p:nvPr/>
        </p:nvSpPr>
        <p:spPr>
          <a:xfrm>
            <a:off x="14025319" y="5205138"/>
            <a:ext cx="3803368" cy="7320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numériques pour l'ingénieur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3E3A9B2F-A240-39D1-BC8E-7DF78BB4469B}"/>
              </a:ext>
            </a:extLst>
          </p:cNvPr>
          <p:cNvSpPr/>
          <p:nvPr/>
        </p:nvSpPr>
        <p:spPr>
          <a:xfrm>
            <a:off x="14025319" y="6139584"/>
            <a:ext cx="3792446" cy="10046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 et programmation concurrente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7B70-AE9D-4DA4-C14C-46D37D0A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C0C42AB2-C176-31FA-88C3-421FE22BE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B1835322-F0DC-54A1-E669-97757870A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010460B4-9FB5-34A4-E33B-D70A1A22E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2C2AB23-BC47-A599-05E9-20E6A5DA51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88AABC7-CAA7-07AA-F392-7798120DFC94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F5ED1E-84C0-6DA3-4FE3-12040D91C9B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0B9C7D-930F-7870-9ED8-9A95BF5887B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75BFC4-B217-B4B3-0856-1F4A7849CDFB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C04C8C9B-AB6C-CAA6-5053-9F20E75721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90ED1CEC-7B66-57E6-2D89-7538BD93F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6095106-1CF2-3D63-FDF0-E3864BDBF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F50477B7-1342-83DF-13F7-4DF1968F0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A979D9E6-17F7-CF78-6700-8DBA7F1C4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E7357E8A-39FD-2772-B2F7-702EAB227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96989A78-2C58-5A2C-C853-55D7D83AFB6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E099CE1F-0DE9-AAD7-B601-54E1D690844A}"/>
              </a:ext>
            </a:extLst>
          </p:cNvPr>
          <p:cNvSpPr/>
          <p:nvPr/>
        </p:nvSpPr>
        <p:spPr>
          <a:xfrm>
            <a:off x="9218539" y="8965096"/>
            <a:ext cx="4380029" cy="1179348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7F59A78-2D32-FCA6-80BC-202495652B9C}"/>
              </a:ext>
            </a:extLst>
          </p:cNvPr>
          <p:cNvSpPr/>
          <p:nvPr/>
        </p:nvSpPr>
        <p:spPr>
          <a:xfrm>
            <a:off x="4684118" y="8965096"/>
            <a:ext cx="4380029" cy="1179348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CC4576CB-59B5-9069-FEC5-0244FB0237A4}"/>
              </a:ext>
            </a:extLst>
          </p:cNvPr>
          <p:cNvSpPr/>
          <p:nvPr/>
        </p:nvSpPr>
        <p:spPr>
          <a:xfrm>
            <a:off x="151141" y="8965096"/>
            <a:ext cx="4380029" cy="1176196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7472D0D-AAFA-E90E-5846-DFC847C7AEDF}"/>
              </a:ext>
            </a:extLst>
          </p:cNvPr>
          <p:cNvSpPr/>
          <p:nvPr/>
        </p:nvSpPr>
        <p:spPr>
          <a:xfrm>
            <a:off x="13754680" y="8965096"/>
            <a:ext cx="4380029" cy="1179348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124ECA89-0BC6-85D4-3552-29E247B75640}"/>
              </a:ext>
            </a:extLst>
          </p:cNvPr>
          <p:cNvSpPr/>
          <p:nvPr/>
        </p:nvSpPr>
        <p:spPr>
          <a:xfrm>
            <a:off x="414633" y="3778323"/>
            <a:ext cx="385256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ED56B264-D2AE-B620-E900-F87FD4DDE518}"/>
              </a:ext>
            </a:extLst>
          </p:cNvPr>
          <p:cNvSpPr/>
          <p:nvPr/>
        </p:nvSpPr>
        <p:spPr>
          <a:xfrm>
            <a:off x="414632" y="4596732"/>
            <a:ext cx="3878937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24E41D7C-3F23-7F2F-8AEC-BFABE4170631}"/>
              </a:ext>
            </a:extLst>
          </p:cNvPr>
          <p:cNvSpPr/>
          <p:nvPr/>
        </p:nvSpPr>
        <p:spPr>
          <a:xfrm>
            <a:off x="14035179" y="9331510"/>
            <a:ext cx="383818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27410F03-8EA1-F0F0-2267-BF4A22E40BBD}"/>
              </a:ext>
            </a:extLst>
          </p:cNvPr>
          <p:cNvSpPr/>
          <p:nvPr/>
        </p:nvSpPr>
        <p:spPr>
          <a:xfrm>
            <a:off x="414632" y="9331510"/>
            <a:ext cx="383818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A82548EF-90A1-971F-0892-EB2565A02325}"/>
              </a:ext>
            </a:extLst>
          </p:cNvPr>
          <p:cNvSpPr/>
          <p:nvPr/>
        </p:nvSpPr>
        <p:spPr>
          <a:xfrm>
            <a:off x="9485225" y="4523262"/>
            <a:ext cx="3862581" cy="68852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Intro. à la gestion industrielle 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F5F67DC1-3AA6-10B8-16C0-681C640CD8B8}"/>
              </a:ext>
            </a:extLst>
          </p:cNvPr>
          <p:cNvSpPr/>
          <p:nvPr/>
        </p:nvSpPr>
        <p:spPr>
          <a:xfrm>
            <a:off x="9485226" y="3680018"/>
            <a:ext cx="386258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Qualité en production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21ED2C83-8B77-84A8-98B5-B043A1A61678}"/>
              </a:ext>
            </a:extLst>
          </p:cNvPr>
          <p:cNvSpPr/>
          <p:nvPr/>
        </p:nvSpPr>
        <p:spPr>
          <a:xfrm>
            <a:off x="14014544" y="2753197"/>
            <a:ext cx="3859327" cy="6745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Calcul de structure dynamique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23383F5B-3A5C-659E-9756-D8601646F054}"/>
              </a:ext>
            </a:extLst>
          </p:cNvPr>
          <p:cNvSpPr/>
          <p:nvPr/>
        </p:nvSpPr>
        <p:spPr>
          <a:xfrm>
            <a:off x="13994430" y="3703196"/>
            <a:ext cx="3878937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F6112F5B-EACC-488F-6E56-7F3A0EF894C7}"/>
              </a:ext>
            </a:extLst>
          </p:cNvPr>
          <p:cNvSpPr/>
          <p:nvPr/>
        </p:nvSpPr>
        <p:spPr>
          <a:xfrm>
            <a:off x="13994430" y="4669885"/>
            <a:ext cx="3878936" cy="67210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fonctionnels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0CAC50A1-436B-09E2-624A-A13E91635A87}"/>
              </a:ext>
            </a:extLst>
          </p:cNvPr>
          <p:cNvSpPr/>
          <p:nvPr/>
        </p:nvSpPr>
        <p:spPr>
          <a:xfrm>
            <a:off x="14035179" y="5617469"/>
            <a:ext cx="383818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0327345A-D6F5-448F-EFD7-60518D3143E3}"/>
              </a:ext>
            </a:extLst>
          </p:cNvPr>
          <p:cNvSpPr/>
          <p:nvPr/>
        </p:nvSpPr>
        <p:spPr>
          <a:xfrm>
            <a:off x="9497421" y="2836774"/>
            <a:ext cx="383818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C5F533E9-F22B-FE2D-EA9D-2E8C6762D697}"/>
              </a:ext>
            </a:extLst>
          </p:cNvPr>
          <p:cNvSpPr/>
          <p:nvPr/>
        </p:nvSpPr>
        <p:spPr>
          <a:xfrm>
            <a:off x="14048549" y="6430584"/>
            <a:ext cx="379131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Motorisation électrique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4BD55E7C-D7D8-26BB-8937-622DF06E5C94}"/>
              </a:ext>
            </a:extLst>
          </p:cNvPr>
          <p:cNvSpPr/>
          <p:nvPr/>
        </p:nvSpPr>
        <p:spPr>
          <a:xfrm>
            <a:off x="9527797" y="5517392"/>
            <a:ext cx="379131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Motorisation électrique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B8044BC3-0C00-4DA0-46A1-9A1E4D6FB1E1}"/>
              </a:ext>
            </a:extLst>
          </p:cNvPr>
          <p:cNvSpPr/>
          <p:nvPr/>
        </p:nvSpPr>
        <p:spPr>
          <a:xfrm>
            <a:off x="414128" y="2886462"/>
            <a:ext cx="383869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Conception mécanique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11CE6C01-648F-17D9-7F2F-6CDE6BCCC973}"/>
              </a:ext>
            </a:extLst>
          </p:cNvPr>
          <p:cNvSpPr/>
          <p:nvPr/>
        </p:nvSpPr>
        <p:spPr>
          <a:xfrm>
            <a:off x="14048549" y="7243699"/>
            <a:ext cx="3791315" cy="6195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4DD37087-ECA8-1AA8-54EB-43AE36EFAC1F}"/>
              </a:ext>
            </a:extLst>
          </p:cNvPr>
          <p:cNvSpPr/>
          <p:nvPr/>
        </p:nvSpPr>
        <p:spPr>
          <a:xfrm>
            <a:off x="14048548" y="8138732"/>
            <a:ext cx="3791315" cy="6745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continus et vibrations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81663B80-2B25-4A2D-C645-0CF61973DEDD}"/>
              </a:ext>
            </a:extLst>
          </p:cNvPr>
          <p:cNvSpPr/>
          <p:nvPr/>
        </p:nvSpPr>
        <p:spPr>
          <a:xfrm>
            <a:off x="9544293" y="6360636"/>
            <a:ext cx="3791315" cy="6745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continus et vibrations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242BF8B5-6227-B4B0-CABC-A5701681543C}"/>
              </a:ext>
            </a:extLst>
          </p:cNvPr>
          <p:cNvSpPr/>
          <p:nvPr/>
        </p:nvSpPr>
        <p:spPr>
          <a:xfrm>
            <a:off x="9544293" y="7340766"/>
            <a:ext cx="3774819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</p:spTree>
    <p:extLst>
      <p:ext uri="{BB962C8B-B14F-4D97-AF65-F5344CB8AC3E}">
        <p14:creationId xmlns:p14="http://schemas.microsoft.com/office/powerpoint/2010/main" val="273713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BC16-AFC2-2C7B-748F-2BD6C3C2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64C29AEA-CAAA-7173-AB3D-A209E9D62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6AB286F-38A5-5954-7D8C-C753DC2EB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53E73733-9410-B548-7BEC-44800F3D1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96C572C-8281-3854-9B72-EAC30F824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738397D8-99CF-870B-B4B6-9AD1B1A9C8D8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C7287F-9A50-B231-4FE8-C79B5EDDD866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3AC98C-4DBA-D4B0-B2CD-1E17A395CE40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A25CD4-49ED-36DA-AA0B-A8A207698B20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FC0AF06C-9CA6-05A5-F676-98AEBE910D4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3327FA26-2A65-371A-9320-0E1FE370B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EEF420E-9632-6C58-4C71-6B4E999B6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9E2C8E72-C76C-D1F8-B561-D5A69FB1FD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13F408F6-CD91-74B7-8169-E83539B09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C1A650F7-2EC7-66D6-35C4-365F030C4A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F929E37C-D109-0E6B-B124-549F7F41E47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9A56E0B7-CD10-941E-0C4E-A6E89779FE12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4A36C64-94D0-1CF3-1670-3A3DEDD2D662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E95B2C3B-EABC-D5C3-8D50-1C12246DF190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0AD10C11-B890-E929-39A7-AD637D755642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F703E8F-9163-5CA1-D37F-B1E63A3AF2AB}"/>
              </a:ext>
            </a:extLst>
          </p:cNvPr>
          <p:cNvSpPr/>
          <p:nvPr/>
        </p:nvSpPr>
        <p:spPr>
          <a:xfrm>
            <a:off x="412375" y="8668777"/>
            <a:ext cx="3940783" cy="63658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0160273A-584B-FD91-6D54-CA546E734711}"/>
              </a:ext>
            </a:extLst>
          </p:cNvPr>
          <p:cNvSpPr/>
          <p:nvPr/>
        </p:nvSpPr>
        <p:spPr>
          <a:xfrm>
            <a:off x="4903740" y="8684079"/>
            <a:ext cx="3940783" cy="63658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2324AFC4-C81D-B9F2-4FC3-69FAB5E312AF}"/>
              </a:ext>
            </a:extLst>
          </p:cNvPr>
          <p:cNvSpPr/>
          <p:nvPr/>
        </p:nvSpPr>
        <p:spPr>
          <a:xfrm>
            <a:off x="13973816" y="8684079"/>
            <a:ext cx="3940783" cy="63658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B32627F3-C62D-2776-553E-B3EE8BBAB07A}"/>
              </a:ext>
            </a:extLst>
          </p:cNvPr>
          <p:cNvSpPr/>
          <p:nvPr/>
        </p:nvSpPr>
        <p:spPr>
          <a:xfrm>
            <a:off x="9429273" y="2723415"/>
            <a:ext cx="4005314" cy="55073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Performance industrielle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1CEB1261-57D1-CA18-FF17-33308409787D}"/>
              </a:ext>
            </a:extLst>
          </p:cNvPr>
          <p:cNvSpPr/>
          <p:nvPr/>
        </p:nvSpPr>
        <p:spPr>
          <a:xfrm>
            <a:off x="9429272" y="3470904"/>
            <a:ext cx="400531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A1DD6EB-89E3-5E1C-03BA-70483EAC1C3A}"/>
              </a:ext>
            </a:extLst>
          </p:cNvPr>
          <p:cNvSpPr/>
          <p:nvPr/>
        </p:nvSpPr>
        <p:spPr>
          <a:xfrm>
            <a:off x="4838297" y="2748372"/>
            <a:ext cx="400531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4DFF8187-23AC-4824-A218-3FAB3E2E0EDF}"/>
              </a:ext>
            </a:extLst>
          </p:cNvPr>
          <p:cNvSpPr/>
          <p:nvPr/>
        </p:nvSpPr>
        <p:spPr>
          <a:xfrm>
            <a:off x="13973816" y="2748372"/>
            <a:ext cx="394078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multiphysiques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AFEAD220-4344-C5F9-C274-02CDE14E420E}"/>
              </a:ext>
            </a:extLst>
          </p:cNvPr>
          <p:cNvSpPr/>
          <p:nvPr/>
        </p:nvSpPr>
        <p:spPr>
          <a:xfrm>
            <a:off x="4838297" y="3470904"/>
            <a:ext cx="400531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DF8F0CE6-9243-ABDA-C64E-EA97CE36EBD0}"/>
              </a:ext>
            </a:extLst>
          </p:cNvPr>
          <p:cNvSpPr/>
          <p:nvPr/>
        </p:nvSpPr>
        <p:spPr>
          <a:xfrm>
            <a:off x="13973815" y="3470904"/>
            <a:ext cx="394078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échantillonnée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243E8101-BD51-7A0A-B2A0-DAEA70684EC7}"/>
              </a:ext>
            </a:extLst>
          </p:cNvPr>
          <p:cNvSpPr/>
          <p:nvPr/>
        </p:nvSpPr>
        <p:spPr>
          <a:xfrm>
            <a:off x="13973815" y="4218843"/>
            <a:ext cx="394078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décentralisée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E9B582EC-08B3-8D45-2828-4276AC80450D}"/>
              </a:ext>
            </a:extLst>
          </p:cNvPr>
          <p:cNvSpPr/>
          <p:nvPr/>
        </p:nvSpPr>
        <p:spPr>
          <a:xfrm>
            <a:off x="4838297" y="4187523"/>
            <a:ext cx="4005313" cy="53763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</p:spTree>
    <p:extLst>
      <p:ext uri="{BB962C8B-B14F-4D97-AF65-F5344CB8AC3E}">
        <p14:creationId xmlns:p14="http://schemas.microsoft.com/office/powerpoint/2010/main" val="282802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9666DC-6E8E-432C-AEB1-F373FF0E5480}"/>
</file>

<file path=customXml/itemProps2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1383</Words>
  <Application>Microsoft Macintosh PowerPoint</Application>
  <PresentationFormat>Personnalisé</PresentationFormat>
  <Paragraphs>676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290</cp:revision>
  <dcterms:created xsi:type="dcterms:W3CDTF">2006-08-16T00:00:00Z</dcterms:created>
  <dcterms:modified xsi:type="dcterms:W3CDTF">2025-06-09T19:42:09Z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