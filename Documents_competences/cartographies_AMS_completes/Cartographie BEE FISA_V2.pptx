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66" r:id="rId5"/>
    <p:sldId id="272" r:id="rId6"/>
    <p:sldId id="277" r:id="rId7"/>
    <p:sldId id="271" r:id="rId8"/>
    <p:sldId id="274" r:id="rId9"/>
    <p:sldId id="275" r:id="rId10"/>
    <p:sldId id="278" r:id="rId11"/>
    <p:sldId id="279" r:id="rId12"/>
    <p:sldId id="282" r:id="rId13"/>
    <p:sldId id="283" r:id="rId14"/>
    <p:sldId id="280" r:id="rId15"/>
    <p:sldId id="273" r:id="rId16"/>
    <p:sldId id="267" r:id="rId17"/>
    <p:sldId id="264" r:id="rId18"/>
    <p:sldId id="265" r:id="rId19"/>
    <p:sldId id="259" r:id="rId20"/>
    <p:sldId id="269" r:id="rId21"/>
    <p:sldId id="270" r:id="rId22"/>
    <p:sldId id="262" r:id="rId23"/>
    <p:sldId id="263" r:id="rId24"/>
  </p:sldIdLst>
  <p:sldSz cx="18288000" cy="10287000"/>
  <p:notesSz cx="6858000" cy="9144000"/>
  <p:embeddedFontLst>
    <p:embeddedFont>
      <p:font typeface="Segoe UI" panose="020B0502040204020203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9FE3"/>
    <a:srgbClr val="DDDCDC"/>
    <a:srgbClr val="8C4BE2"/>
    <a:srgbClr val="FBD49E"/>
    <a:srgbClr val="A8DBBA"/>
    <a:srgbClr val="A0C9EB"/>
    <a:srgbClr val="545454"/>
    <a:srgbClr val="4FA954"/>
    <a:srgbClr val="1E7ACC"/>
    <a:srgbClr val="F49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55"/>
    <p:restoredTop sz="94701"/>
  </p:normalViewPr>
  <p:slideViewPr>
    <p:cSldViewPr snapToGrid="0">
      <p:cViewPr varScale="1">
        <p:scale>
          <a:sx n="71" d="100"/>
          <a:sy n="71" d="100"/>
        </p:scale>
        <p:origin x="1312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CARTOGRAPHIE BEE FISA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D63B-7070-7F65-5789-F8E880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1">
            <a:extLst>
              <a:ext uri="{FF2B5EF4-FFF2-40B4-BE49-F238E27FC236}">
                <a16:creationId xmlns:a16="http://schemas.microsoft.com/office/drawing/2014/main" id="{35516B13-A767-6CDC-8662-504C247F2E51}"/>
              </a:ext>
            </a:extLst>
          </p:cNvPr>
          <p:cNvSpPr/>
          <p:nvPr/>
        </p:nvSpPr>
        <p:spPr>
          <a:xfrm>
            <a:off x="1217459" y="8413693"/>
            <a:ext cx="5487573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évaluée avec un soutenance</a:t>
            </a:r>
          </a:p>
        </p:txBody>
      </p:sp>
      <p:sp>
        <p:nvSpPr>
          <p:cNvPr id="121" name="Freeform 119">
            <a:extLst>
              <a:ext uri="{FF2B5EF4-FFF2-40B4-BE49-F238E27FC236}">
                <a16:creationId xmlns:a16="http://schemas.microsoft.com/office/drawing/2014/main" id="{2F14D7F4-4EC2-A04C-21B6-E64D15659519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LÉGENDE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E8564C5-85DD-05A2-58D7-6DFFEA5DAF03}"/>
              </a:ext>
            </a:extLst>
          </p:cNvPr>
          <p:cNvSpPr/>
          <p:nvPr/>
        </p:nvSpPr>
        <p:spPr>
          <a:xfrm>
            <a:off x="1222904" y="415290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0E8FA7-1413-F0C8-6D87-5DC1ED1BD690}"/>
              </a:ext>
            </a:extLst>
          </p:cNvPr>
          <p:cNvSpPr/>
          <p:nvPr/>
        </p:nvSpPr>
        <p:spPr>
          <a:xfrm>
            <a:off x="1981200" y="41572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DEA27EB-B6DB-3CA4-7D0C-18537DE3764A}"/>
              </a:ext>
            </a:extLst>
          </p:cNvPr>
          <p:cNvSpPr/>
          <p:nvPr/>
        </p:nvSpPr>
        <p:spPr>
          <a:xfrm>
            <a:off x="2743977" y="415434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6008B20-8A5D-C914-F5C0-2D8763AEC338}"/>
              </a:ext>
            </a:extLst>
          </p:cNvPr>
          <p:cNvSpPr/>
          <p:nvPr/>
        </p:nvSpPr>
        <p:spPr>
          <a:xfrm>
            <a:off x="3502273" y="415290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6968B5-FC40-5AAF-AF42-56187E861708}"/>
              </a:ext>
            </a:extLst>
          </p:cNvPr>
          <p:cNvSpPr/>
          <p:nvPr/>
        </p:nvSpPr>
        <p:spPr>
          <a:xfrm>
            <a:off x="1222904" y="537434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D9CB7DB-21D5-247D-AD63-A370E58DFC2D}"/>
              </a:ext>
            </a:extLst>
          </p:cNvPr>
          <p:cNvSpPr/>
          <p:nvPr/>
        </p:nvSpPr>
        <p:spPr>
          <a:xfrm>
            <a:off x="1981200" y="537873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6C557C-8EFF-4BBE-CC26-D2A0559AB8E9}"/>
              </a:ext>
            </a:extLst>
          </p:cNvPr>
          <p:cNvSpPr/>
          <p:nvPr/>
        </p:nvSpPr>
        <p:spPr>
          <a:xfrm>
            <a:off x="2743977" y="537578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0FA1059-5EB0-37E3-9372-EF55C572C2A7}"/>
              </a:ext>
            </a:extLst>
          </p:cNvPr>
          <p:cNvSpPr/>
          <p:nvPr/>
        </p:nvSpPr>
        <p:spPr>
          <a:xfrm>
            <a:off x="3502273" y="5374340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4B9547A-06C6-B855-067D-7421E7F1DA9B}"/>
              </a:ext>
            </a:extLst>
          </p:cNvPr>
          <p:cNvSpPr/>
          <p:nvPr/>
        </p:nvSpPr>
        <p:spPr>
          <a:xfrm>
            <a:off x="1217461" y="6633878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non évaluée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3198A92A-00D1-F32B-1ADE-3A5374E663C7}"/>
              </a:ext>
            </a:extLst>
          </p:cNvPr>
          <p:cNvSpPr/>
          <p:nvPr/>
        </p:nvSpPr>
        <p:spPr>
          <a:xfrm>
            <a:off x="1217461" y="7523785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évaluée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23468CE-6B90-8DC2-8B50-893B7BEC4704}"/>
              </a:ext>
            </a:extLst>
          </p:cNvPr>
          <p:cNvSpPr/>
          <p:nvPr/>
        </p:nvSpPr>
        <p:spPr>
          <a:xfrm>
            <a:off x="4940294" y="4152900"/>
            <a:ext cx="6489706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travaillées dans l’AMS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3E82B7BC-8A74-AE24-DB63-91CA69E19BE7}"/>
              </a:ext>
            </a:extLst>
          </p:cNvPr>
          <p:cNvSpPr/>
          <p:nvPr/>
        </p:nvSpPr>
        <p:spPr>
          <a:xfrm>
            <a:off x="4940294" y="5374339"/>
            <a:ext cx="684941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à choisir au début de l’AMS</a:t>
            </a:r>
          </a:p>
        </p:txBody>
      </p:sp>
      <p:sp>
        <p:nvSpPr>
          <p:cNvPr id="14" name="Freeform 118">
            <a:extLst>
              <a:ext uri="{FF2B5EF4-FFF2-40B4-BE49-F238E27FC236}">
                <a16:creationId xmlns:a16="http://schemas.microsoft.com/office/drawing/2014/main" id="{7E7E61CE-3C34-7DCD-0ED1-A5C26D251017}"/>
              </a:ext>
            </a:extLst>
          </p:cNvPr>
          <p:cNvSpPr/>
          <p:nvPr/>
        </p:nvSpPr>
        <p:spPr>
          <a:xfrm>
            <a:off x="6889857" y="847016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CC4E1216-18AA-3F98-8E50-335F4C0120A3}"/>
              </a:ext>
            </a:extLst>
          </p:cNvPr>
          <p:cNvSpPr/>
          <p:nvPr/>
        </p:nvSpPr>
        <p:spPr>
          <a:xfrm>
            <a:off x="1217459" y="9303600"/>
            <a:ext cx="5487571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optionnelle</a:t>
            </a:r>
          </a:p>
        </p:txBody>
      </p:sp>
    </p:spTree>
    <p:extLst>
      <p:ext uri="{BB962C8B-B14F-4D97-AF65-F5344CB8AC3E}">
        <p14:creationId xmlns:p14="http://schemas.microsoft.com/office/powerpoint/2010/main" val="54410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3887-F143-01A2-208D-0B30DFB7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85F193DA-4C9B-31CF-9E03-8506104987BB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FCBE14E2-982F-D423-E4F8-756C0F60CBBF}"/>
              </a:ext>
            </a:extLst>
          </p:cNvPr>
          <p:cNvSpPr/>
          <p:nvPr/>
        </p:nvSpPr>
        <p:spPr>
          <a:xfrm>
            <a:off x="3810000" y="33909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C1 - CONCEVOIR le système constructif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RNCP38859BC01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745EEB00-7DCF-B779-AE6F-D55C91C3B37B}"/>
              </a:ext>
            </a:extLst>
          </p:cNvPr>
          <p:cNvSpPr/>
          <p:nvPr/>
        </p:nvSpPr>
        <p:spPr>
          <a:xfrm>
            <a:off x="3808445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cap="all" dirty="0">
                <a:solidFill>
                  <a:schemeClr val="bg1"/>
                </a:solidFill>
                <a:ea typeface="+mn-lt"/>
                <a:cs typeface="+mn-lt"/>
              </a:rPr>
              <a:t>C3 - Intégrer des solutions durables adaptées aux cycles de vie du bâtiment</a:t>
            </a:r>
            <a:endParaRPr lang="fr-FR" sz="2400" b="1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RNCP38859BC03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77209B8F-DF4E-23B6-3477-DF742D32AC25}"/>
              </a:ext>
            </a:extLst>
          </p:cNvPr>
          <p:cNvSpPr/>
          <p:nvPr/>
        </p:nvSpPr>
        <p:spPr>
          <a:xfrm>
            <a:off x="9144000" y="34010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C2 - GARANTIR la performance 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RNCP38859BC02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BD996EC0-1B09-FED3-EB1D-0B6CCCA129EB}"/>
              </a:ext>
            </a:extLst>
          </p:cNvPr>
          <p:cNvSpPr/>
          <p:nvPr/>
        </p:nvSpPr>
        <p:spPr>
          <a:xfrm>
            <a:off x="9143999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C4 - Piloter un projet de bâtiment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RNCP38859BC05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6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ACDF-F7F3-E3A5-EA49-DBB4640F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BD57DD1A-B2E0-C6A9-8DA7-320194D619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A41BE71-3279-679C-F159-01BEF143C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D62148-34D9-7B53-804E-2004F689C7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45538A11-71D4-C1B4-6840-6C009355D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F50BA23A-81C9-E98D-4374-446CE2CBDB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D9848453-1C4D-1F6D-1DDF-9A02C2FDDA15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299214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0214908-714E-1D11-41D1-217CBBECA63B}"/>
              </a:ext>
            </a:extLst>
          </p:cNvPr>
          <p:cNvSpPr>
            <a:spLocks/>
          </p:cNvSpPr>
          <p:nvPr/>
        </p:nvSpPr>
        <p:spPr>
          <a:xfrm>
            <a:off x="427182" y="5143499"/>
            <a:ext cx="17433636" cy="4834179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28C85AC-D911-F784-5D64-FC15D2C924AD}"/>
              </a:ext>
            </a:extLst>
          </p:cNvPr>
          <p:cNvSpPr>
            <a:spLocks/>
          </p:cNvSpPr>
          <p:nvPr/>
        </p:nvSpPr>
        <p:spPr>
          <a:xfrm>
            <a:off x="771012" y="4919143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19ABAAD2-03F8-5218-3DBE-B633C5CA00E4}"/>
              </a:ext>
            </a:extLst>
          </p:cNvPr>
          <p:cNvSpPr>
            <a:spLocks/>
          </p:cNvSpPr>
          <p:nvPr/>
        </p:nvSpPr>
        <p:spPr>
          <a:xfrm>
            <a:off x="771012" y="1364241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Projets</a:t>
            </a:r>
            <a:endParaRPr lang="fr-FR" b="1" dirty="0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6A84399E-F74B-332F-8F6D-188FE8A79215}"/>
              </a:ext>
            </a:extLst>
          </p:cNvPr>
          <p:cNvSpPr/>
          <p:nvPr/>
        </p:nvSpPr>
        <p:spPr>
          <a:xfrm>
            <a:off x="771222" y="2085225"/>
            <a:ext cx="4412895" cy="7577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Fonctions et technologies du Bâtiment </a:t>
            </a:r>
            <a:r>
              <a:rPr lang="fr-FR" sz="2000" dirty="0">
                <a:latin typeface="Calibri"/>
                <a:ea typeface="Calibri"/>
                <a:cs typeface="Calibri"/>
              </a:rPr>
              <a:t>(PROJ580 APP)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8539CE36-66D0-A059-EFC5-DEDE70B8DECC}"/>
              </a:ext>
            </a:extLst>
          </p:cNvPr>
          <p:cNvSpPr/>
          <p:nvPr/>
        </p:nvSpPr>
        <p:spPr>
          <a:xfrm>
            <a:off x="778942" y="5800997"/>
            <a:ext cx="4405175" cy="7268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Bilan carbone d'une entreprise </a:t>
            </a:r>
            <a:r>
              <a:rPr lang="fr-FR" sz="2000" dirty="0">
                <a:latin typeface="Calibri"/>
                <a:ea typeface="Calibri"/>
                <a:cs typeface="Calibri"/>
              </a:rPr>
              <a:t>(DDRS501)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EA186CEA-EBDE-FD53-B631-FC9D84F9F912}"/>
              </a:ext>
            </a:extLst>
          </p:cNvPr>
          <p:cNvSpPr/>
          <p:nvPr/>
        </p:nvSpPr>
        <p:spPr>
          <a:xfrm>
            <a:off x="771011" y="2984149"/>
            <a:ext cx="12152025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Projet d’année 3A</a:t>
            </a:r>
            <a:endParaRPr lang="fr-FR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59F04523-5EDF-CA85-E2C8-BD34A1D63B2B}"/>
              </a:ext>
            </a:extLst>
          </p:cNvPr>
          <p:cNvSpPr/>
          <p:nvPr/>
        </p:nvSpPr>
        <p:spPr>
          <a:xfrm>
            <a:off x="9086365" y="3747060"/>
            <a:ext cx="7513500" cy="56202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Introduction à la maquette numérique du bâtiment </a:t>
            </a:r>
            <a:r>
              <a:rPr lang="fr-FR" sz="2000" dirty="0">
                <a:latin typeface="Calibri"/>
                <a:ea typeface="Calibri"/>
                <a:cs typeface="Calibri"/>
              </a:rPr>
              <a:t>(PROJ680 APP) 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9018FF16-5C3D-770D-9A19-52619B7305B5}"/>
              </a:ext>
            </a:extLst>
          </p:cNvPr>
          <p:cNvSpPr/>
          <p:nvPr/>
        </p:nvSpPr>
        <p:spPr>
          <a:xfrm>
            <a:off x="9158080" y="6840259"/>
            <a:ext cx="5521795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Gestion financière </a:t>
            </a:r>
            <a:r>
              <a:rPr lang="fr-FR" sz="2000" dirty="0">
                <a:ea typeface="Calibri"/>
                <a:cs typeface="Calibri"/>
              </a:rPr>
              <a:t>(SHES601)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8DF5C6E7-8EA2-4C66-8FC7-AC5F454A989F}"/>
              </a:ext>
            </a:extLst>
          </p:cNvPr>
          <p:cNvSpPr/>
          <p:nvPr/>
        </p:nvSpPr>
        <p:spPr>
          <a:xfrm>
            <a:off x="9158081" y="6076554"/>
            <a:ext cx="5521796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Energétique et fluides </a:t>
            </a:r>
            <a:r>
              <a:rPr lang="fr-FR" sz="2000" dirty="0">
                <a:ea typeface="Calibri"/>
                <a:cs typeface="Calibri"/>
              </a:rPr>
              <a:t>(ENER613 )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C5F0D630-1B40-75B1-0A9E-B20D66327826}"/>
              </a:ext>
            </a:extLst>
          </p:cNvPr>
          <p:cNvSpPr/>
          <p:nvPr/>
        </p:nvSpPr>
        <p:spPr>
          <a:xfrm>
            <a:off x="9158081" y="1988425"/>
            <a:ext cx="5521796" cy="5620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Acoustique et éclairage - projet de BE </a:t>
            </a:r>
            <a:r>
              <a:rPr lang="fr-FR" sz="2000" dirty="0">
                <a:ea typeface="Calibri"/>
                <a:cs typeface="Calibri"/>
              </a:rPr>
              <a:t>(GECH615)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4F05B0EF-69E1-9C71-16FE-4A9B35C2F58A}"/>
              </a:ext>
            </a:extLst>
          </p:cNvPr>
          <p:cNvSpPr/>
          <p:nvPr/>
        </p:nvSpPr>
        <p:spPr>
          <a:xfrm>
            <a:off x="9158081" y="5312134"/>
            <a:ext cx="5521796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Génie climatique </a:t>
            </a:r>
            <a:r>
              <a:rPr lang="fr-FR" sz="2000" dirty="0">
                <a:ea typeface="Calibri"/>
                <a:cs typeface="Calibri"/>
              </a:rPr>
              <a:t>(GECH611)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D1F7458B-B8F5-1CCF-449F-120FDBE9EF67}"/>
              </a:ext>
            </a:extLst>
          </p:cNvPr>
          <p:cNvSpPr/>
          <p:nvPr/>
        </p:nvSpPr>
        <p:spPr>
          <a:xfrm>
            <a:off x="771006" y="6765632"/>
            <a:ext cx="4432123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Matériaux de construction </a:t>
            </a:r>
            <a:r>
              <a:rPr lang="fr-FR" sz="2000" dirty="0">
                <a:ea typeface="Calibri"/>
                <a:cs typeface="Calibri"/>
              </a:rPr>
              <a:t>(MATE611)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3EAEB45-FC16-8949-3EA6-CC414263DEF1}"/>
              </a:ext>
            </a:extLst>
          </p:cNvPr>
          <p:cNvSpPr/>
          <p:nvPr/>
        </p:nvSpPr>
        <p:spPr>
          <a:xfrm>
            <a:off x="5324560" y="587881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E171D81-BBCF-B375-D0DD-37FC4D2EABDE}"/>
              </a:ext>
            </a:extLst>
          </p:cNvPr>
          <p:cNvSpPr/>
          <p:nvPr/>
        </p:nvSpPr>
        <p:spPr>
          <a:xfrm>
            <a:off x="14883575" y="198963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B135183-66F2-0E0E-1811-D457867D6B69}"/>
              </a:ext>
            </a:extLst>
          </p:cNvPr>
          <p:cNvSpPr/>
          <p:nvPr/>
        </p:nvSpPr>
        <p:spPr>
          <a:xfrm>
            <a:off x="16690483" y="38050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7618E418-CED7-AB2A-D7D5-FFA9BCE72E1C}"/>
              </a:ext>
            </a:extLst>
          </p:cNvPr>
          <p:cNvSpPr/>
          <p:nvPr/>
        </p:nvSpPr>
        <p:spPr>
          <a:xfrm>
            <a:off x="17221863" y="38050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61158C7-A5BB-58D4-E07A-7B6E25A39DC8}"/>
              </a:ext>
            </a:extLst>
          </p:cNvPr>
          <p:cNvSpPr/>
          <p:nvPr/>
        </p:nvSpPr>
        <p:spPr>
          <a:xfrm>
            <a:off x="14883575" y="538735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90843F75-C275-DBEE-BB7E-C7055DCE4392}"/>
              </a:ext>
            </a:extLst>
          </p:cNvPr>
          <p:cNvSpPr/>
          <p:nvPr/>
        </p:nvSpPr>
        <p:spPr>
          <a:xfrm>
            <a:off x="14883575" y="609821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A4F8D0D1-8239-912A-C046-881732125BC8}"/>
              </a:ext>
            </a:extLst>
          </p:cNvPr>
          <p:cNvSpPr/>
          <p:nvPr/>
        </p:nvSpPr>
        <p:spPr>
          <a:xfrm>
            <a:off x="14883575" y="685621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62B239A7-1DB9-D90E-FAB3-93D7E3B1D312}"/>
              </a:ext>
            </a:extLst>
          </p:cNvPr>
          <p:cNvSpPr/>
          <p:nvPr/>
        </p:nvSpPr>
        <p:spPr>
          <a:xfrm>
            <a:off x="5324560" y="68198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0D3B0E69-4045-0A58-2DAC-A9402EE1030F}"/>
              </a:ext>
            </a:extLst>
          </p:cNvPr>
          <p:cNvSpPr/>
          <p:nvPr/>
        </p:nvSpPr>
        <p:spPr>
          <a:xfrm>
            <a:off x="5855940" y="68198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FB47DFE2-EA04-B7E6-A5AC-F8CFB521430A}"/>
              </a:ext>
            </a:extLst>
          </p:cNvPr>
          <p:cNvSpPr/>
          <p:nvPr/>
        </p:nvSpPr>
        <p:spPr>
          <a:xfrm>
            <a:off x="6381335" y="681988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6" name="Freeform 118">
            <a:extLst>
              <a:ext uri="{FF2B5EF4-FFF2-40B4-BE49-F238E27FC236}">
                <a16:creationId xmlns:a16="http://schemas.microsoft.com/office/drawing/2014/main" id="{E2D1C1A9-EDE5-BBE5-49A1-674316304F64}"/>
              </a:ext>
            </a:extLst>
          </p:cNvPr>
          <p:cNvSpPr/>
          <p:nvPr/>
        </p:nvSpPr>
        <p:spPr>
          <a:xfrm>
            <a:off x="15413453" y="301970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1356E60-0CB8-7E00-6696-4BE87A1598F1}"/>
              </a:ext>
            </a:extLst>
          </p:cNvPr>
          <p:cNvSpPr/>
          <p:nvPr/>
        </p:nvSpPr>
        <p:spPr>
          <a:xfrm>
            <a:off x="13181813" y="295387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31DDBF5F-8806-35E2-BCFA-50C0C7D9D68B}"/>
              </a:ext>
            </a:extLst>
          </p:cNvPr>
          <p:cNvSpPr/>
          <p:nvPr/>
        </p:nvSpPr>
        <p:spPr>
          <a:xfrm>
            <a:off x="13724961" y="295826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0A92A749-BD3F-9B61-3158-EA3B13F1A418}"/>
              </a:ext>
            </a:extLst>
          </p:cNvPr>
          <p:cNvSpPr/>
          <p:nvPr/>
        </p:nvSpPr>
        <p:spPr>
          <a:xfrm>
            <a:off x="14254653" y="295531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C6A03B8A-0CFD-9918-141E-37A9A1A6239F}"/>
              </a:ext>
            </a:extLst>
          </p:cNvPr>
          <p:cNvSpPr/>
          <p:nvPr/>
        </p:nvSpPr>
        <p:spPr>
          <a:xfrm>
            <a:off x="14797797" y="2953873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2" name="Freeform 31">
            <a:extLst>
              <a:ext uri="{FF2B5EF4-FFF2-40B4-BE49-F238E27FC236}">
                <a16:creationId xmlns:a16="http://schemas.microsoft.com/office/drawing/2014/main" id="{AAE3D3BA-B9B7-CAAF-F6F8-9D76DC0A9279}"/>
              </a:ext>
            </a:extLst>
          </p:cNvPr>
          <p:cNvSpPr/>
          <p:nvPr/>
        </p:nvSpPr>
        <p:spPr>
          <a:xfrm>
            <a:off x="9132491" y="7641269"/>
            <a:ext cx="5547384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Management de projet  </a:t>
            </a:r>
            <a:r>
              <a:rPr lang="fr-FR" sz="2000" dirty="0">
                <a:ea typeface="Calibri"/>
                <a:cs typeface="Calibri"/>
              </a:rPr>
              <a:t>(SHES680)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93DCE828-132B-6576-AFC5-EC247EE77B62}"/>
              </a:ext>
            </a:extLst>
          </p:cNvPr>
          <p:cNvSpPr/>
          <p:nvPr/>
        </p:nvSpPr>
        <p:spPr>
          <a:xfrm>
            <a:off x="14883575" y="765407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4" name="Freeform 31">
            <a:extLst>
              <a:ext uri="{FF2B5EF4-FFF2-40B4-BE49-F238E27FC236}">
                <a16:creationId xmlns:a16="http://schemas.microsoft.com/office/drawing/2014/main" id="{01017759-8C37-600E-B2F1-01FD24740170}"/>
              </a:ext>
            </a:extLst>
          </p:cNvPr>
          <p:cNvSpPr/>
          <p:nvPr/>
        </p:nvSpPr>
        <p:spPr>
          <a:xfrm>
            <a:off x="9132490" y="8436164"/>
            <a:ext cx="5547383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Thermodynamique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3B5EB7FE-BDCA-0B67-9DBA-A3C2BECD2268}"/>
              </a:ext>
            </a:extLst>
          </p:cNvPr>
          <p:cNvSpPr/>
          <p:nvPr/>
        </p:nvSpPr>
        <p:spPr>
          <a:xfrm>
            <a:off x="14883575" y="845593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6" name="Freeform 31">
            <a:extLst>
              <a:ext uri="{FF2B5EF4-FFF2-40B4-BE49-F238E27FC236}">
                <a16:creationId xmlns:a16="http://schemas.microsoft.com/office/drawing/2014/main" id="{23458499-5B00-D969-A37C-F121D6CFFEBB}"/>
              </a:ext>
            </a:extLst>
          </p:cNvPr>
          <p:cNvSpPr/>
          <p:nvPr/>
        </p:nvSpPr>
        <p:spPr>
          <a:xfrm>
            <a:off x="9132491" y="9205984"/>
            <a:ext cx="5547382" cy="51062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Génie climatique – BE </a:t>
            </a:r>
            <a:r>
              <a:rPr lang="fr-FR" sz="2000" dirty="0">
                <a:ea typeface="Calibri"/>
                <a:cs typeface="Calibri"/>
              </a:rPr>
              <a:t>(GECH615)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3D7B26DC-FF7F-36DC-EC93-E0170E41867C}"/>
              </a:ext>
            </a:extLst>
          </p:cNvPr>
          <p:cNvSpPr/>
          <p:nvPr/>
        </p:nvSpPr>
        <p:spPr>
          <a:xfrm>
            <a:off x="14883575" y="920694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2FF07A5-B661-A126-8D53-7B7CC7B46B4C}"/>
              </a:ext>
            </a:extLst>
          </p:cNvPr>
          <p:cNvSpPr/>
          <p:nvPr/>
        </p:nvSpPr>
        <p:spPr>
          <a:xfrm>
            <a:off x="5324560" y="22255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FFAE821-341C-00A4-BC9D-02D0FDA3CD7C}"/>
              </a:ext>
            </a:extLst>
          </p:cNvPr>
          <p:cNvSpPr/>
          <p:nvPr/>
        </p:nvSpPr>
        <p:spPr>
          <a:xfrm>
            <a:off x="5855940" y="222558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1605221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E351-3E05-9BB1-49F0-0254E183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03B23FB0-5D69-46C4-683C-352270023D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51B47E4-18E5-379E-FDA3-AAF556087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56504E-A68B-ADDB-39D9-8054A25E35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B58614F3-CF7F-FE29-8856-6D12EB0AFC6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S7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F80FC56-E00A-AD90-9E14-7FE8169DCE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S8</a:t>
            </a:r>
            <a:endParaRPr lang="en-US" sz="4800" spc="-96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596FEB78-ADC0-D60A-8910-CDFF8D6A44BC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3986876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AF94619-92EA-3DC6-BB66-F71E2F2E9E77}"/>
              </a:ext>
            </a:extLst>
          </p:cNvPr>
          <p:cNvSpPr>
            <a:spLocks/>
          </p:cNvSpPr>
          <p:nvPr/>
        </p:nvSpPr>
        <p:spPr>
          <a:xfrm>
            <a:off x="427182" y="5414170"/>
            <a:ext cx="17433636" cy="4563508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ea typeface="+mn-lt"/>
              <a:cs typeface="+mn-lt"/>
            </a:endParaRPr>
          </a:p>
          <a:p>
            <a:endParaRPr lang="fr-FR" dirty="0">
              <a:ea typeface="+mn-lt"/>
              <a:cs typeface="+mn-lt"/>
            </a:endParaRPr>
          </a:p>
          <a:p>
            <a:endParaRPr lang="fr-FR" dirty="0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78F1E374-11CB-D197-093C-5D5D91CB7D43}"/>
              </a:ext>
            </a:extLst>
          </p:cNvPr>
          <p:cNvSpPr>
            <a:spLocks/>
          </p:cNvSpPr>
          <p:nvPr/>
        </p:nvSpPr>
        <p:spPr>
          <a:xfrm>
            <a:off x="774582" y="5116539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C116DAE6-5236-7374-80C2-C86EDEDACAD8}"/>
              </a:ext>
            </a:extLst>
          </p:cNvPr>
          <p:cNvSpPr>
            <a:spLocks/>
          </p:cNvSpPr>
          <p:nvPr/>
        </p:nvSpPr>
        <p:spPr>
          <a:xfrm>
            <a:off x="774582" y="136834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720C9935-AE47-AC38-FE95-6E01101876BD}"/>
              </a:ext>
            </a:extLst>
          </p:cNvPr>
          <p:cNvSpPr/>
          <p:nvPr/>
        </p:nvSpPr>
        <p:spPr>
          <a:xfrm>
            <a:off x="655097" y="3768192"/>
            <a:ext cx="5126691" cy="67060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modélisation des structures – projet descente de charges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3A45E9AB-B7AF-6973-AFDE-5FD2C1D4057A}"/>
              </a:ext>
            </a:extLst>
          </p:cNvPr>
          <p:cNvSpPr/>
          <p:nvPr/>
        </p:nvSpPr>
        <p:spPr>
          <a:xfrm>
            <a:off x="655098" y="2907672"/>
            <a:ext cx="5126691" cy="67060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Réglementation thermique et environnementale – projet </a:t>
            </a:r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ea typeface="Calibri"/>
                <a:cs typeface="Calibri"/>
              </a:rPr>
              <a:t>GECH716)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2DCF63E1-48C3-A1EB-D39E-B40CB6CF59F7}"/>
              </a:ext>
            </a:extLst>
          </p:cNvPr>
          <p:cNvSpPr/>
          <p:nvPr/>
        </p:nvSpPr>
        <p:spPr>
          <a:xfrm>
            <a:off x="680271" y="2058494"/>
            <a:ext cx="512669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APP BIM – BE </a:t>
            </a:r>
            <a:r>
              <a:rPr lang="fr-FR" sz="2000" dirty="0">
                <a:ea typeface="Calibri"/>
                <a:cs typeface="Calibri"/>
              </a:rPr>
              <a:t>(PROJ711 )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8A2FEA0E-8559-5263-D86C-CF91F0120B5F}"/>
              </a:ext>
            </a:extLst>
          </p:cNvPr>
          <p:cNvSpPr/>
          <p:nvPr/>
        </p:nvSpPr>
        <p:spPr>
          <a:xfrm>
            <a:off x="9143999" y="2136379"/>
            <a:ext cx="5423639" cy="49594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Béton armé - projet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0125B0F5-88A8-F6B8-BBE4-605C8240016D}"/>
              </a:ext>
            </a:extLst>
          </p:cNvPr>
          <p:cNvSpPr/>
          <p:nvPr/>
        </p:nvSpPr>
        <p:spPr>
          <a:xfrm>
            <a:off x="9132505" y="5781532"/>
            <a:ext cx="5435134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Énergies renouvelables – petits projets </a:t>
            </a:r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ea typeface="Calibri"/>
                <a:cs typeface="Calibri"/>
              </a:rPr>
              <a:t>ENER813)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F1C7B87E-2DD3-DE69-AADB-3B1D76274E59}"/>
              </a:ext>
            </a:extLst>
          </p:cNvPr>
          <p:cNvSpPr/>
          <p:nvPr/>
        </p:nvSpPr>
        <p:spPr>
          <a:xfrm>
            <a:off x="9143998" y="6530080"/>
            <a:ext cx="5423639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Construction bois </a:t>
            </a:r>
            <a:r>
              <a:rPr lang="fr-FR" sz="2000" dirty="0">
                <a:ea typeface="Calibri"/>
                <a:cs typeface="Calibri"/>
              </a:rPr>
              <a:t>(GECH8 )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1D637A7F-8340-2BBB-BBF1-A1B645A64E3B}"/>
              </a:ext>
            </a:extLst>
          </p:cNvPr>
          <p:cNvSpPr/>
          <p:nvPr/>
        </p:nvSpPr>
        <p:spPr>
          <a:xfrm>
            <a:off x="9143999" y="7275947"/>
            <a:ext cx="5423638" cy="49594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Conduite de chantier </a:t>
            </a:r>
            <a:r>
              <a:rPr lang="fr-FR" sz="2000" dirty="0">
                <a:ea typeface="Calibri"/>
                <a:cs typeface="Calibri"/>
              </a:rPr>
              <a:t>(GECH814)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665E673C-8B25-C733-6D9C-841CC7BB1F40}"/>
              </a:ext>
            </a:extLst>
          </p:cNvPr>
          <p:cNvSpPr/>
          <p:nvPr/>
        </p:nvSpPr>
        <p:spPr>
          <a:xfrm>
            <a:off x="655094" y="7808463"/>
            <a:ext cx="7264034" cy="54000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Ressources et dynamiques professionnelles – jeu de rôle </a:t>
            </a:r>
            <a:r>
              <a:rPr lang="fr-FR" sz="2000" dirty="0">
                <a:ea typeface="+mn-lt"/>
                <a:cs typeface="+mn-lt"/>
              </a:rPr>
              <a:t>(SHES703)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0FD80F8-5060-EF99-A2F4-A612B3DC64BD}"/>
              </a:ext>
            </a:extLst>
          </p:cNvPr>
          <p:cNvSpPr/>
          <p:nvPr/>
        </p:nvSpPr>
        <p:spPr>
          <a:xfrm>
            <a:off x="655093" y="7095147"/>
            <a:ext cx="5857325" cy="5242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Créativité et Management de l'innovation </a:t>
            </a:r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ea typeface="Calibri"/>
                <a:cs typeface="Calibri"/>
              </a:rPr>
              <a:t>SHES704)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05767078-4AEA-978C-34CF-A32258F42560}"/>
              </a:ext>
            </a:extLst>
          </p:cNvPr>
          <p:cNvSpPr/>
          <p:nvPr/>
        </p:nvSpPr>
        <p:spPr>
          <a:xfrm>
            <a:off x="655093" y="6376146"/>
            <a:ext cx="5126691" cy="52423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Géotechnique 1 </a:t>
            </a:r>
            <a:r>
              <a:rPr lang="fr-FR" sz="2000" dirty="0">
                <a:ea typeface="Calibri"/>
                <a:cs typeface="Calibri"/>
              </a:rPr>
              <a:t>(GECH713)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B4C9696-AE44-4737-36FF-03471CC8B96C}"/>
              </a:ext>
            </a:extLst>
          </p:cNvPr>
          <p:cNvSpPr/>
          <p:nvPr/>
        </p:nvSpPr>
        <p:spPr>
          <a:xfrm>
            <a:off x="5958341" y="213612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0D971F9-144D-342B-DC2A-31D36216FCEF}"/>
              </a:ext>
            </a:extLst>
          </p:cNvPr>
          <p:cNvSpPr/>
          <p:nvPr/>
        </p:nvSpPr>
        <p:spPr>
          <a:xfrm>
            <a:off x="6537347" y="213612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C45EB90-89C1-2D09-44D8-08C513E1347A}"/>
              </a:ext>
            </a:extLst>
          </p:cNvPr>
          <p:cNvSpPr/>
          <p:nvPr/>
        </p:nvSpPr>
        <p:spPr>
          <a:xfrm>
            <a:off x="7114629" y="213612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B53BC6A0-5E8C-D17F-3128-90C2CC270768}"/>
              </a:ext>
            </a:extLst>
          </p:cNvPr>
          <p:cNvSpPr/>
          <p:nvPr/>
        </p:nvSpPr>
        <p:spPr>
          <a:xfrm>
            <a:off x="9143999" y="2960291"/>
            <a:ext cx="5423638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étude </a:t>
            </a:r>
            <a:r>
              <a:rPr lang="fr-FR" sz="2000" dirty="0">
                <a:ea typeface="Calibri"/>
                <a:cs typeface="Calibri"/>
              </a:rPr>
              <a:t>(PROJ811 )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08D3B06-2826-922A-1720-D4F12137E971}"/>
              </a:ext>
            </a:extLst>
          </p:cNvPr>
          <p:cNvSpPr/>
          <p:nvPr/>
        </p:nvSpPr>
        <p:spPr>
          <a:xfrm>
            <a:off x="14803795" y="304806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5C782B72-8833-8A8E-2EBA-CAB8DF99F8AB}"/>
              </a:ext>
            </a:extLst>
          </p:cNvPr>
          <p:cNvSpPr/>
          <p:nvPr/>
        </p:nvSpPr>
        <p:spPr>
          <a:xfrm>
            <a:off x="15345117" y="305245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3138EF11-E117-2034-4D05-E3E21F5E78D1}"/>
              </a:ext>
            </a:extLst>
          </p:cNvPr>
          <p:cNvSpPr/>
          <p:nvPr/>
        </p:nvSpPr>
        <p:spPr>
          <a:xfrm>
            <a:off x="15890918" y="304951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27FA767-EAC3-567B-4526-9C43E9DC496D}"/>
              </a:ext>
            </a:extLst>
          </p:cNvPr>
          <p:cNvSpPr/>
          <p:nvPr/>
        </p:nvSpPr>
        <p:spPr>
          <a:xfrm>
            <a:off x="16432234" y="304806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B97BD796-C2BE-2A5E-AE41-DA8B04D81FB1}"/>
              </a:ext>
            </a:extLst>
          </p:cNvPr>
          <p:cNvSpPr/>
          <p:nvPr/>
        </p:nvSpPr>
        <p:spPr>
          <a:xfrm>
            <a:off x="5958341" y="30374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D33F2D7D-D65F-7C65-7707-13EFE58C03E7}"/>
              </a:ext>
            </a:extLst>
          </p:cNvPr>
          <p:cNvSpPr/>
          <p:nvPr/>
        </p:nvSpPr>
        <p:spPr>
          <a:xfrm>
            <a:off x="6502181" y="305539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B87A435B-45F5-005A-AE15-376A3A2A1643}"/>
              </a:ext>
            </a:extLst>
          </p:cNvPr>
          <p:cNvSpPr/>
          <p:nvPr/>
        </p:nvSpPr>
        <p:spPr>
          <a:xfrm>
            <a:off x="5958341" y="39444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0D516D72-9A19-80B6-543D-DA982BB03AE7}"/>
              </a:ext>
            </a:extLst>
          </p:cNvPr>
          <p:cNvSpPr/>
          <p:nvPr/>
        </p:nvSpPr>
        <p:spPr>
          <a:xfrm>
            <a:off x="5990686" y="635694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A69E2E8-DBB6-72D1-79CD-DD644081FA5C}"/>
              </a:ext>
            </a:extLst>
          </p:cNvPr>
          <p:cNvSpPr/>
          <p:nvPr/>
        </p:nvSpPr>
        <p:spPr>
          <a:xfrm>
            <a:off x="6541239" y="6361784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8EF73996-8909-53EF-A574-182ECDE12A1B}"/>
              </a:ext>
            </a:extLst>
          </p:cNvPr>
          <p:cNvSpPr/>
          <p:nvPr/>
        </p:nvSpPr>
        <p:spPr>
          <a:xfrm>
            <a:off x="8085614" y="781843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3" name="Freeform 118">
            <a:extLst>
              <a:ext uri="{FF2B5EF4-FFF2-40B4-BE49-F238E27FC236}">
                <a16:creationId xmlns:a16="http://schemas.microsoft.com/office/drawing/2014/main" id="{EA6823C5-B8BF-0321-F4EA-6F256A5B8104}"/>
              </a:ext>
            </a:extLst>
          </p:cNvPr>
          <p:cNvSpPr/>
          <p:nvPr/>
        </p:nvSpPr>
        <p:spPr>
          <a:xfrm>
            <a:off x="7124942" y="3094505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4" name="Freeform 118">
            <a:extLst>
              <a:ext uri="{FF2B5EF4-FFF2-40B4-BE49-F238E27FC236}">
                <a16:creationId xmlns:a16="http://schemas.microsoft.com/office/drawing/2014/main" id="{D7462F28-E108-805A-1645-C42619273780}"/>
              </a:ext>
            </a:extLst>
          </p:cNvPr>
          <p:cNvSpPr/>
          <p:nvPr/>
        </p:nvSpPr>
        <p:spPr>
          <a:xfrm>
            <a:off x="6765990" y="7149085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15C5394-EBE7-2379-5766-1623DFECCD49}"/>
              </a:ext>
            </a:extLst>
          </p:cNvPr>
          <p:cNvSpPr/>
          <p:nvPr/>
        </p:nvSpPr>
        <p:spPr>
          <a:xfrm>
            <a:off x="14803795" y="727942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E068E513-C09D-FE64-56AB-7D2319A8A585}"/>
              </a:ext>
            </a:extLst>
          </p:cNvPr>
          <p:cNvSpPr/>
          <p:nvPr/>
        </p:nvSpPr>
        <p:spPr>
          <a:xfrm>
            <a:off x="14803795" y="212221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1ECD6919-B2A3-00F5-4FFA-CC398F6C1D5A}"/>
              </a:ext>
            </a:extLst>
          </p:cNvPr>
          <p:cNvSpPr/>
          <p:nvPr/>
        </p:nvSpPr>
        <p:spPr>
          <a:xfrm>
            <a:off x="14803795" y="657101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375C350-9CD9-6B6B-29FE-7EB3C09A3A46}"/>
              </a:ext>
            </a:extLst>
          </p:cNvPr>
          <p:cNvSpPr/>
          <p:nvPr/>
        </p:nvSpPr>
        <p:spPr>
          <a:xfrm>
            <a:off x="15342770" y="657540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59AD7FE3-5F86-C248-352A-1677B9201012}"/>
              </a:ext>
            </a:extLst>
          </p:cNvPr>
          <p:cNvSpPr/>
          <p:nvPr/>
        </p:nvSpPr>
        <p:spPr>
          <a:xfrm>
            <a:off x="15888571" y="6572464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65CE8435-896E-CE3B-96A8-46D7C383DAC7}"/>
              </a:ext>
            </a:extLst>
          </p:cNvPr>
          <p:cNvSpPr/>
          <p:nvPr/>
        </p:nvSpPr>
        <p:spPr>
          <a:xfrm>
            <a:off x="14803795" y="58037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61" name="Freeform 118">
            <a:extLst>
              <a:ext uri="{FF2B5EF4-FFF2-40B4-BE49-F238E27FC236}">
                <a16:creationId xmlns:a16="http://schemas.microsoft.com/office/drawing/2014/main" id="{EB8D67A0-06E3-7C5D-D8E0-C21C3FF2FE75}"/>
              </a:ext>
            </a:extLst>
          </p:cNvPr>
          <p:cNvSpPr/>
          <p:nvPr/>
        </p:nvSpPr>
        <p:spPr>
          <a:xfrm>
            <a:off x="15431006" y="214779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0B538559-A55D-AABF-49D8-79FDC072B0FE}"/>
              </a:ext>
            </a:extLst>
          </p:cNvPr>
          <p:cNvSpPr/>
          <p:nvPr/>
        </p:nvSpPr>
        <p:spPr>
          <a:xfrm>
            <a:off x="655092" y="4649935"/>
            <a:ext cx="13912545" cy="46660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Projet d’année 4A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6" name="Freeform 118">
            <a:extLst>
              <a:ext uri="{FF2B5EF4-FFF2-40B4-BE49-F238E27FC236}">
                <a16:creationId xmlns:a16="http://schemas.microsoft.com/office/drawing/2014/main" id="{36BAFA28-6C1D-D444-9E31-3A26AD1DB44A}"/>
              </a:ext>
            </a:extLst>
          </p:cNvPr>
          <p:cNvSpPr/>
          <p:nvPr/>
        </p:nvSpPr>
        <p:spPr>
          <a:xfrm>
            <a:off x="17080279" y="466920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C380461A-C73D-38B4-738E-C9B7E17C667B}"/>
              </a:ext>
            </a:extLst>
          </p:cNvPr>
          <p:cNvSpPr/>
          <p:nvPr/>
        </p:nvSpPr>
        <p:spPr>
          <a:xfrm>
            <a:off x="14803795" y="4603374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3674B292-FD4D-A5F2-BE37-687B4906ED20}"/>
              </a:ext>
            </a:extLst>
          </p:cNvPr>
          <p:cNvSpPr/>
          <p:nvPr/>
        </p:nvSpPr>
        <p:spPr>
          <a:xfrm>
            <a:off x="15342556" y="460776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EC333F99-7319-DC79-82BC-BC7213724FAF}"/>
              </a:ext>
            </a:extLst>
          </p:cNvPr>
          <p:cNvSpPr/>
          <p:nvPr/>
        </p:nvSpPr>
        <p:spPr>
          <a:xfrm>
            <a:off x="15872858" y="4604819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5E31F1E5-D4FC-CE2A-7494-8056F68F0339}"/>
              </a:ext>
            </a:extLst>
          </p:cNvPr>
          <p:cNvSpPr/>
          <p:nvPr/>
        </p:nvSpPr>
        <p:spPr>
          <a:xfrm>
            <a:off x="16429676" y="4603374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51" name="Freeform 31">
            <a:extLst>
              <a:ext uri="{FF2B5EF4-FFF2-40B4-BE49-F238E27FC236}">
                <a16:creationId xmlns:a16="http://schemas.microsoft.com/office/drawing/2014/main" id="{F9A123CF-640C-66BE-74EC-008F0C9D698C}"/>
              </a:ext>
            </a:extLst>
          </p:cNvPr>
          <p:cNvSpPr/>
          <p:nvPr/>
        </p:nvSpPr>
        <p:spPr>
          <a:xfrm>
            <a:off x="9132504" y="7938323"/>
            <a:ext cx="5435133" cy="49594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Réglementation thermique </a:t>
            </a:r>
            <a:r>
              <a:rPr lang="fr-FR" sz="2000" dirty="0">
                <a:ea typeface="Calibri"/>
                <a:cs typeface="Calibri"/>
              </a:rPr>
              <a:t>(ENER883)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54DDD9B8-8708-573C-DAFE-00017ECC2379}"/>
              </a:ext>
            </a:extLst>
          </p:cNvPr>
          <p:cNvSpPr/>
          <p:nvPr/>
        </p:nvSpPr>
        <p:spPr>
          <a:xfrm>
            <a:off x="14803795" y="787528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223039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42596-0F87-8AA9-1525-F0303503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E55A5079-7A4A-854F-3BB2-501520B79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57D7FD0-6EB0-D880-0271-312DE54E3F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1141FD6-3340-47D5-31CA-90E641BEBE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DC7768E-7F2E-4677-168A-0A2E6CED81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S9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0CDA02DE-1B1C-52F9-49F3-82BB6DA336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S10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A2786DC8-03B1-B515-E843-9CE11F5D7A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AA5BAA4-BA06-CD0E-6BF3-2311EC88C6FE}"/>
              </a:ext>
            </a:extLst>
          </p:cNvPr>
          <p:cNvSpPr>
            <a:spLocks/>
          </p:cNvSpPr>
          <p:nvPr/>
        </p:nvSpPr>
        <p:spPr>
          <a:xfrm>
            <a:off x="427182" y="5414170"/>
            <a:ext cx="17433636" cy="4563508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7431DB5-63A6-3FBF-3213-63E358923C53}"/>
              </a:ext>
            </a:extLst>
          </p:cNvPr>
          <p:cNvSpPr>
            <a:spLocks/>
          </p:cNvSpPr>
          <p:nvPr/>
        </p:nvSpPr>
        <p:spPr>
          <a:xfrm>
            <a:off x="774582" y="5116539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256E6429-3EA7-A75F-0C18-08B7982E524D}"/>
              </a:ext>
            </a:extLst>
          </p:cNvPr>
          <p:cNvSpPr>
            <a:spLocks/>
          </p:cNvSpPr>
          <p:nvPr/>
        </p:nvSpPr>
        <p:spPr>
          <a:xfrm>
            <a:off x="900584" y="1389513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C9FFCC80-46B1-F2E7-D4B6-A866A8F1D4C1}"/>
              </a:ext>
            </a:extLst>
          </p:cNvPr>
          <p:cNvSpPr/>
          <p:nvPr/>
        </p:nvSpPr>
        <p:spPr>
          <a:xfrm>
            <a:off x="804178" y="2155935"/>
            <a:ext cx="5179346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Réhabilitation des bâtiments​ </a:t>
            </a:r>
            <a:r>
              <a:rPr lang="fr-FR" sz="2000" dirty="0">
                <a:cs typeface="Segoe UI"/>
              </a:rPr>
              <a:t>(GECH916)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91CE3C54-AEF4-DD33-4CB8-553580766482}"/>
              </a:ext>
            </a:extLst>
          </p:cNvPr>
          <p:cNvSpPr/>
          <p:nvPr/>
        </p:nvSpPr>
        <p:spPr>
          <a:xfrm>
            <a:off x="8997913" y="2120929"/>
            <a:ext cx="512669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 </a:t>
            </a:r>
            <a:r>
              <a:rPr lang="en-US" sz="2000" dirty="0">
                <a:cs typeface="Segoe UI"/>
              </a:rPr>
              <a:t>(</a:t>
            </a:r>
            <a:r>
              <a:rPr lang="fr-FR" sz="2000" dirty="0">
                <a:cs typeface="Segoe UI"/>
              </a:rPr>
              <a:t>PROJ901)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364DA7DB-26B2-349A-1B6C-8E9BD1E4CBB0}"/>
              </a:ext>
            </a:extLst>
          </p:cNvPr>
          <p:cNvSpPr/>
          <p:nvPr/>
        </p:nvSpPr>
        <p:spPr>
          <a:xfrm>
            <a:off x="856833" y="5838674"/>
            <a:ext cx="512669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Solaire Thermique </a:t>
            </a:r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cs typeface="Segoe UI"/>
              </a:rPr>
              <a:t>ENER913)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A5A7564B-8341-0558-4D94-CC9A45E9488D}"/>
              </a:ext>
            </a:extLst>
          </p:cNvPr>
          <p:cNvSpPr/>
          <p:nvPr/>
        </p:nvSpPr>
        <p:spPr>
          <a:xfrm>
            <a:off x="839411" y="6778116"/>
            <a:ext cx="512669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Solaire Photovoltaïque </a:t>
            </a:r>
            <a:r>
              <a:rPr lang="fr-FR" sz="2000" dirty="0">
                <a:ea typeface="+mn-lt"/>
                <a:cs typeface="+mn-lt"/>
              </a:rPr>
              <a:t>(ENER914)</a:t>
            </a:r>
            <a:endParaRPr lang="fr-FR" sz="2000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D7157B5-D1DC-B440-4206-0D8CE2FBF479}"/>
              </a:ext>
            </a:extLst>
          </p:cNvPr>
          <p:cNvSpPr/>
          <p:nvPr/>
        </p:nvSpPr>
        <p:spPr>
          <a:xfrm>
            <a:off x="6141150" y="223372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6DBE2038-94F4-2156-DE2F-7703FD81421A}"/>
              </a:ext>
            </a:extLst>
          </p:cNvPr>
          <p:cNvSpPr/>
          <p:nvPr/>
        </p:nvSpPr>
        <p:spPr>
          <a:xfrm>
            <a:off x="6697969" y="22381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229427D-D679-4A38-797F-235CA5352408}"/>
              </a:ext>
            </a:extLst>
          </p:cNvPr>
          <p:cNvSpPr/>
          <p:nvPr/>
        </p:nvSpPr>
        <p:spPr>
          <a:xfrm>
            <a:off x="7243771" y="22351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64A6B5F-9D0C-9F71-00DD-AB7C24A9FC4D}"/>
              </a:ext>
            </a:extLst>
          </p:cNvPr>
          <p:cNvSpPr/>
          <p:nvPr/>
        </p:nvSpPr>
        <p:spPr>
          <a:xfrm>
            <a:off x="15864488" y="219855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9C080D4-4DFD-2B14-6275-83875881349C}"/>
              </a:ext>
            </a:extLst>
          </p:cNvPr>
          <p:cNvSpPr/>
          <p:nvPr/>
        </p:nvSpPr>
        <p:spPr>
          <a:xfrm>
            <a:off x="14249600" y="2198559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5B27B38-3B3E-69C7-F31F-B5E950CCB490}"/>
              </a:ext>
            </a:extLst>
          </p:cNvPr>
          <p:cNvSpPr/>
          <p:nvPr/>
        </p:nvSpPr>
        <p:spPr>
          <a:xfrm>
            <a:off x="14792748" y="2198559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F5561382-8918-9515-8741-3AAD11D51875}"/>
              </a:ext>
            </a:extLst>
          </p:cNvPr>
          <p:cNvSpPr/>
          <p:nvPr/>
        </p:nvSpPr>
        <p:spPr>
          <a:xfrm>
            <a:off x="15340371" y="2198559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3" name="Freeform 118">
            <a:extLst>
              <a:ext uri="{FF2B5EF4-FFF2-40B4-BE49-F238E27FC236}">
                <a16:creationId xmlns:a16="http://schemas.microsoft.com/office/drawing/2014/main" id="{299B53F1-5276-71A7-28FA-3C87FDBBF448}"/>
              </a:ext>
            </a:extLst>
          </p:cNvPr>
          <p:cNvSpPr/>
          <p:nvPr/>
        </p:nvSpPr>
        <p:spPr>
          <a:xfrm>
            <a:off x="16623944" y="225559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12250F41-3474-887F-659D-2767C4612438}"/>
              </a:ext>
            </a:extLst>
          </p:cNvPr>
          <p:cNvSpPr/>
          <p:nvPr/>
        </p:nvSpPr>
        <p:spPr>
          <a:xfrm>
            <a:off x="6097610" y="590077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EDBBD975-957B-3067-01AE-69F4745A1905}"/>
              </a:ext>
            </a:extLst>
          </p:cNvPr>
          <p:cNvSpPr/>
          <p:nvPr/>
        </p:nvSpPr>
        <p:spPr>
          <a:xfrm>
            <a:off x="6097610" y="685574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07B94A20-DDED-D481-12F7-3B3292A014CA}"/>
              </a:ext>
            </a:extLst>
          </p:cNvPr>
          <p:cNvSpPr/>
          <p:nvPr/>
        </p:nvSpPr>
        <p:spPr>
          <a:xfrm>
            <a:off x="813082" y="3968245"/>
            <a:ext cx="1331152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Segoe UI"/>
              </a:rPr>
              <a:t>Projet d’année 5A 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A2986611-BB11-CC24-DD3B-CCD75F494C6F}"/>
              </a:ext>
            </a:extLst>
          </p:cNvPr>
          <p:cNvSpPr/>
          <p:nvPr/>
        </p:nvSpPr>
        <p:spPr>
          <a:xfrm>
            <a:off x="15855525" y="401839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19099BDB-B5D9-9019-6C20-6C813A5FBADB}"/>
              </a:ext>
            </a:extLst>
          </p:cNvPr>
          <p:cNvSpPr/>
          <p:nvPr/>
        </p:nvSpPr>
        <p:spPr>
          <a:xfrm>
            <a:off x="14249600" y="401839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82E3A8A4-65E1-7A0D-10E8-8AEC34FBC044}"/>
              </a:ext>
            </a:extLst>
          </p:cNvPr>
          <p:cNvSpPr/>
          <p:nvPr/>
        </p:nvSpPr>
        <p:spPr>
          <a:xfrm>
            <a:off x="14783787" y="4018392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EACF3FA1-BAC7-EF19-FB53-CFE7622DB3F9}"/>
              </a:ext>
            </a:extLst>
          </p:cNvPr>
          <p:cNvSpPr/>
          <p:nvPr/>
        </p:nvSpPr>
        <p:spPr>
          <a:xfrm>
            <a:off x="15313475" y="4018392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0" name="Freeform 118">
            <a:extLst>
              <a:ext uri="{FF2B5EF4-FFF2-40B4-BE49-F238E27FC236}">
                <a16:creationId xmlns:a16="http://schemas.microsoft.com/office/drawing/2014/main" id="{34B29B02-C36B-6CB7-F296-F20A21CA5BEA}"/>
              </a:ext>
            </a:extLst>
          </p:cNvPr>
          <p:cNvSpPr/>
          <p:nvPr/>
        </p:nvSpPr>
        <p:spPr>
          <a:xfrm>
            <a:off x="16668770" y="407543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1" name="Freeform 31">
            <a:extLst>
              <a:ext uri="{FF2B5EF4-FFF2-40B4-BE49-F238E27FC236}">
                <a16:creationId xmlns:a16="http://schemas.microsoft.com/office/drawing/2014/main" id="{9B2D63D3-8BF2-F02A-5FFB-46947268AB0E}"/>
              </a:ext>
            </a:extLst>
          </p:cNvPr>
          <p:cNvSpPr/>
          <p:nvPr/>
        </p:nvSpPr>
        <p:spPr>
          <a:xfrm>
            <a:off x="856833" y="7703497"/>
            <a:ext cx="512669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renouvelable </a:t>
            </a:r>
            <a:r>
              <a:rPr lang="fr-FR" sz="2000" dirty="0">
                <a:ea typeface="+mn-lt"/>
                <a:cs typeface="+mn-lt"/>
              </a:rPr>
              <a:t>(ENER982)</a:t>
            </a:r>
            <a:endParaRPr lang="fr-FR" sz="2000" dirty="0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235F005E-1DDA-7A85-C6D0-534A19DFC433}"/>
              </a:ext>
            </a:extLst>
          </p:cNvPr>
          <p:cNvSpPr/>
          <p:nvPr/>
        </p:nvSpPr>
        <p:spPr>
          <a:xfrm>
            <a:off x="6641197" y="778112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0479E04-A1E0-CF44-4F39-9EAD20219909}"/>
              </a:ext>
            </a:extLst>
          </p:cNvPr>
          <p:cNvSpPr/>
          <p:nvPr/>
        </p:nvSpPr>
        <p:spPr>
          <a:xfrm>
            <a:off x="6097610" y="77811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399830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1ACD8479-A752-5998-837F-E46B3B7B9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F22B95-F381-AC17-9672-C791D69BB0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2051426"/>
            <a:ext cx="17835899" cy="8037969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0CEA72B-D696-8FF0-A29B-18B7B3331463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6AB701B3-28BF-1573-726E-29D2B1AE936E}"/>
              </a:ext>
            </a:extLst>
          </p:cNvPr>
          <p:cNvSpPr/>
          <p:nvPr/>
        </p:nvSpPr>
        <p:spPr>
          <a:xfrm>
            <a:off x="355443" y="2311009"/>
            <a:ext cx="2683543" cy="138245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Fonctions et technologies du Bâtiment 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92FCB3F-9C8B-089D-E83C-6A2003F879AC}"/>
              </a:ext>
            </a:extLst>
          </p:cNvPr>
          <p:cNvSpPr/>
          <p:nvPr/>
        </p:nvSpPr>
        <p:spPr>
          <a:xfrm>
            <a:off x="355444" y="4420486"/>
            <a:ext cx="5743720" cy="74318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Projet d’année 3A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B0EB5FA4-396F-9CCD-749C-C404EFD1E783}"/>
              </a:ext>
            </a:extLst>
          </p:cNvPr>
          <p:cNvSpPr/>
          <p:nvPr/>
        </p:nvSpPr>
        <p:spPr>
          <a:xfrm>
            <a:off x="3448946" y="6022040"/>
            <a:ext cx="2677665" cy="13551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Introduction à la maquette numérique du bâtiment </a:t>
            </a:r>
            <a:endParaRPr lang="fr-FR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6D792CF7-BA9F-F7FE-F9FD-B5235EC373E5}"/>
              </a:ext>
            </a:extLst>
          </p:cNvPr>
          <p:cNvSpPr/>
          <p:nvPr/>
        </p:nvSpPr>
        <p:spPr>
          <a:xfrm>
            <a:off x="3451503" y="2321148"/>
            <a:ext cx="2652848" cy="94043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Acoustique et éclairage - projet de BE 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CCEB22B9-8F1C-FDB4-7C2E-728C5F6AEA95}"/>
              </a:ext>
            </a:extLst>
          </p:cNvPr>
          <p:cNvSpPr/>
          <p:nvPr/>
        </p:nvSpPr>
        <p:spPr>
          <a:xfrm>
            <a:off x="6493180" y="7962886"/>
            <a:ext cx="2472462" cy="137545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modélisation des structures – projet descente de charges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E88DCF9C-F769-3A65-6EBC-A25A35386FE4}"/>
              </a:ext>
            </a:extLst>
          </p:cNvPr>
          <p:cNvSpPr/>
          <p:nvPr/>
        </p:nvSpPr>
        <p:spPr>
          <a:xfrm>
            <a:off x="6493180" y="6014952"/>
            <a:ext cx="2491472" cy="116257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Réglementation thermique et environnementale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3DFF2CFC-29B2-8FEE-B62E-B115C99518D7}"/>
              </a:ext>
            </a:extLst>
          </p:cNvPr>
          <p:cNvSpPr/>
          <p:nvPr/>
        </p:nvSpPr>
        <p:spPr>
          <a:xfrm>
            <a:off x="6478656" y="2295579"/>
            <a:ext cx="2505996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APP BIM – BE 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3E2F5820-1B39-A579-C147-68E1C25C84A8}"/>
              </a:ext>
            </a:extLst>
          </p:cNvPr>
          <p:cNvSpPr/>
          <p:nvPr/>
        </p:nvSpPr>
        <p:spPr>
          <a:xfrm>
            <a:off x="9439598" y="6045117"/>
            <a:ext cx="2558860" cy="49594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Béton armé - projet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9619E978-5294-0377-DCD8-BDAE02B9BBB5}"/>
              </a:ext>
            </a:extLst>
          </p:cNvPr>
          <p:cNvSpPr/>
          <p:nvPr/>
        </p:nvSpPr>
        <p:spPr>
          <a:xfrm>
            <a:off x="9414115" y="2295579"/>
            <a:ext cx="2558859" cy="7454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Conduite de chantier </a:t>
            </a:r>
            <a:r>
              <a:rPr lang="fr-FR" sz="2000" dirty="0">
                <a:ea typeface="Calibri"/>
                <a:cs typeface="Calibri"/>
              </a:rPr>
              <a:t>(GECH814)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9808B13-6A8A-073B-D84A-B404C4DD5FF3}"/>
              </a:ext>
            </a:extLst>
          </p:cNvPr>
          <p:cNvSpPr/>
          <p:nvPr/>
        </p:nvSpPr>
        <p:spPr>
          <a:xfrm>
            <a:off x="405885" y="37360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B835D70-9EDE-8620-3091-BA05DAC6B092}"/>
              </a:ext>
            </a:extLst>
          </p:cNvPr>
          <p:cNvSpPr/>
          <p:nvPr/>
        </p:nvSpPr>
        <p:spPr>
          <a:xfrm>
            <a:off x="989404" y="373608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E668872-C953-080B-04EF-B385C39DE0A7}"/>
              </a:ext>
            </a:extLst>
          </p:cNvPr>
          <p:cNvSpPr/>
          <p:nvPr/>
        </p:nvSpPr>
        <p:spPr>
          <a:xfrm>
            <a:off x="3535374" y="328784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E46745A2-2322-F247-E25B-06779BE715FE}"/>
              </a:ext>
            </a:extLst>
          </p:cNvPr>
          <p:cNvSpPr/>
          <p:nvPr/>
        </p:nvSpPr>
        <p:spPr>
          <a:xfrm>
            <a:off x="3494450" y="744476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BF350B2D-7C71-37AD-99BC-9ED8CD990461}"/>
              </a:ext>
            </a:extLst>
          </p:cNvPr>
          <p:cNvSpPr/>
          <p:nvPr/>
        </p:nvSpPr>
        <p:spPr>
          <a:xfrm>
            <a:off x="4025830" y="74447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02C4B3D8-4CC8-24EC-04E6-879D998E00BC}"/>
              </a:ext>
            </a:extLst>
          </p:cNvPr>
          <p:cNvSpPr/>
          <p:nvPr/>
        </p:nvSpPr>
        <p:spPr>
          <a:xfrm>
            <a:off x="6567941" y="29788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64B79F7A-6D32-C112-F2B6-3012EB25D41E}"/>
              </a:ext>
            </a:extLst>
          </p:cNvPr>
          <p:cNvSpPr/>
          <p:nvPr/>
        </p:nvSpPr>
        <p:spPr>
          <a:xfrm>
            <a:off x="7146945" y="297880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A234776-2656-6E7B-FEC4-3B78C78B5541}"/>
              </a:ext>
            </a:extLst>
          </p:cNvPr>
          <p:cNvSpPr/>
          <p:nvPr/>
        </p:nvSpPr>
        <p:spPr>
          <a:xfrm>
            <a:off x="7706294" y="297880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D52B3964-AA21-C6BB-D910-46F6A80847B2}"/>
              </a:ext>
            </a:extLst>
          </p:cNvPr>
          <p:cNvSpPr/>
          <p:nvPr/>
        </p:nvSpPr>
        <p:spPr>
          <a:xfrm>
            <a:off x="6550012" y="721500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CAD98058-F76D-356F-7125-BDF8A4D9A29A}"/>
              </a:ext>
            </a:extLst>
          </p:cNvPr>
          <p:cNvSpPr/>
          <p:nvPr/>
        </p:nvSpPr>
        <p:spPr>
          <a:xfrm>
            <a:off x="7075926" y="7215001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3" name="Freeform 118">
            <a:extLst>
              <a:ext uri="{FF2B5EF4-FFF2-40B4-BE49-F238E27FC236}">
                <a16:creationId xmlns:a16="http://schemas.microsoft.com/office/drawing/2014/main" id="{2C5A09B5-CACD-9242-2A55-8E218C407C6C}"/>
              </a:ext>
            </a:extLst>
          </p:cNvPr>
          <p:cNvSpPr/>
          <p:nvPr/>
        </p:nvSpPr>
        <p:spPr>
          <a:xfrm>
            <a:off x="7662827" y="727203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96DE1249-C5F7-D531-F602-85BEE21771EB}"/>
              </a:ext>
            </a:extLst>
          </p:cNvPr>
          <p:cNvSpPr/>
          <p:nvPr/>
        </p:nvSpPr>
        <p:spPr>
          <a:xfrm>
            <a:off x="6558978" y="93885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0" name="Freeform 31">
            <a:extLst>
              <a:ext uri="{FF2B5EF4-FFF2-40B4-BE49-F238E27FC236}">
                <a16:creationId xmlns:a16="http://schemas.microsoft.com/office/drawing/2014/main" id="{4539D80A-DE3F-46DE-7CB6-2F619676D50F}"/>
              </a:ext>
            </a:extLst>
          </p:cNvPr>
          <p:cNvSpPr/>
          <p:nvPr/>
        </p:nvSpPr>
        <p:spPr>
          <a:xfrm>
            <a:off x="9429653" y="7298865"/>
            <a:ext cx="2568805" cy="78288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étude </a:t>
            </a:r>
            <a:r>
              <a:rPr lang="fr-FR" sz="2000" dirty="0">
                <a:ea typeface="Calibri"/>
                <a:cs typeface="Calibri"/>
              </a:rPr>
              <a:t>(PROJ811 )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6D053317-0743-D871-3A15-699ABD27D3CC}"/>
              </a:ext>
            </a:extLst>
          </p:cNvPr>
          <p:cNvSpPr/>
          <p:nvPr/>
        </p:nvSpPr>
        <p:spPr>
          <a:xfrm>
            <a:off x="9460998" y="306602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AB5E75CB-260F-A92E-D88F-DCBD25EC7D4D}"/>
              </a:ext>
            </a:extLst>
          </p:cNvPr>
          <p:cNvSpPr/>
          <p:nvPr/>
        </p:nvSpPr>
        <p:spPr>
          <a:xfrm>
            <a:off x="9496866" y="658663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3" name="Freeform 118">
            <a:extLst>
              <a:ext uri="{FF2B5EF4-FFF2-40B4-BE49-F238E27FC236}">
                <a16:creationId xmlns:a16="http://schemas.microsoft.com/office/drawing/2014/main" id="{3815F09F-FFF6-53F3-0102-BD1CFE42F968}"/>
              </a:ext>
            </a:extLst>
          </p:cNvPr>
          <p:cNvSpPr/>
          <p:nvPr/>
        </p:nvSpPr>
        <p:spPr>
          <a:xfrm>
            <a:off x="10205956" y="665049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60D769B-1E3B-7E37-0BCA-DC63989CE7A0}"/>
              </a:ext>
            </a:extLst>
          </p:cNvPr>
          <p:cNvSpPr/>
          <p:nvPr/>
        </p:nvSpPr>
        <p:spPr>
          <a:xfrm>
            <a:off x="19567236" y="1751952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9B2FF052-4B82-1C86-CAEA-7FDCBA6767D4}"/>
              </a:ext>
            </a:extLst>
          </p:cNvPr>
          <p:cNvSpPr/>
          <p:nvPr/>
        </p:nvSpPr>
        <p:spPr>
          <a:xfrm>
            <a:off x="20109390" y="1750512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5FBC92B7-FF17-37B8-2536-33955A403773}"/>
              </a:ext>
            </a:extLst>
          </p:cNvPr>
          <p:cNvSpPr/>
          <p:nvPr/>
        </p:nvSpPr>
        <p:spPr>
          <a:xfrm>
            <a:off x="20654281" y="175197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4899255A-2492-564B-B7A7-B965E1D6803E}"/>
              </a:ext>
            </a:extLst>
          </p:cNvPr>
          <p:cNvSpPr/>
          <p:nvPr/>
        </p:nvSpPr>
        <p:spPr>
          <a:xfrm>
            <a:off x="21221028" y="1748505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BA586A85-F9DB-F009-C2A6-890F6FD5F373}"/>
              </a:ext>
            </a:extLst>
          </p:cNvPr>
          <p:cNvSpPr/>
          <p:nvPr/>
        </p:nvSpPr>
        <p:spPr>
          <a:xfrm>
            <a:off x="9472982" y="812451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F0B15FF0-AA7F-DA11-426F-7AED62E08B8D}"/>
              </a:ext>
            </a:extLst>
          </p:cNvPr>
          <p:cNvSpPr/>
          <p:nvPr/>
        </p:nvSpPr>
        <p:spPr>
          <a:xfrm>
            <a:off x="10015136" y="811011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CED5724D-D85F-D577-7B72-A3E0EE71F8FA}"/>
              </a:ext>
            </a:extLst>
          </p:cNvPr>
          <p:cNvSpPr/>
          <p:nvPr/>
        </p:nvSpPr>
        <p:spPr>
          <a:xfrm>
            <a:off x="10560027" y="812478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EB0541DF-C787-63DF-4E08-4FAB2B997E91}"/>
              </a:ext>
            </a:extLst>
          </p:cNvPr>
          <p:cNvSpPr/>
          <p:nvPr/>
        </p:nvSpPr>
        <p:spPr>
          <a:xfrm>
            <a:off x="11126774" y="810797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57" name="Freeform 31">
            <a:extLst>
              <a:ext uri="{FF2B5EF4-FFF2-40B4-BE49-F238E27FC236}">
                <a16:creationId xmlns:a16="http://schemas.microsoft.com/office/drawing/2014/main" id="{7CE1A4F9-7734-63EF-6AD0-7DD08838499C}"/>
              </a:ext>
            </a:extLst>
          </p:cNvPr>
          <p:cNvSpPr/>
          <p:nvPr/>
        </p:nvSpPr>
        <p:spPr>
          <a:xfrm>
            <a:off x="12381249" y="2274861"/>
            <a:ext cx="2521639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Réhabilitation des bâtiments​ </a:t>
            </a:r>
            <a:r>
              <a:rPr lang="fr-FR" sz="2000" dirty="0">
                <a:cs typeface="Segoe UI"/>
              </a:rPr>
              <a:t>(GECH916)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C02E64A0-BCFB-954C-869E-23131443625B}"/>
              </a:ext>
            </a:extLst>
          </p:cNvPr>
          <p:cNvSpPr/>
          <p:nvPr/>
        </p:nvSpPr>
        <p:spPr>
          <a:xfrm>
            <a:off x="12466715" y="29788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C6AD122D-2EE2-90BB-D63A-9F92AC0BF37C}"/>
              </a:ext>
            </a:extLst>
          </p:cNvPr>
          <p:cNvSpPr/>
          <p:nvPr/>
        </p:nvSpPr>
        <p:spPr>
          <a:xfrm>
            <a:off x="13009861" y="297881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A197209A-99F1-1584-CD32-CBD29DC7019E}"/>
              </a:ext>
            </a:extLst>
          </p:cNvPr>
          <p:cNvSpPr/>
          <p:nvPr/>
        </p:nvSpPr>
        <p:spPr>
          <a:xfrm>
            <a:off x="13533352" y="297881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" name="Freeform 118">
            <a:extLst>
              <a:ext uri="{FF2B5EF4-FFF2-40B4-BE49-F238E27FC236}">
                <a16:creationId xmlns:a16="http://schemas.microsoft.com/office/drawing/2014/main" id="{F26E1F97-F2F9-3C9E-BF85-CAE339D0A931}"/>
              </a:ext>
            </a:extLst>
          </p:cNvPr>
          <p:cNvSpPr/>
          <p:nvPr/>
        </p:nvSpPr>
        <p:spPr>
          <a:xfrm>
            <a:off x="2538316" y="5224633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5CCC621-E16B-592A-9E40-2ABB1A83A16D}"/>
              </a:ext>
            </a:extLst>
          </p:cNvPr>
          <p:cNvSpPr/>
          <p:nvPr/>
        </p:nvSpPr>
        <p:spPr>
          <a:xfrm>
            <a:off x="360463" y="5176729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2CB31B05-099F-EB04-74DA-12F6CF08D923}"/>
              </a:ext>
            </a:extLst>
          </p:cNvPr>
          <p:cNvSpPr/>
          <p:nvPr/>
        </p:nvSpPr>
        <p:spPr>
          <a:xfrm>
            <a:off x="903611" y="5181119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381F1D45-58E9-367A-1C5A-14F130F569EA}"/>
              </a:ext>
            </a:extLst>
          </p:cNvPr>
          <p:cNvSpPr/>
          <p:nvPr/>
        </p:nvSpPr>
        <p:spPr>
          <a:xfrm>
            <a:off x="1433303" y="5178174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94765D2-B7FE-B8EE-8609-5864AA147615}"/>
              </a:ext>
            </a:extLst>
          </p:cNvPr>
          <p:cNvSpPr/>
          <p:nvPr/>
        </p:nvSpPr>
        <p:spPr>
          <a:xfrm>
            <a:off x="1976447" y="517672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73" name="Freeform 31">
            <a:extLst>
              <a:ext uri="{FF2B5EF4-FFF2-40B4-BE49-F238E27FC236}">
                <a16:creationId xmlns:a16="http://schemas.microsoft.com/office/drawing/2014/main" id="{155FB165-2CA6-2B15-50D5-F03BA63B5767}"/>
              </a:ext>
            </a:extLst>
          </p:cNvPr>
          <p:cNvSpPr/>
          <p:nvPr/>
        </p:nvSpPr>
        <p:spPr>
          <a:xfrm>
            <a:off x="6368038" y="4411899"/>
            <a:ext cx="5748909" cy="74318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Projet d’année 4A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74" name="Freeform 118">
            <a:extLst>
              <a:ext uri="{FF2B5EF4-FFF2-40B4-BE49-F238E27FC236}">
                <a16:creationId xmlns:a16="http://schemas.microsoft.com/office/drawing/2014/main" id="{8B6D0ADE-7280-94E7-C547-BD32300A31CB}"/>
              </a:ext>
            </a:extLst>
          </p:cNvPr>
          <p:cNvSpPr/>
          <p:nvPr/>
        </p:nvSpPr>
        <p:spPr>
          <a:xfrm>
            <a:off x="8532982" y="5233975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DE5301CF-A0E8-941A-23E6-6ACF888FF100}"/>
              </a:ext>
            </a:extLst>
          </p:cNvPr>
          <p:cNvSpPr/>
          <p:nvPr/>
        </p:nvSpPr>
        <p:spPr>
          <a:xfrm>
            <a:off x="6373058" y="516814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F3714B19-E2F7-440B-C6DE-231F461AA1F2}"/>
              </a:ext>
            </a:extLst>
          </p:cNvPr>
          <p:cNvSpPr/>
          <p:nvPr/>
        </p:nvSpPr>
        <p:spPr>
          <a:xfrm>
            <a:off x="6916206" y="5172532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A15371B1-6F07-0420-60AE-18DAC2362705}"/>
              </a:ext>
            </a:extLst>
          </p:cNvPr>
          <p:cNvSpPr/>
          <p:nvPr/>
        </p:nvSpPr>
        <p:spPr>
          <a:xfrm>
            <a:off x="7445898" y="516958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AE5E86FA-7E78-6F1A-9818-750F037B7E93}"/>
              </a:ext>
            </a:extLst>
          </p:cNvPr>
          <p:cNvSpPr/>
          <p:nvPr/>
        </p:nvSpPr>
        <p:spPr>
          <a:xfrm>
            <a:off x="7989042" y="5168142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79" name="Freeform 31">
            <a:extLst>
              <a:ext uri="{FF2B5EF4-FFF2-40B4-BE49-F238E27FC236}">
                <a16:creationId xmlns:a16="http://schemas.microsoft.com/office/drawing/2014/main" id="{FA08E37B-705A-13A5-B1B0-5BDD8B8853CB}"/>
              </a:ext>
            </a:extLst>
          </p:cNvPr>
          <p:cNvSpPr/>
          <p:nvPr/>
        </p:nvSpPr>
        <p:spPr>
          <a:xfrm>
            <a:off x="12242076" y="4420486"/>
            <a:ext cx="5748909" cy="74318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Projet d’année 5A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80" name="Freeform 118">
            <a:extLst>
              <a:ext uri="{FF2B5EF4-FFF2-40B4-BE49-F238E27FC236}">
                <a16:creationId xmlns:a16="http://schemas.microsoft.com/office/drawing/2014/main" id="{436121B2-83F9-B066-C5F5-D9A30B01735D}"/>
              </a:ext>
            </a:extLst>
          </p:cNvPr>
          <p:cNvSpPr/>
          <p:nvPr/>
        </p:nvSpPr>
        <p:spPr>
          <a:xfrm>
            <a:off x="14407020" y="5242562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C93D39DD-3C4C-E9B4-4FE1-E2041519C428}"/>
              </a:ext>
            </a:extLst>
          </p:cNvPr>
          <p:cNvSpPr/>
          <p:nvPr/>
        </p:nvSpPr>
        <p:spPr>
          <a:xfrm>
            <a:off x="12247096" y="5176729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4CD31E0E-DD5E-24BA-19EC-D64EC10B9006}"/>
              </a:ext>
            </a:extLst>
          </p:cNvPr>
          <p:cNvSpPr/>
          <p:nvPr/>
        </p:nvSpPr>
        <p:spPr>
          <a:xfrm>
            <a:off x="12790244" y="5181119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2DB08290-B7CF-4560-3D6A-F5C42A6CDC1A}"/>
              </a:ext>
            </a:extLst>
          </p:cNvPr>
          <p:cNvSpPr/>
          <p:nvPr/>
        </p:nvSpPr>
        <p:spPr>
          <a:xfrm>
            <a:off x="13319936" y="5178174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33DDFB03-2EF9-F423-939B-8E0C8F6D7602}"/>
              </a:ext>
            </a:extLst>
          </p:cNvPr>
          <p:cNvSpPr/>
          <p:nvPr/>
        </p:nvSpPr>
        <p:spPr>
          <a:xfrm>
            <a:off x="13863080" y="517672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85" name="Freeform 31">
            <a:extLst>
              <a:ext uri="{FF2B5EF4-FFF2-40B4-BE49-F238E27FC236}">
                <a16:creationId xmlns:a16="http://schemas.microsoft.com/office/drawing/2014/main" id="{DD52C528-3D26-3127-E220-6E75A16CE405}"/>
              </a:ext>
            </a:extLst>
          </p:cNvPr>
          <p:cNvSpPr/>
          <p:nvPr/>
        </p:nvSpPr>
        <p:spPr>
          <a:xfrm>
            <a:off x="15192151" y="2303219"/>
            <a:ext cx="2586234" cy="74318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 </a:t>
            </a:r>
            <a:r>
              <a:rPr lang="en-US" sz="2000" dirty="0">
                <a:cs typeface="Segoe UI"/>
              </a:rPr>
              <a:t>(</a:t>
            </a:r>
            <a:r>
              <a:rPr lang="fr-FR" sz="2000" dirty="0">
                <a:cs typeface="Segoe UI"/>
              </a:rPr>
              <a:t>PROJ901)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86" name="Freeform 118">
            <a:extLst>
              <a:ext uri="{FF2B5EF4-FFF2-40B4-BE49-F238E27FC236}">
                <a16:creationId xmlns:a16="http://schemas.microsoft.com/office/drawing/2014/main" id="{C2428D85-6747-ABB5-03C7-771760233178}"/>
              </a:ext>
            </a:extLst>
          </p:cNvPr>
          <p:cNvSpPr/>
          <p:nvPr/>
        </p:nvSpPr>
        <p:spPr>
          <a:xfrm>
            <a:off x="17357094" y="3125295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23447B35-7DD4-2D7C-0AE4-086D9A122BF0}"/>
              </a:ext>
            </a:extLst>
          </p:cNvPr>
          <p:cNvSpPr/>
          <p:nvPr/>
        </p:nvSpPr>
        <p:spPr>
          <a:xfrm>
            <a:off x="15197170" y="305946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88" name="Ellipse 87">
            <a:extLst>
              <a:ext uri="{FF2B5EF4-FFF2-40B4-BE49-F238E27FC236}">
                <a16:creationId xmlns:a16="http://schemas.microsoft.com/office/drawing/2014/main" id="{07E1CE71-1023-659D-52D4-B967D72923E9}"/>
              </a:ext>
            </a:extLst>
          </p:cNvPr>
          <p:cNvSpPr/>
          <p:nvPr/>
        </p:nvSpPr>
        <p:spPr>
          <a:xfrm>
            <a:off x="15740318" y="3063852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95" name="Ellipse 94">
            <a:extLst>
              <a:ext uri="{FF2B5EF4-FFF2-40B4-BE49-F238E27FC236}">
                <a16:creationId xmlns:a16="http://schemas.microsoft.com/office/drawing/2014/main" id="{C7AB5C4A-F289-53AD-FB64-83F46AB26CB0}"/>
              </a:ext>
            </a:extLst>
          </p:cNvPr>
          <p:cNvSpPr/>
          <p:nvPr/>
        </p:nvSpPr>
        <p:spPr>
          <a:xfrm>
            <a:off x="16270010" y="306090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9D6AADCD-B098-4E71-9CAB-673D1228F7D0}"/>
              </a:ext>
            </a:extLst>
          </p:cNvPr>
          <p:cNvSpPr/>
          <p:nvPr/>
        </p:nvSpPr>
        <p:spPr>
          <a:xfrm>
            <a:off x="16813154" y="3059462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8069C-4619-F728-9D10-A18DDC0D9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7A64D0B5-4606-0BDE-B263-78AD78F4DB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6948B2C9-E953-D4F5-CCA1-C053326FF8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2051427"/>
            <a:ext cx="17835899" cy="7980550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3479B87-8CF1-61AB-EDF6-81E023ED0172}"/>
              </a:ext>
            </a:extLst>
          </p:cNvPr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93BD12B-D0AD-D7DF-CC44-DCA2FE8A8606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1950039-A0D2-DFBC-7E06-EC5E947314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7BAC405-F4DF-F0A9-2503-7AC7B2412C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4AFE850-8689-443C-7AF9-F6FC9D77B5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D51D4B7-B1AC-167A-0DCF-177AF09BC2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9C5AEAB-15B9-218A-1BB7-4163B2753D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2E9615E-EAEC-8EE2-0441-46736E82CC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7BAE5EBC-A19A-FAF9-E6F1-0FD67BE155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5853D067-EB0E-BFDA-ED1D-DC92D30E9B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CCC8BC89-9583-6896-DE14-8F30E9C03A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04E3CBAF-34EF-53E8-E863-4C5E1F3BE9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108B4736-4D35-58D6-653A-1D5C396DDD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823166A2-B65F-6AB2-C6CB-27ECC9AD6A0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9D0EA778-4E39-7F8B-BB6A-B1A05F073058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0EBCB69-91F3-A316-1778-4D4361CBFF56}"/>
              </a:ext>
            </a:extLst>
          </p:cNvPr>
          <p:cNvSpPr/>
          <p:nvPr/>
        </p:nvSpPr>
        <p:spPr>
          <a:xfrm>
            <a:off x="430570" y="2404188"/>
            <a:ext cx="2469975" cy="74709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Bilan carbone d'une entreprise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0911D224-1208-3851-8A67-9825D9E87025}"/>
              </a:ext>
            </a:extLst>
          </p:cNvPr>
          <p:cNvSpPr/>
          <p:nvPr/>
        </p:nvSpPr>
        <p:spPr>
          <a:xfrm>
            <a:off x="3645071" y="4822716"/>
            <a:ext cx="2320839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Gestion financière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EBEAC854-D255-1ADC-0CA3-C539EF23114E}"/>
              </a:ext>
            </a:extLst>
          </p:cNvPr>
          <p:cNvSpPr/>
          <p:nvPr/>
        </p:nvSpPr>
        <p:spPr>
          <a:xfrm>
            <a:off x="3645071" y="3546015"/>
            <a:ext cx="2320839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Energétique et fluides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C605AA75-643E-A4B3-D462-85E58648FE84}"/>
              </a:ext>
            </a:extLst>
          </p:cNvPr>
          <p:cNvSpPr/>
          <p:nvPr/>
        </p:nvSpPr>
        <p:spPr>
          <a:xfrm>
            <a:off x="3645071" y="2296614"/>
            <a:ext cx="2320839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Génie climatique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1641A99-3192-7340-4639-6DFCDFC043E8}"/>
              </a:ext>
            </a:extLst>
          </p:cNvPr>
          <p:cNvSpPr/>
          <p:nvPr/>
        </p:nvSpPr>
        <p:spPr>
          <a:xfrm>
            <a:off x="484021" y="4055510"/>
            <a:ext cx="2416524" cy="98101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Matériaux de construction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D62F962A-5902-11C4-E5E4-12D78275E45D}"/>
              </a:ext>
            </a:extLst>
          </p:cNvPr>
          <p:cNvSpPr/>
          <p:nvPr/>
        </p:nvSpPr>
        <p:spPr>
          <a:xfrm>
            <a:off x="9423219" y="2300421"/>
            <a:ext cx="2558860" cy="115614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Énergies renouvelables – petits projets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1360D36-623C-4933-DEAA-70667CE4511A}"/>
              </a:ext>
            </a:extLst>
          </p:cNvPr>
          <p:cNvSpPr/>
          <p:nvPr/>
        </p:nvSpPr>
        <p:spPr>
          <a:xfrm>
            <a:off x="495536" y="319938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04934A3D-1F0E-98A6-19AD-D84D12D00D4E}"/>
              </a:ext>
            </a:extLst>
          </p:cNvPr>
          <p:cNvSpPr/>
          <p:nvPr/>
        </p:nvSpPr>
        <p:spPr>
          <a:xfrm>
            <a:off x="6505372" y="6069196"/>
            <a:ext cx="2438319" cy="127485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Ressources et dynamiques professionnelles – jeu de rôle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0415A221-79E9-6B14-C6C7-5896EEA6EED8}"/>
              </a:ext>
            </a:extLst>
          </p:cNvPr>
          <p:cNvSpPr/>
          <p:nvPr/>
        </p:nvSpPr>
        <p:spPr>
          <a:xfrm>
            <a:off x="6505372" y="4119569"/>
            <a:ext cx="2438319" cy="11872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Créativité et Management de l'innovation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9CCCE8BD-B016-CA9D-DB03-4F135F576813}"/>
              </a:ext>
            </a:extLst>
          </p:cNvPr>
          <p:cNvSpPr/>
          <p:nvPr/>
        </p:nvSpPr>
        <p:spPr>
          <a:xfrm>
            <a:off x="6536427" y="2404188"/>
            <a:ext cx="2438319" cy="62675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Géotechnique 1 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B60F7210-309B-17D4-7858-F72203F4F2FE}"/>
              </a:ext>
            </a:extLst>
          </p:cNvPr>
          <p:cNvSpPr/>
          <p:nvPr/>
        </p:nvSpPr>
        <p:spPr>
          <a:xfrm>
            <a:off x="3639595" y="6081779"/>
            <a:ext cx="2377240" cy="73479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Génie climatique – BE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8C0621BC-1650-0543-B1E2-582E510E3F17}"/>
              </a:ext>
            </a:extLst>
          </p:cNvPr>
          <p:cNvSpPr/>
          <p:nvPr/>
        </p:nvSpPr>
        <p:spPr>
          <a:xfrm>
            <a:off x="3707754" y="293103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7877639-EDA8-09FC-BB78-DCB7E67958C0}"/>
              </a:ext>
            </a:extLst>
          </p:cNvPr>
          <p:cNvSpPr/>
          <p:nvPr/>
        </p:nvSpPr>
        <p:spPr>
          <a:xfrm>
            <a:off x="3707762" y="41860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E9AAB956-4711-A6EC-03D7-7801853E4C8C}"/>
              </a:ext>
            </a:extLst>
          </p:cNvPr>
          <p:cNvSpPr/>
          <p:nvPr/>
        </p:nvSpPr>
        <p:spPr>
          <a:xfrm>
            <a:off x="3710909" y="543979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42545ED3-5EDE-3FD1-3B28-02AF27AF408D}"/>
              </a:ext>
            </a:extLst>
          </p:cNvPr>
          <p:cNvSpPr/>
          <p:nvPr/>
        </p:nvSpPr>
        <p:spPr>
          <a:xfrm>
            <a:off x="555337" y="508470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27EF6B61-1C69-4DB2-DCA9-F425DFD1C86C}"/>
              </a:ext>
            </a:extLst>
          </p:cNvPr>
          <p:cNvSpPr/>
          <p:nvPr/>
        </p:nvSpPr>
        <p:spPr>
          <a:xfrm>
            <a:off x="1104646" y="508470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E4E4EAA1-0D2A-1465-0865-EC464FC4A5B7}"/>
              </a:ext>
            </a:extLst>
          </p:cNvPr>
          <p:cNvSpPr/>
          <p:nvPr/>
        </p:nvSpPr>
        <p:spPr>
          <a:xfrm>
            <a:off x="1665899" y="507508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644D94DB-376B-438B-FB1E-A967F353B99B}"/>
              </a:ext>
            </a:extLst>
          </p:cNvPr>
          <p:cNvSpPr/>
          <p:nvPr/>
        </p:nvSpPr>
        <p:spPr>
          <a:xfrm>
            <a:off x="6600286" y="308662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32AC165-CA3A-F291-C912-89C83D9AB1F2}"/>
              </a:ext>
            </a:extLst>
          </p:cNvPr>
          <p:cNvSpPr/>
          <p:nvPr/>
        </p:nvSpPr>
        <p:spPr>
          <a:xfrm>
            <a:off x="7197333" y="3086621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" name="Freeform 118">
            <a:extLst>
              <a:ext uri="{FF2B5EF4-FFF2-40B4-BE49-F238E27FC236}">
                <a16:creationId xmlns:a16="http://schemas.microsoft.com/office/drawing/2014/main" id="{81371077-95CC-87CA-941D-FDF231683E22}"/>
              </a:ext>
            </a:extLst>
          </p:cNvPr>
          <p:cNvSpPr/>
          <p:nvPr/>
        </p:nvSpPr>
        <p:spPr>
          <a:xfrm>
            <a:off x="6586692" y="537407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8EEE8E65-520A-1A64-5459-60893A10C7AF}"/>
              </a:ext>
            </a:extLst>
          </p:cNvPr>
          <p:cNvSpPr/>
          <p:nvPr/>
        </p:nvSpPr>
        <p:spPr>
          <a:xfrm>
            <a:off x="6579551" y="738812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6638FEE1-5BDE-68CE-79B3-B0EBF6966408}"/>
              </a:ext>
            </a:extLst>
          </p:cNvPr>
          <p:cNvSpPr/>
          <p:nvPr/>
        </p:nvSpPr>
        <p:spPr>
          <a:xfrm>
            <a:off x="3720309" y="686161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9003C0E0-FE50-157D-6782-FF51D1E0B169}"/>
              </a:ext>
            </a:extLst>
          </p:cNvPr>
          <p:cNvSpPr/>
          <p:nvPr/>
        </p:nvSpPr>
        <p:spPr>
          <a:xfrm>
            <a:off x="9477200" y="350883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0906AB71-1D19-47AF-0D15-860DB1A56193}"/>
              </a:ext>
            </a:extLst>
          </p:cNvPr>
          <p:cNvSpPr/>
          <p:nvPr/>
        </p:nvSpPr>
        <p:spPr>
          <a:xfrm>
            <a:off x="12525421" y="2272649"/>
            <a:ext cx="2367562" cy="118391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Solaire Thermique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17FA0DAF-A7E0-8339-9985-BE26491F4654}"/>
              </a:ext>
            </a:extLst>
          </p:cNvPr>
          <p:cNvSpPr/>
          <p:nvPr/>
        </p:nvSpPr>
        <p:spPr>
          <a:xfrm>
            <a:off x="12507998" y="4822393"/>
            <a:ext cx="2384985" cy="106106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Solaire Photovoltaïque</a:t>
            </a:r>
            <a:endParaRPr lang="fr-FR" sz="2000" dirty="0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779B8EDD-CDAC-AAAD-FCBC-4117F2EDEFC4}"/>
              </a:ext>
            </a:extLst>
          </p:cNvPr>
          <p:cNvSpPr/>
          <p:nvPr/>
        </p:nvSpPr>
        <p:spPr>
          <a:xfrm>
            <a:off x="12605880" y="34819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B0CA9B52-35D1-3469-7137-3394AEC05650}"/>
              </a:ext>
            </a:extLst>
          </p:cNvPr>
          <p:cNvSpPr/>
          <p:nvPr/>
        </p:nvSpPr>
        <p:spPr>
          <a:xfrm>
            <a:off x="12587955" y="592033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1EC5FF3E-6399-B023-7CBB-C4F63E9652D1}"/>
              </a:ext>
            </a:extLst>
          </p:cNvPr>
          <p:cNvSpPr/>
          <p:nvPr/>
        </p:nvSpPr>
        <p:spPr>
          <a:xfrm>
            <a:off x="3639506" y="7483305"/>
            <a:ext cx="2327668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Management de projet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6358C80C-75B9-FADD-D788-729EC79EBBCC}"/>
              </a:ext>
            </a:extLst>
          </p:cNvPr>
          <p:cNvSpPr/>
          <p:nvPr/>
        </p:nvSpPr>
        <p:spPr>
          <a:xfrm>
            <a:off x="3705344" y="811831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9" name="Freeform 31">
            <a:extLst>
              <a:ext uri="{FF2B5EF4-FFF2-40B4-BE49-F238E27FC236}">
                <a16:creationId xmlns:a16="http://schemas.microsoft.com/office/drawing/2014/main" id="{42EE3243-839C-73F8-056A-87B0D69108AA}"/>
              </a:ext>
            </a:extLst>
          </p:cNvPr>
          <p:cNvSpPr/>
          <p:nvPr/>
        </p:nvSpPr>
        <p:spPr>
          <a:xfrm>
            <a:off x="3639507" y="8751264"/>
            <a:ext cx="2327668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Thermodynamique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70361CAB-A3AB-241C-E772-7EAFB19A6B18}"/>
              </a:ext>
            </a:extLst>
          </p:cNvPr>
          <p:cNvSpPr/>
          <p:nvPr/>
        </p:nvSpPr>
        <p:spPr>
          <a:xfrm>
            <a:off x="3702912" y="933513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1" name="Freeform 31">
            <a:extLst>
              <a:ext uri="{FF2B5EF4-FFF2-40B4-BE49-F238E27FC236}">
                <a16:creationId xmlns:a16="http://schemas.microsoft.com/office/drawing/2014/main" id="{15CAF166-323D-ECA4-83FA-E769CD6E9048}"/>
              </a:ext>
            </a:extLst>
          </p:cNvPr>
          <p:cNvSpPr/>
          <p:nvPr/>
        </p:nvSpPr>
        <p:spPr>
          <a:xfrm>
            <a:off x="9423220" y="4180683"/>
            <a:ext cx="2558860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Construction bois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98C94526-F17A-4839-ADF5-690A401DCBA1}"/>
              </a:ext>
            </a:extLst>
          </p:cNvPr>
          <p:cNvSpPr/>
          <p:nvPr/>
        </p:nvSpPr>
        <p:spPr>
          <a:xfrm>
            <a:off x="9506975" y="47774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5796EB2-B925-FFA0-4DF9-833478DC7781}"/>
              </a:ext>
            </a:extLst>
          </p:cNvPr>
          <p:cNvSpPr/>
          <p:nvPr/>
        </p:nvSpPr>
        <p:spPr>
          <a:xfrm>
            <a:off x="10045950" y="478182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5F0172A9-29D8-BB05-DCE4-BDFE0938CDB8}"/>
              </a:ext>
            </a:extLst>
          </p:cNvPr>
          <p:cNvSpPr/>
          <p:nvPr/>
        </p:nvSpPr>
        <p:spPr>
          <a:xfrm>
            <a:off x="10591751" y="477887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5" name="Freeform 31">
            <a:extLst>
              <a:ext uri="{FF2B5EF4-FFF2-40B4-BE49-F238E27FC236}">
                <a16:creationId xmlns:a16="http://schemas.microsoft.com/office/drawing/2014/main" id="{A5811571-38FC-CC5D-A4CB-56A0103BE3D1}"/>
              </a:ext>
            </a:extLst>
          </p:cNvPr>
          <p:cNvSpPr/>
          <p:nvPr/>
        </p:nvSpPr>
        <p:spPr>
          <a:xfrm>
            <a:off x="9423219" y="5585836"/>
            <a:ext cx="2558860" cy="72531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Conduite de chantier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C3019C93-8E63-BE07-0BBE-B4062E35DFFD}"/>
              </a:ext>
            </a:extLst>
          </p:cNvPr>
          <p:cNvSpPr/>
          <p:nvPr/>
        </p:nvSpPr>
        <p:spPr>
          <a:xfrm>
            <a:off x="9471112" y="632441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7" name="Freeform 31">
            <a:extLst>
              <a:ext uri="{FF2B5EF4-FFF2-40B4-BE49-F238E27FC236}">
                <a16:creationId xmlns:a16="http://schemas.microsoft.com/office/drawing/2014/main" id="{4D7ADCD5-1CF0-D1A7-5117-AA6FCD9144CB}"/>
              </a:ext>
            </a:extLst>
          </p:cNvPr>
          <p:cNvSpPr/>
          <p:nvPr/>
        </p:nvSpPr>
        <p:spPr>
          <a:xfrm>
            <a:off x="9372222" y="7249287"/>
            <a:ext cx="2609857" cy="73729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Réglementation thermique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B4C77C18-7570-AAD2-F816-BE2FA286FB85}"/>
              </a:ext>
            </a:extLst>
          </p:cNvPr>
          <p:cNvSpPr/>
          <p:nvPr/>
        </p:nvSpPr>
        <p:spPr>
          <a:xfrm>
            <a:off x="9453187" y="801397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Freeform 31">
            <a:extLst>
              <a:ext uri="{FF2B5EF4-FFF2-40B4-BE49-F238E27FC236}">
                <a16:creationId xmlns:a16="http://schemas.microsoft.com/office/drawing/2014/main" id="{C974743D-C8D2-C86F-AD91-2AB038147517}"/>
              </a:ext>
            </a:extLst>
          </p:cNvPr>
          <p:cNvSpPr/>
          <p:nvPr/>
        </p:nvSpPr>
        <p:spPr>
          <a:xfrm>
            <a:off x="12407056" y="7249287"/>
            <a:ext cx="2485928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renouvelable</a:t>
            </a:r>
            <a:endParaRPr lang="fr-FR" sz="2000" dirty="0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74BC6B3E-324E-B3C5-EF32-F26901EFDCAF}"/>
              </a:ext>
            </a:extLst>
          </p:cNvPr>
          <p:cNvSpPr/>
          <p:nvPr/>
        </p:nvSpPr>
        <p:spPr>
          <a:xfrm>
            <a:off x="13009821" y="791858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3F36E484-4D41-E77E-8953-A2C295B9DF3F}"/>
              </a:ext>
            </a:extLst>
          </p:cNvPr>
          <p:cNvSpPr/>
          <p:nvPr/>
        </p:nvSpPr>
        <p:spPr>
          <a:xfrm>
            <a:off x="12466234" y="79185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079499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A9C7A302-E4A0-1C25-EE28-4E031A3E9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CA3E26DF-4776-E449-94E5-254854AC1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3FC70CEF-184B-ED27-1416-824325F17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52E39F20-6B78-B060-B8D8-7962CBB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/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/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D1FEB683-06A4-CCD3-8562-BDF42EE98F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1AA48609-46E1-0F2C-13FC-5F1EAB8305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7578E63-72AC-34B8-B80E-5026EEB54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BACF490B-1AD1-405D-E822-8D000B3B6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311D30B4-DB52-4606-7D3A-8D41AAD76160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01E554A-C7A8-6AF5-CFB5-DED4CB949D14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255B75E5-EC03-7E85-0C5B-BB46BB71459D}"/>
              </a:ext>
            </a:extLst>
          </p:cNvPr>
          <p:cNvSpPr/>
          <p:nvPr/>
        </p:nvSpPr>
        <p:spPr>
          <a:xfrm>
            <a:off x="4684118" y="6723529"/>
            <a:ext cx="4380029" cy="3420916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0E0281FE-BF1F-6D9B-C1FB-5E4E66886E41}"/>
              </a:ext>
            </a:extLst>
          </p:cNvPr>
          <p:cNvSpPr/>
          <p:nvPr/>
        </p:nvSpPr>
        <p:spPr>
          <a:xfrm>
            <a:off x="151141" y="7082118"/>
            <a:ext cx="4380029" cy="3059175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DA48E357-B4AB-097D-A567-208FBAB0AFC8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EEF9DB02-7E92-40DA-E80A-1665B203D668}"/>
              </a:ext>
            </a:extLst>
          </p:cNvPr>
          <p:cNvSpPr/>
          <p:nvPr/>
        </p:nvSpPr>
        <p:spPr>
          <a:xfrm>
            <a:off x="322678" y="8179058"/>
            <a:ext cx="4036954" cy="7577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Fonctions et technologies du Bâtiment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001C1817-24C0-459B-B55C-5A55A96F9447}"/>
              </a:ext>
            </a:extLst>
          </p:cNvPr>
          <p:cNvSpPr/>
          <p:nvPr/>
        </p:nvSpPr>
        <p:spPr>
          <a:xfrm>
            <a:off x="4873584" y="7599628"/>
            <a:ext cx="4036954" cy="7577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Fonctions et technologies du Bâtiment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935E3185-6715-3D01-47D5-6CA69BFE12F8}"/>
              </a:ext>
            </a:extLst>
          </p:cNvPr>
          <p:cNvSpPr/>
          <p:nvPr/>
        </p:nvSpPr>
        <p:spPr>
          <a:xfrm>
            <a:off x="4873584" y="6932919"/>
            <a:ext cx="4036953" cy="55198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Projet d’année 3A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E0EDA38-D598-1102-B05C-BCF8527C872B}"/>
              </a:ext>
            </a:extLst>
          </p:cNvPr>
          <p:cNvSpPr/>
          <p:nvPr/>
        </p:nvSpPr>
        <p:spPr>
          <a:xfrm>
            <a:off x="4865216" y="8533673"/>
            <a:ext cx="4036953" cy="53399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Acoustique et éclairage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B2DFD0BB-0931-701F-A916-DC9213A527AF}"/>
              </a:ext>
            </a:extLst>
          </p:cNvPr>
          <p:cNvSpPr/>
          <p:nvPr/>
        </p:nvSpPr>
        <p:spPr>
          <a:xfrm>
            <a:off x="4993712" y="3537898"/>
            <a:ext cx="3719982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Energétique et fluides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BA54B6EF-3CE2-52FC-AC5F-91DCFFB68AFB}"/>
              </a:ext>
            </a:extLst>
          </p:cNvPr>
          <p:cNvSpPr/>
          <p:nvPr/>
        </p:nvSpPr>
        <p:spPr>
          <a:xfrm>
            <a:off x="4993712" y="2748372"/>
            <a:ext cx="3719982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Génie climatique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A892FAC0-F56B-9A90-1ABF-E40C071CD3F2}"/>
              </a:ext>
            </a:extLst>
          </p:cNvPr>
          <p:cNvSpPr/>
          <p:nvPr/>
        </p:nvSpPr>
        <p:spPr>
          <a:xfrm>
            <a:off x="5008946" y="4327424"/>
            <a:ext cx="3689513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Matériaux de construction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C2A90EAC-213C-CB24-6A35-99E2181460EF}"/>
              </a:ext>
            </a:extLst>
          </p:cNvPr>
          <p:cNvSpPr/>
          <p:nvPr/>
        </p:nvSpPr>
        <p:spPr>
          <a:xfrm>
            <a:off x="337820" y="2799501"/>
            <a:ext cx="4036953" cy="62459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Matériaux de construction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0BF316C2-0E4F-B822-A0DF-2671FCE71B98}"/>
              </a:ext>
            </a:extLst>
          </p:cNvPr>
          <p:cNvSpPr/>
          <p:nvPr/>
        </p:nvSpPr>
        <p:spPr>
          <a:xfrm>
            <a:off x="9563796" y="2748372"/>
            <a:ext cx="3689513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Matériaux de construction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EB4CBEEB-522D-A715-2FC7-BBC36F81036D}"/>
              </a:ext>
            </a:extLst>
          </p:cNvPr>
          <p:cNvSpPr/>
          <p:nvPr/>
        </p:nvSpPr>
        <p:spPr>
          <a:xfrm>
            <a:off x="14066424" y="2758215"/>
            <a:ext cx="3883754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Gestion financière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F0CE775D-6A94-ACB0-6399-BEDA6D8E61B7}"/>
              </a:ext>
            </a:extLst>
          </p:cNvPr>
          <p:cNvSpPr/>
          <p:nvPr/>
        </p:nvSpPr>
        <p:spPr>
          <a:xfrm>
            <a:off x="9563796" y="3527370"/>
            <a:ext cx="3689513" cy="63511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Bilan carbone d'une entreprise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34D7D3AF-CD81-B6E6-44ED-0581093AA0A7}"/>
              </a:ext>
            </a:extLst>
          </p:cNvPr>
          <p:cNvSpPr/>
          <p:nvPr/>
        </p:nvSpPr>
        <p:spPr>
          <a:xfrm>
            <a:off x="337820" y="7330553"/>
            <a:ext cx="4036954" cy="62460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Projet d’année 3A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55C32E31-BBAC-7A30-A312-DDB1410FB2C1}"/>
              </a:ext>
            </a:extLst>
          </p:cNvPr>
          <p:cNvSpPr/>
          <p:nvPr/>
        </p:nvSpPr>
        <p:spPr>
          <a:xfrm>
            <a:off x="9390075" y="8744561"/>
            <a:ext cx="4036953" cy="55198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Projet d’année 3A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DCA61386-985A-3E98-B93D-0DBC2A8BEA86}"/>
              </a:ext>
            </a:extLst>
          </p:cNvPr>
          <p:cNvSpPr/>
          <p:nvPr/>
        </p:nvSpPr>
        <p:spPr>
          <a:xfrm>
            <a:off x="13925731" y="8744561"/>
            <a:ext cx="4036953" cy="55198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Projet d’année 3A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4C96EF94-DD9A-C50D-D9A6-549DA5A37BCE}"/>
              </a:ext>
            </a:extLst>
          </p:cNvPr>
          <p:cNvSpPr/>
          <p:nvPr/>
        </p:nvSpPr>
        <p:spPr>
          <a:xfrm>
            <a:off x="337821" y="9129652"/>
            <a:ext cx="4036952" cy="81624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Introduction à la maquette numérique du bâtiment</a:t>
            </a:r>
            <a:endParaRPr lang="fr-FR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F5AE3A08-32EB-F6CB-B07E-3267587A307F}"/>
              </a:ext>
            </a:extLst>
          </p:cNvPr>
          <p:cNvSpPr/>
          <p:nvPr/>
        </p:nvSpPr>
        <p:spPr>
          <a:xfrm>
            <a:off x="4865216" y="9176101"/>
            <a:ext cx="4036952" cy="81624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Introduction à la maquette numérique du bâtiment</a:t>
            </a:r>
            <a:endParaRPr lang="fr-FR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D57521C0-FFC5-3090-9667-D954BE3AB9A6}"/>
              </a:ext>
            </a:extLst>
          </p:cNvPr>
          <p:cNvSpPr/>
          <p:nvPr/>
        </p:nvSpPr>
        <p:spPr>
          <a:xfrm>
            <a:off x="5008946" y="5116950"/>
            <a:ext cx="3719983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Thermodynamique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7568A462-C703-9C53-79F1-FB1E1D624BC3}"/>
              </a:ext>
            </a:extLst>
          </p:cNvPr>
          <p:cNvSpPr/>
          <p:nvPr/>
        </p:nvSpPr>
        <p:spPr>
          <a:xfrm>
            <a:off x="5008946" y="5906475"/>
            <a:ext cx="3704748" cy="51062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Génie climatique – BE </a:t>
            </a:r>
            <a:r>
              <a:rPr lang="fr-FR" sz="2000" dirty="0">
                <a:ea typeface="Calibri"/>
                <a:cs typeface="Calibri"/>
              </a:rPr>
              <a:t>(GECH615)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098B5715-D5EA-38D5-053A-B546531F97E8}"/>
              </a:ext>
            </a:extLst>
          </p:cNvPr>
          <p:cNvSpPr/>
          <p:nvPr/>
        </p:nvSpPr>
        <p:spPr>
          <a:xfrm>
            <a:off x="14066424" y="3527370"/>
            <a:ext cx="3896260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Management de projet</a:t>
            </a:r>
            <a:endParaRPr lang="fr-FR" sz="20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E33E4-CE3F-3F22-5AAF-BA19F8C54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B7C9287D-A83F-A153-4CDD-2DBFC8A54F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5113ABD8-C670-A062-D397-D59B898E4C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BE617AA7-BF33-AF4E-F06F-01C27189D4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4A4DFA06-B3B7-2C51-BEF3-D4107DABC3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D12A22C2-2F7B-EDDD-C476-604E96054EEB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2C3B321-5501-E85A-5D51-754815616C44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7D80819-0E6C-2E42-2C21-D68773182494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32405E0-22BC-11B0-573D-DE1AFC31369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CA2C5BA-E589-6F27-A388-C09F549F2511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B4746F81-E5EC-E3F8-5BF2-2EEEE74333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CBC0B8C2-0B91-54CD-0072-DD321A303F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29C583DF-B190-5E05-98FA-FE7BDDC922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FCFB2565-7C8B-EFF7-24BE-0A26E1C7F3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09D8F965-9A2F-F5FA-BCF3-A3366625E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28394688-BAB0-3A74-CB14-B7B0E5D2EB42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10A70F1-AF26-82A7-653E-CEBAEDC06AB6}"/>
              </a:ext>
            </a:extLst>
          </p:cNvPr>
          <p:cNvSpPr/>
          <p:nvPr/>
        </p:nvSpPr>
        <p:spPr>
          <a:xfrm>
            <a:off x="9218539" y="7384032"/>
            <a:ext cx="4380029" cy="2760411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82719F7F-59E3-2CF1-B60C-5446CE4AF00A}"/>
              </a:ext>
            </a:extLst>
          </p:cNvPr>
          <p:cNvSpPr/>
          <p:nvPr/>
        </p:nvSpPr>
        <p:spPr>
          <a:xfrm>
            <a:off x="4684118" y="6570953"/>
            <a:ext cx="4380029" cy="357349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889D9FBE-51C2-D903-9043-4329CAF316BB}"/>
              </a:ext>
            </a:extLst>
          </p:cNvPr>
          <p:cNvSpPr/>
          <p:nvPr/>
        </p:nvSpPr>
        <p:spPr>
          <a:xfrm>
            <a:off x="151141" y="6347012"/>
            <a:ext cx="4380029" cy="3794281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EFA5592A-24BA-0A5C-0ECD-73136AF038DD}"/>
              </a:ext>
            </a:extLst>
          </p:cNvPr>
          <p:cNvSpPr/>
          <p:nvPr/>
        </p:nvSpPr>
        <p:spPr>
          <a:xfrm>
            <a:off x="13754680" y="7384032"/>
            <a:ext cx="4380029" cy="276041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848287CF-D9E6-C4E8-A283-66754260A56F}"/>
              </a:ext>
            </a:extLst>
          </p:cNvPr>
          <p:cNvSpPr/>
          <p:nvPr/>
        </p:nvSpPr>
        <p:spPr>
          <a:xfrm>
            <a:off x="372319" y="9245746"/>
            <a:ext cx="3930738" cy="6781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modélisation des structures 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A56A8D3A-2611-2342-AE09-5FE1F47E7877}"/>
              </a:ext>
            </a:extLst>
          </p:cNvPr>
          <p:cNvSpPr/>
          <p:nvPr/>
        </p:nvSpPr>
        <p:spPr>
          <a:xfrm>
            <a:off x="372319" y="8626310"/>
            <a:ext cx="3930739" cy="47624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APP BIM – BE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8B69502E-A4F3-FC29-5C67-E42D8BC5092F}"/>
              </a:ext>
            </a:extLst>
          </p:cNvPr>
          <p:cNvSpPr/>
          <p:nvPr/>
        </p:nvSpPr>
        <p:spPr>
          <a:xfrm>
            <a:off x="4908762" y="8428538"/>
            <a:ext cx="3930739" cy="47624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APP BIM – BE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3EAABB69-1084-5AF4-9868-4C49F2BA7AD9}"/>
              </a:ext>
            </a:extLst>
          </p:cNvPr>
          <p:cNvSpPr/>
          <p:nvPr/>
        </p:nvSpPr>
        <p:spPr>
          <a:xfrm>
            <a:off x="4913708" y="9083449"/>
            <a:ext cx="3925791" cy="78719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Réglementation thermique et environnementale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A7664182-31BA-0AEB-3211-B0F7F86FA3BF}"/>
              </a:ext>
            </a:extLst>
          </p:cNvPr>
          <p:cNvSpPr/>
          <p:nvPr/>
        </p:nvSpPr>
        <p:spPr>
          <a:xfrm>
            <a:off x="4977308" y="4795934"/>
            <a:ext cx="3930738" cy="64124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Construction bois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3C15AB70-E05E-4FFA-C217-B21528579791}"/>
              </a:ext>
            </a:extLst>
          </p:cNvPr>
          <p:cNvSpPr/>
          <p:nvPr/>
        </p:nvSpPr>
        <p:spPr>
          <a:xfrm>
            <a:off x="4908762" y="7744525"/>
            <a:ext cx="3930738" cy="42724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étude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836FA873-2187-347C-8A88-8AAA9B904094}"/>
              </a:ext>
            </a:extLst>
          </p:cNvPr>
          <p:cNvSpPr/>
          <p:nvPr/>
        </p:nvSpPr>
        <p:spPr>
          <a:xfrm>
            <a:off x="372319" y="7945793"/>
            <a:ext cx="3930738" cy="49594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Béton armé - projet</a:t>
            </a:r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41DEF821-910C-1010-6A8C-96A0D5E0875A}"/>
              </a:ext>
            </a:extLst>
          </p:cNvPr>
          <p:cNvSpPr/>
          <p:nvPr/>
        </p:nvSpPr>
        <p:spPr>
          <a:xfrm>
            <a:off x="379949" y="7384032"/>
            <a:ext cx="3930738" cy="42724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étude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9" name="Freeform 31">
            <a:extLst>
              <a:ext uri="{FF2B5EF4-FFF2-40B4-BE49-F238E27FC236}">
                <a16:creationId xmlns:a16="http://schemas.microsoft.com/office/drawing/2014/main" id="{D0B530AC-C219-F888-5105-81B89CA38527}"/>
              </a:ext>
            </a:extLst>
          </p:cNvPr>
          <p:cNvSpPr/>
          <p:nvPr/>
        </p:nvSpPr>
        <p:spPr>
          <a:xfrm>
            <a:off x="372319" y="3765344"/>
            <a:ext cx="3930738" cy="64124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Construction bois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0" name="Freeform 31">
            <a:extLst>
              <a:ext uri="{FF2B5EF4-FFF2-40B4-BE49-F238E27FC236}">
                <a16:creationId xmlns:a16="http://schemas.microsoft.com/office/drawing/2014/main" id="{FC9EF43B-B1E7-C63D-3C19-4E9A7F4FDACB}"/>
              </a:ext>
            </a:extLst>
          </p:cNvPr>
          <p:cNvSpPr/>
          <p:nvPr/>
        </p:nvSpPr>
        <p:spPr>
          <a:xfrm>
            <a:off x="9428473" y="9057693"/>
            <a:ext cx="3925791" cy="78719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Réglementation thermique et environnementale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F6450813-38FF-B644-D09A-820A604E5805}"/>
              </a:ext>
            </a:extLst>
          </p:cNvPr>
          <p:cNvSpPr/>
          <p:nvPr/>
        </p:nvSpPr>
        <p:spPr>
          <a:xfrm>
            <a:off x="13947414" y="8597690"/>
            <a:ext cx="3930739" cy="47624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APP BIM – BE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EED52F74-84B8-EF00-D3C2-0D62B0CFD6A6}"/>
              </a:ext>
            </a:extLst>
          </p:cNvPr>
          <p:cNvSpPr/>
          <p:nvPr/>
        </p:nvSpPr>
        <p:spPr>
          <a:xfrm>
            <a:off x="13947414" y="9336175"/>
            <a:ext cx="3930738" cy="42724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étude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F9D8E03C-A3C8-E2B7-79B4-A52700BB417D}"/>
              </a:ext>
            </a:extLst>
          </p:cNvPr>
          <p:cNvSpPr/>
          <p:nvPr/>
        </p:nvSpPr>
        <p:spPr>
          <a:xfrm>
            <a:off x="379950" y="2873720"/>
            <a:ext cx="3923108" cy="62675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Géotechnique 1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7" name="Freeform 31">
            <a:extLst>
              <a:ext uri="{FF2B5EF4-FFF2-40B4-BE49-F238E27FC236}">
                <a16:creationId xmlns:a16="http://schemas.microsoft.com/office/drawing/2014/main" id="{A2B367B4-47DD-81AD-34DA-96117BAB79D9}"/>
              </a:ext>
            </a:extLst>
          </p:cNvPr>
          <p:cNvSpPr/>
          <p:nvPr/>
        </p:nvSpPr>
        <p:spPr>
          <a:xfrm>
            <a:off x="4977308" y="3792547"/>
            <a:ext cx="3930738" cy="73479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Énergies renouvelables – petits projets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9" name="Freeform 31">
            <a:extLst>
              <a:ext uri="{FF2B5EF4-FFF2-40B4-BE49-F238E27FC236}">
                <a16:creationId xmlns:a16="http://schemas.microsoft.com/office/drawing/2014/main" id="{77B5DA33-D0B4-CBF0-C1DC-3F2CC0A87678}"/>
              </a:ext>
            </a:extLst>
          </p:cNvPr>
          <p:cNvSpPr/>
          <p:nvPr/>
        </p:nvSpPr>
        <p:spPr>
          <a:xfrm>
            <a:off x="9431156" y="2858220"/>
            <a:ext cx="3923108" cy="62675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Géotechnique 1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0" name="Freeform 31">
            <a:extLst>
              <a:ext uri="{FF2B5EF4-FFF2-40B4-BE49-F238E27FC236}">
                <a16:creationId xmlns:a16="http://schemas.microsoft.com/office/drawing/2014/main" id="{1EADD97C-9ACB-9CCD-EA96-FE459CC58202}"/>
              </a:ext>
            </a:extLst>
          </p:cNvPr>
          <p:cNvSpPr/>
          <p:nvPr/>
        </p:nvSpPr>
        <p:spPr>
          <a:xfrm>
            <a:off x="13998207" y="2858221"/>
            <a:ext cx="3879945" cy="93432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Ressources et dynamiques professionnelles 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16C478FD-63CA-CD46-AF38-B5D375E6E4DB}"/>
              </a:ext>
            </a:extLst>
          </p:cNvPr>
          <p:cNvSpPr/>
          <p:nvPr/>
        </p:nvSpPr>
        <p:spPr>
          <a:xfrm>
            <a:off x="372319" y="6570953"/>
            <a:ext cx="3930738" cy="54186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Projet année 4A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74FD9B04-8BD6-ED6F-33EC-98463071330B}"/>
              </a:ext>
            </a:extLst>
          </p:cNvPr>
          <p:cNvSpPr/>
          <p:nvPr/>
        </p:nvSpPr>
        <p:spPr>
          <a:xfrm>
            <a:off x="4916338" y="6893583"/>
            <a:ext cx="3930738" cy="54186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Projet année 4A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D5D22A8D-9981-B4C9-A55B-E12682BE12A5}"/>
              </a:ext>
            </a:extLst>
          </p:cNvPr>
          <p:cNvSpPr/>
          <p:nvPr/>
        </p:nvSpPr>
        <p:spPr>
          <a:xfrm>
            <a:off x="9423526" y="7622744"/>
            <a:ext cx="3930738" cy="54186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Projet année 4A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2713B78-C46A-A2F2-B536-72000B6AD855}"/>
              </a:ext>
            </a:extLst>
          </p:cNvPr>
          <p:cNvSpPr/>
          <p:nvPr/>
        </p:nvSpPr>
        <p:spPr>
          <a:xfrm>
            <a:off x="13947414" y="7793586"/>
            <a:ext cx="3930738" cy="54186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Projet année 4A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C8D8238B-0795-BC5F-94E1-46002A740335}"/>
              </a:ext>
            </a:extLst>
          </p:cNvPr>
          <p:cNvSpPr/>
          <p:nvPr/>
        </p:nvSpPr>
        <p:spPr>
          <a:xfrm>
            <a:off x="9443184" y="8347399"/>
            <a:ext cx="3930738" cy="42724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étude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7DB7343-6225-CCDC-EDEF-E2B7F230044E}"/>
              </a:ext>
            </a:extLst>
          </p:cNvPr>
          <p:cNvSpPr/>
          <p:nvPr/>
        </p:nvSpPr>
        <p:spPr>
          <a:xfrm>
            <a:off x="4977309" y="2829441"/>
            <a:ext cx="3930738" cy="6710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Réglementation thermique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19A8A02-52D0-11A0-905C-2527FCF36308}"/>
              </a:ext>
            </a:extLst>
          </p:cNvPr>
          <p:cNvSpPr/>
          <p:nvPr/>
        </p:nvSpPr>
        <p:spPr>
          <a:xfrm>
            <a:off x="13998207" y="4031397"/>
            <a:ext cx="3879945" cy="49594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Conduite de chantier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202BEA57-DDA6-3BBE-374C-A5879671BC45}"/>
              </a:ext>
            </a:extLst>
          </p:cNvPr>
          <p:cNvSpPr/>
          <p:nvPr/>
        </p:nvSpPr>
        <p:spPr>
          <a:xfrm>
            <a:off x="9423526" y="3765344"/>
            <a:ext cx="3930738" cy="64124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Construction bois</a:t>
            </a:r>
            <a:endParaRPr lang="fr-FR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2804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D5B7-6114-8CC3-D7C4-BD6EAF767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73BEEB5D-41A4-CE63-24E2-0E9F4FC94A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A7773FC2-A60D-D633-B856-C021415F77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8F3DDDAE-DA29-C9F4-DB33-9CB3B4D3EE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71B8F1B6-B799-A05E-058C-8C37031029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BB8ED711-F328-A554-DCB0-A0AB968ADC53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6961449-A3F9-423C-F2D3-2D607B4A8AED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BB8BC0D-7A5B-DFC7-A514-7A45FCBB855C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6D83A40-BEE0-6DA4-7F2E-7FE39EE89D07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5C7A5EA4-A0B3-A523-F422-C776DEBC3F13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6340C7B4-EF4E-5870-0612-8D19715AFF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A658823F-DDA9-BAD8-D1BC-B5072BD165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6E1F0A23-8761-D474-9A6C-6979F585A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8E086664-E136-AC9F-35F0-8BB132E64E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4153AD19-EE35-8489-C865-6A0D9A17A9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A659E89F-C479-071E-3DD2-283C7934BE32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27223673-A897-414C-9E13-5FC38982F282}"/>
              </a:ext>
            </a:extLst>
          </p:cNvPr>
          <p:cNvSpPr/>
          <p:nvPr/>
        </p:nvSpPr>
        <p:spPr>
          <a:xfrm>
            <a:off x="9218539" y="6920752"/>
            <a:ext cx="4380029" cy="322369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F85EEFFC-BBD8-D0C6-5083-6AB68A694C03}"/>
              </a:ext>
            </a:extLst>
          </p:cNvPr>
          <p:cNvSpPr/>
          <p:nvPr/>
        </p:nvSpPr>
        <p:spPr>
          <a:xfrm>
            <a:off x="4684118" y="6920753"/>
            <a:ext cx="4380029" cy="322369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F245417B-7C1B-B119-364B-F4A0A57E2876}"/>
              </a:ext>
            </a:extLst>
          </p:cNvPr>
          <p:cNvSpPr/>
          <p:nvPr/>
        </p:nvSpPr>
        <p:spPr>
          <a:xfrm>
            <a:off x="151141" y="6920753"/>
            <a:ext cx="4380029" cy="3220540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5C903446-0701-5D81-1D24-A83AE7951C97}"/>
              </a:ext>
            </a:extLst>
          </p:cNvPr>
          <p:cNvSpPr/>
          <p:nvPr/>
        </p:nvSpPr>
        <p:spPr>
          <a:xfrm>
            <a:off x="13754680" y="7937179"/>
            <a:ext cx="4380029" cy="2207265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D954EF8E-47BE-02D7-2971-CA1710DA88C6}"/>
              </a:ext>
            </a:extLst>
          </p:cNvPr>
          <p:cNvSpPr/>
          <p:nvPr/>
        </p:nvSpPr>
        <p:spPr>
          <a:xfrm>
            <a:off x="543679" y="7296489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Réhabilitation des bâtiments​</a:t>
            </a:r>
            <a:endParaRPr lang="fr-FR" sz="2000" dirty="0">
              <a:cs typeface="Segoe UI"/>
            </a:endParaRP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2ACC3E4D-B3A8-5CBD-C060-C02F51E9F2F9}"/>
              </a:ext>
            </a:extLst>
          </p:cNvPr>
          <p:cNvSpPr/>
          <p:nvPr/>
        </p:nvSpPr>
        <p:spPr>
          <a:xfrm>
            <a:off x="543679" y="8180023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Segoe UI"/>
              </a:rPr>
              <a:t>Projet d’année 5A</a:t>
            </a:r>
            <a:endParaRPr lang="fr-FR" sz="2000" dirty="0">
              <a:ea typeface="Calibri"/>
              <a:cs typeface="Segoe UI"/>
            </a:endParaRP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EB0184EB-D264-9F14-73E7-B173417A357D}"/>
              </a:ext>
            </a:extLst>
          </p:cNvPr>
          <p:cNvSpPr/>
          <p:nvPr/>
        </p:nvSpPr>
        <p:spPr>
          <a:xfrm>
            <a:off x="543679" y="9063557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85EC809D-430A-E3B2-17FA-3928B1108359}"/>
              </a:ext>
            </a:extLst>
          </p:cNvPr>
          <p:cNvSpPr/>
          <p:nvPr/>
        </p:nvSpPr>
        <p:spPr>
          <a:xfrm>
            <a:off x="5037876" y="7296489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Réhabilitation des bâtiments​</a:t>
            </a:r>
            <a:endParaRPr lang="fr-FR" sz="2000" dirty="0">
              <a:cs typeface="Segoe UI"/>
            </a:endParaRP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3E110721-0681-1BA2-DF2C-5611CD8E47DC}"/>
              </a:ext>
            </a:extLst>
          </p:cNvPr>
          <p:cNvSpPr/>
          <p:nvPr/>
        </p:nvSpPr>
        <p:spPr>
          <a:xfrm>
            <a:off x="5037876" y="8180023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Segoe UI"/>
              </a:rPr>
              <a:t>Projet d’année 5A</a:t>
            </a:r>
            <a:endParaRPr lang="fr-FR" sz="2000" dirty="0">
              <a:ea typeface="Calibri"/>
              <a:cs typeface="Segoe UI"/>
            </a:endParaRP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C0A998D9-03BF-84D9-8F1C-7155A4D26028}"/>
              </a:ext>
            </a:extLst>
          </p:cNvPr>
          <p:cNvSpPr/>
          <p:nvPr/>
        </p:nvSpPr>
        <p:spPr>
          <a:xfrm>
            <a:off x="5037876" y="9063557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089BDC4B-A36B-90DC-31A4-F7E945AA906C}"/>
              </a:ext>
            </a:extLst>
          </p:cNvPr>
          <p:cNvSpPr/>
          <p:nvPr/>
        </p:nvSpPr>
        <p:spPr>
          <a:xfrm>
            <a:off x="9564021" y="8180297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Segoe UI"/>
              </a:rPr>
              <a:t>Projet d’année 5A</a:t>
            </a:r>
            <a:endParaRPr lang="fr-FR" sz="2000" dirty="0">
              <a:ea typeface="Calibri"/>
              <a:cs typeface="Segoe UI"/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2B003390-D6F6-CFBF-0F08-CEBF2C0042A4}"/>
              </a:ext>
            </a:extLst>
          </p:cNvPr>
          <p:cNvSpPr/>
          <p:nvPr/>
        </p:nvSpPr>
        <p:spPr>
          <a:xfrm>
            <a:off x="9564021" y="9063831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E37F9DC-B21F-835B-FF31-DDD3C21BECC9}"/>
              </a:ext>
            </a:extLst>
          </p:cNvPr>
          <p:cNvSpPr/>
          <p:nvPr/>
        </p:nvSpPr>
        <p:spPr>
          <a:xfrm>
            <a:off x="9564021" y="7277918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Réhabilitation des bâtiments​</a:t>
            </a:r>
            <a:endParaRPr lang="fr-FR" sz="2000" dirty="0">
              <a:cs typeface="Segoe UI"/>
            </a:endParaRP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EBCBA083-C793-CE2E-3861-E680433C5DE9}"/>
              </a:ext>
            </a:extLst>
          </p:cNvPr>
          <p:cNvSpPr/>
          <p:nvPr/>
        </p:nvSpPr>
        <p:spPr>
          <a:xfrm>
            <a:off x="14056659" y="8180023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Segoe UI"/>
              </a:rPr>
              <a:t>Projet d’année 5A</a:t>
            </a:r>
            <a:endParaRPr lang="fr-FR" sz="2000" dirty="0">
              <a:ea typeface="Calibri"/>
              <a:cs typeface="Segoe UI"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86369AEA-600B-843A-E9E8-E299ACD13382}"/>
              </a:ext>
            </a:extLst>
          </p:cNvPr>
          <p:cNvSpPr/>
          <p:nvPr/>
        </p:nvSpPr>
        <p:spPr>
          <a:xfrm>
            <a:off x="14056659" y="9063557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0E196F73-8EB4-6E32-A12B-BBE25150FC10}"/>
              </a:ext>
            </a:extLst>
          </p:cNvPr>
          <p:cNvSpPr/>
          <p:nvPr/>
        </p:nvSpPr>
        <p:spPr>
          <a:xfrm>
            <a:off x="5037876" y="2891466"/>
            <a:ext cx="3687661" cy="76854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Solaire Thermique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38AAD039-4489-CBE7-5B2B-34EFA7E7EC7E}"/>
              </a:ext>
            </a:extLst>
          </p:cNvPr>
          <p:cNvSpPr/>
          <p:nvPr/>
        </p:nvSpPr>
        <p:spPr>
          <a:xfrm>
            <a:off x="5030301" y="3942936"/>
            <a:ext cx="3687661" cy="64182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Solaire Photovoltaïque</a:t>
            </a:r>
            <a:endParaRPr lang="fr-FR" sz="2000" dirty="0"/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F982EFD6-FFAC-50E5-F722-D5C5F1CE89F9}"/>
              </a:ext>
            </a:extLst>
          </p:cNvPr>
          <p:cNvSpPr/>
          <p:nvPr/>
        </p:nvSpPr>
        <p:spPr>
          <a:xfrm>
            <a:off x="5037876" y="4813869"/>
            <a:ext cx="368766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renouvelable</a:t>
            </a:r>
            <a:endParaRPr lang="fr-FR" sz="2000" dirty="0"/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A4CB10E3-FCCA-DFE3-A8B7-774A763C9D00}"/>
              </a:ext>
            </a:extLst>
          </p:cNvPr>
          <p:cNvSpPr/>
          <p:nvPr/>
        </p:nvSpPr>
        <p:spPr>
          <a:xfrm>
            <a:off x="9564022" y="2891466"/>
            <a:ext cx="368766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renouvelable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418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E528-8157-8C3D-7311-480F987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1DBB8293-AF5E-1D4E-8F68-29E5FB252FFD}"/>
              </a:ext>
            </a:extLst>
          </p:cNvPr>
          <p:cNvSpPr/>
          <p:nvPr/>
        </p:nvSpPr>
        <p:spPr>
          <a:xfrm>
            <a:off x="0" y="1866900"/>
            <a:ext cx="18287999" cy="4953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F8A4DEB3-66AC-E0D3-4294-3121F791F729}"/>
              </a:ext>
            </a:extLst>
          </p:cNvPr>
          <p:cNvSpPr/>
          <p:nvPr/>
        </p:nvSpPr>
        <p:spPr>
          <a:xfrm>
            <a:off x="1" y="5721016"/>
            <a:ext cx="18287999" cy="2197768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t"/>
          <a:lstStyle/>
          <a:p>
            <a:pPr algn="ctr"/>
            <a:r>
              <a:rPr lang="fr-FR" sz="7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 de la spécialité GPSE, Polytech Orléans</a:t>
            </a:r>
          </a:p>
        </p:txBody>
      </p:sp>
      <p:pic>
        <p:nvPicPr>
          <p:cNvPr id="18" name="Image 17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CBC3AE8-C142-D203-8812-AE6BA155C5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9" name="Image 18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88C8335-C6EC-670A-14C7-84E41C1E01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20" name="Picture 2" descr="Réseau Polytech — Wikipédia">
            <a:extLst>
              <a:ext uri="{FF2B5EF4-FFF2-40B4-BE49-F238E27FC236}">
                <a16:creationId xmlns:a16="http://schemas.microsoft.com/office/drawing/2014/main" id="{0659F995-BA32-9983-49A7-949021955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 31">
            <a:extLst>
              <a:ext uri="{FF2B5EF4-FFF2-40B4-BE49-F238E27FC236}">
                <a16:creationId xmlns:a16="http://schemas.microsoft.com/office/drawing/2014/main" id="{79C534EA-0BCE-A63E-2FA9-9F3FE8EF9862}"/>
              </a:ext>
            </a:extLst>
          </p:cNvPr>
          <p:cNvSpPr/>
          <p:nvPr/>
        </p:nvSpPr>
        <p:spPr>
          <a:xfrm>
            <a:off x="990600" y="8485298"/>
            <a:ext cx="6934200" cy="12383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7, 8, 9 : vue par année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10, 11 : vue globale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12, 13, 14 : vue par compétences</a:t>
            </a:r>
          </a:p>
        </p:txBody>
      </p:sp>
    </p:spTree>
    <p:extLst>
      <p:ext uri="{BB962C8B-B14F-4D97-AF65-F5344CB8AC3E}">
        <p14:creationId xmlns:p14="http://schemas.microsoft.com/office/powerpoint/2010/main" val="285914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7BE2-3D35-B1F7-64FB-CA71F17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3">
            <a:extLst>
              <a:ext uri="{FF2B5EF4-FFF2-40B4-BE49-F238E27FC236}">
                <a16:creationId xmlns:a16="http://schemas.microsoft.com/office/drawing/2014/main" id="{5B76849F-943D-DF75-4222-F5B53C26E5DF}"/>
              </a:ext>
            </a:extLst>
          </p:cNvPr>
          <p:cNvSpPr/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B446EB5F-B3BD-9DF0-3E8B-46142C80D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4FF5CA-0CE3-2832-19B8-8E0500F144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FD269D-9598-6019-2831-3D2A98758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FB36C15-295B-6F99-191E-11D82408CB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7C33804F-6137-EF84-FBA4-E1891DF0BA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DF4810E-CBF5-8C6B-FDA4-5753AB27D312}"/>
              </a:ext>
            </a:extLst>
          </p:cNvPr>
          <p:cNvSpPr/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18D64A1-4C4B-EACF-81A5-01EDCE39FEDE}"/>
              </a:ext>
            </a:extLst>
          </p:cNvPr>
          <p:cNvSpPr/>
          <p:nvPr/>
        </p:nvSpPr>
        <p:spPr>
          <a:xfrm>
            <a:off x="9274241" y="3467455"/>
            <a:ext cx="3899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57799C34-DBED-7911-C774-FC1DCB11DE5A}"/>
              </a:ext>
            </a:extLst>
          </p:cNvPr>
          <p:cNvSpPr/>
          <p:nvPr/>
        </p:nvSpPr>
        <p:spPr>
          <a:xfrm>
            <a:off x="9274240" y="2749703"/>
            <a:ext cx="257153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264F351-BE64-E67A-295D-F81CD79C45A6}"/>
              </a:ext>
            </a:extLst>
          </p:cNvPr>
          <p:cNvSpPr/>
          <p:nvPr/>
        </p:nvSpPr>
        <p:spPr>
          <a:xfrm>
            <a:off x="9274240" y="2031951"/>
            <a:ext cx="352235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7590CD44-77A0-AA46-CE7C-0446D091A151}"/>
              </a:ext>
            </a:extLst>
          </p:cNvPr>
          <p:cNvSpPr/>
          <p:nvPr/>
        </p:nvSpPr>
        <p:spPr>
          <a:xfrm>
            <a:off x="705909" y="9096334"/>
            <a:ext cx="34285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couches-minces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0DA68585-A34A-A720-BC42-D85F20432B88}"/>
              </a:ext>
            </a:extLst>
          </p:cNvPr>
          <p:cNvSpPr/>
          <p:nvPr/>
        </p:nvSpPr>
        <p:spPr>
          <a:xfrm>
            <a:off x="427182" y="5414170"/>
            <a:ext cx="17433636" cy="1253466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4287C13-EAAE-DFFF-FE0F-DB390FA4B8BB}"/>
              </a:ext>
            </a:extLst>
          </p:cNvPr>
          <p:cNvSpPr/>
          <p:nvPr/>
        </p:nvSpPr>
        <p:spPr>
          <a:xfrm>
            <a:off x="427182" y="7067381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0956A1F-F557-A829-6737-0893340A3255}"/>
              </a:ext>
            </a:extLst>
          </p:cNvPr>
          <p:cNvSpPr/>
          <p:nvPr/>
        </p:nvSpPr>
        <p:spPr>
          <a:xfrm>
            <a:off x="9276716" y="7439161"/>
            <a:ext cx="291033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 pro (1,5 mois)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05BA7A6-2F92-F019-A295-4C1DF2B7A19F}"/>
              </a:ext>
            </a:extLst>
          </p:cNvPr>
          <p:cNvSpPr/>
          <p:nvPr/>
        </p:nvSpPr>
        <p:spPr>
          <a:xfrm>
            <a:off x="9274836" y="5874391"/>
            <a:ext cx="150370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5EA1A9C-0DA9-6112-CF37-BF525D60A4A9}"/>
              </a:ext>
            </a:extLst>
          </p:cNvPr>
          <p:cNvSpPr/>
          <p:nvPr/>
        </p:nvSpPr>
        <p:spPr>
          <a:xfrm>
            <a:off x="720987" y="5855464"/>
            <a:ext cx="235281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(thermique)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0DD5F61-4086-04AE-D0C0-920378080EA5}"/>
              </a:ext>
            </a:extLst>
          </p:cNvPr>
          <p:cNvSpPr/>
          <p:nvPr/>
        </p:nvSpPr>
        <p:spPr>
          <a:xfrm>
            <a:off x="718433" y="2743170"/>
            <a:ext cx="19485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1D01D331-2D94-3288-F8B9-59110D6F5609}"/>
              </a:ext>
            </a:extLst>
          </p:cNvPr>
          <p:cNvSpPr/>
          <p:nvPr/>
        </p:nvSpPr>
        <p:spPr>
          <a:xfrm>
            <a:off x="774583" y="6743700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7BB1C589-7B52-C774-0D18-D7DFE74E02F1}"/>
              </a:ext>
            </a:extLst>
          </p:cNvPr>
          <p:cNvSpPr/>
          <p:nvPr/>
        </p:nvSpPr>
        <p:spPr>
          <a:xfrm>
            <a:off x="713768" y="2045298"/>
            <a:ext cx="75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id="{FECD8B98-8089-B294-DC42-D50F91526455}"/>
              </a:ext>
            </a:extLst>
          </p:cNvPr>
          <p:cNvSpPr/>
          <p:nvPr/>
        </p:nvSpPr>
        <p:spPr>
          <a:xfrm>
            <a:off x="2209800" y="353437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117">
            <a:extLst>
              <a:ext uri="{FF2B5EF4-FFF2-40B4-BE49-F238E27FC236}">
                <a16:creationId xmlns:a16="http://schemas.microsoft.com/office/drawing/2014/main" id="{FEE82307-B3BF-D163-6ED5-4D06F57073F4}"/>
              </a:ext>
            </a:extLst>
          </p:cNvPr>
          <p:cNvSpPr/>
          <p:nvPr/>
        </p:nvSpPr>
        <p:spPr>
          <a:xfrm>
            <a:off x="3232257" y="59055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Freeform 118">
            <a:extLst>
              <a:ext uri="{FF2B5EF4-FFF2-40B4-BE49-F238E27FC236}">
                <a16:creationId xmlns:a16="http://schemas.microsoft.com/office/drawing/2014/main" id="{A2AFDD2A-9477-36D8-0BED-F3166436613C}"/>
              </a:ext>
            </a:extLst>
          </p:cNvPr>
          <p:cNvSpPr/>
          <p:nvPr/>
        </p:nvSpPr>
        <p:spPr>
          <a:xfrm>
            <a:off x="10972800" y="591526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119">
            <a:extLst>
              <a:ext uri="{FF2B5EF4-FFF2-40B4-BE49-F238E27FC236}">
                <a16:creationId xmlns:a16="http://schemas.microsoft.com/office/drawing/2014/main" id="{B11DE081-7274-EB2E-3447-1AEF373676E3}"/>
              </a:ext>
            </a:extLst>
          </p:cNvPr>
          <p:cNvSpPr/>
          <p:nvPr/>
        </p:nvSpPr>
        <p:spPr>
          <a:xfrm>
            <a:off x="12344400" y="74956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C27274F4-E3CF-B924-46C2-894122D46AB1}"/>
              </a:ext>
            </a:extLst>
          </p:cNvPr>
          <p:cNvSpPr/>
          <p:nvPr/>
        </p:nvSpPr>
        <p:spPr>
          <a:xfrm>
            <a:off x="774582" y="5116539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34CE512-D563-1C06-CA6B-E6511214FCB1}"/>
              </a:ext>
            </a:extLst>
          </p:cNvPr>
          <p:cNvSpPr/>
          <p:nvPr/>
        </p:nvSpPr>
        <p:spPr>
          <a:xfrm>
            <a:off x="771147" y="8438253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D5AB715-F08D-E900-EBEC-6BE77383DCFC}"/>
              </a:ext>
            </a:extLst>
          </p:cNvPr>
          <p:cNvSpPr/>
          <p:nvPr/>
        </p:nvSpPr>
        <p:spPr>
          <a:xfrm>
            <a:off x="714632" y="3443732"/>
            <a:ext cx="131554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9EE95496-B87B-D6C7-0E16-80F0AEFAC404}"/>
              </a:ext>
            </a:extLst>
          </p:cNvPr>
          <p:cNvSpPr/>
          <p:nvPr/>
        </p:nvSpPr>
        <p:spPr>
          <a:xfrm>
            <a:off x="716656" y="4133988"/>
            <a:ext cx="27649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78D2541-6A5F-73A9-1AD2-C9769176F8F4}"/>
              </a:ext>
            </a:extLst>
          </p:cNvPr>
          <p:cNvSpPr/>
          <p:nvPr/>
        </p:nvSpPr>
        <p:spPr>
          <a:xfrm>
            <a:off x="14649184" y="585284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E47AF6A-B1FD-408E-0323-81770EEC98C1}"/>
              </a:ext>
            </a:extLst>
          </p:cNvPr>
          <p:cNvSpPr/>
          <p:nvPr/>
        </p:nvSpPr>
        <p:spPr>
          <a:xfrm>
            <a:off x="15390471" y="585284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F45EDFA-E92D-9A3A-7403-D64F2188CEA7}"/>
              </a:ext>
            </a:extLst>
          </p:cNvPr>
          <p:cNvSpPr/>
          <p:nvPr/>
        </p:nvSpPr>
        <p:spPr>
          <a:xfrm>
            <a:off x="16153248" y="585284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49B0850-CE76-D5C3-5747-A3433BF3AB70}"/>
              </a:ext>
            </a:extLst>
          </p:cNvPr>
          <p:cNvSpPr/>
          <p:nvPr/>
        </p:nvSpPr>
        <p:spPr>
          <a:xfrm>
            <a:off x="16916025" y="587325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48138BC-84DE-BDBD-E793-F927E843D776}"/>
              </a:ext>
            </a:extLst>
          </p:cNvPr>
          <p:cNvSpPr/>
          <p:nvPr/>
        </p:nvSpPr>
        <p:spPr>
          <a:xfrm>
            <a:off x="14628763" y="74380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1799B7A-461C-8DDA-B42F-808EA2558F73}"/>
              </a:ext>
            </a:extLst>
          </p:cNvPr>
          <p:cNvSpPr/>
          <p:nvPr/>
        </p:nvSpPr>
        <p:spPr>
          <a:xfrm>
            <a:off x="15390471" y="743802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47A0C7C-CFAE-B079-62F1-345D43D93D0D}"/>
              </a:ext>
            </a:extLst>
          </p:cNvPr>
          <p:cNvSpPr/>
          <p:nvPr/>
        </p:nvSpPr>
        <p:spPr>
          <a:xfrm>
            <a:off x="16153248" y="743802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DDB0B42-DB84-E9E1-AAE2-C363656FBC65}"/>
              </a:ext>
            </a:extLst>
          </p:cNvPr>
          <p:cNvSpPr/>
          <p:nvPr/>
        </p:nvSpPr>
        <p:spPr>
          <a:xfrm>
            <a:off x="16912156" y="743802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7993998-669E-B989-AAC2-59D6E319C00D}"/>
              </a:ext>
            </a:extLst>
          </p:cNvPr>
          <p:cNvSpPr/>
          <p:nvPr/>
        </p:nvSpPr>
        <p:spPr>
          <a:xfrm>
            <a:off x="14628763" y="27457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71DCE31-22F2-F357-5219-DFA24D35ED51}"/>
              </a:ext>
            </a:extLst>
          </p:cNvPr>
          <p:cNvSpPr/>
          <p:nvPr/>
        </p:nvSpPr>
        <p:spPr>
          <a:xfrm>
            <a:off x="16153248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3C55C17-6263-A32A-6DB0-10F70538F296}"/>
              </a:ext>
            </a:extLst>
          </p:cNvPr>
          <p:cNvSpPr/>
          <p:nvPr/>
        </p:nvSpPr>
        <p:spPr>
          <a:xfrm>
            <a:off x="14628763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D2E96A9-42E0-4198-FAB6-0E9596D3C273}"/>
              </a:ext>
            </a:extLst>
          </p:cNvPr>
          <p:cNvSpPr/>
          <p:nvPr/>
        </p:nvSpPr>
        <p:spPr>
          <a:xfrm>
            <a:off x="15390471" y="34490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175BA4B-F9BE-2AB3-3206-5DB7353A7412}"/>
              </a:ext>
            </a:extLst>
          </p:cNvPr>
          <p:cNvSpPr/>
          <p:nvPr/>
        </p:nvSpPr>
        <p:spPr>
          <a:xfrm>
            <a:off x="57167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E68AD700-3767-3604-7DB4-D883BD783920}"/>
              </a:ext>
            </a:extLst>
          </p:cNvPr>
          <p:cNvSpPr/>
          <p:nvPr/>
        </p:nvSpPr>
        <p:spPr>
          <a:xfrm>
            <a:off x="64750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BA421EF3-93F9-030A-4C8C-DE5006D76C89}"/>
              </a:ext>
            </a:extLst>
          </p:cNvPr>
          <p:cNvSpPr/>
          <p:nvPr/>
        </p:nvSpPr>
        <p:spPr>
          <a:xfrm>
            <a:off x="72378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ED8E4D82-6113-166E-AE58-159FFB69EAC6}"/>
              </a:ext>
            </a:extLst>
          </p:cNvPr>
          <p:cNvSpPr/>
          <p:nvPr/>
        </p:nvSpPr>
        <p:spPr>
          <a:xfrm>
            <a:off x="5716775" y="274317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67788D1-7484-52E9-15B9-5A043B917446}"/>
              </a:ext>
            </a:extLst>
          </p:cNvPr>
          <p:cNvSpPr/>
          <p:nvPr/>
        </p:nvSpPr>
        <p:spPr>
          <a:xfrm>
            <a:off x="5716775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8D24A50-7FBC-8C98-5624-678A20E246DE}"/>
              </a:ext>
            </a:extLst>
          </p:cNvPr>
          <p:cNvSpPr/>
          <p:nvPr/>
        </p:nvSpPr>
        <p:spPr>
          <a:xfrm>
            <a:off x="5716775" y="41339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B023735-D393-E10A-C25F-1A71DA671ED5}"/>
              </a:ext>
            </a:extLst>
          </p:cNvPr>
          <p:cNvSpPr/>
          <p:nvPr/>
        </p:nvSpPr>
        <p:spPr>
          <a:xfrm>
            <a:off x="6475071" y="58528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0C89E98-892C-7C44-FBDE-55E5B111B835}"/>
              </a:ext>
            </a:extLst>
          </p:cNvPr>
          <p:cNvSpPr/>
          <p:nvPr/>
        </p:nvSpPr>
        <p:spPr>
          <a:xfrm>
            <a:off x="7237848" y="58528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B57F808-98AE-CC7C-033F-7EB6226F59F0}"/>
              </a:ext>
            </a:extLst>
          </p:cNvPr>
          <p:cNvSpPr/>
          <p:nvPr/>
        </p:nvSpPr>
        <p:spPr>
          <a:xfrm>
            <a:off x="5716775" y="909318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E6241275-6B99-1DFC-1417-8260207ABBB3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A40DE71-224E-BB08-B6D8-A5B0788DC4AE}"/>
              </a:ext>
            </a:extLst>
          </p:cNvPr>
          <p:cNvSpPr/>
          <p:nvPr/>
        </p:nvSpPr>
        <p:spPr>
          <a:xfrm>
            <a:off x="6475071" y="344818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A601A3FA-09FE-560E-AB90-3A7DB010858D}"/>
              </a:ext>
            </a:extLst>
          </p:cNvPr>
          <p:cNvSpPr/>
          <p:nvPr/>
        </p:nvSpPr>
        <p:spPr>
          <a:xfrm>
            <a:off x="7996328" y="4130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D254DE98-301C-E673-D438-3A0807B8B718}"/>
              </a:ext>
            </a:extLst>
          </p:cNvPr>
          <p:cNvSpPr/>
          <p:nvPr/>
        </p:nvSpPr>
        <p:spPr>
          <a:xfrm>
            <a:off x="146321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5CC55DB8-75C9-0750-D2C2-DF6ADE5E87D3}"/>
              </a:ext>
            </a:extLst>
          </p:cNvPr>
          <p:cNvSpPr/>
          <p:nvPr/>
        </p:nvSpPr>
        <p:spPr>
          <a:xfrm>
            <a:off x="153904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E1363C12-1E3B-8BD7-02F6-0CE037AF908C}"/>
              </a:ext>
            </a:extLst>
          </p:cNvPr>
          <p:cNvSpPr/>
          <p:nvPr/>
        </p:nvSpPr>
        <p:spPr>
          <a:xfrm>
            <a:off x="161532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247876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BB1D-7FA4-1040-DCFB-5937585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Freeform 16">
            <a:extLst>
              <a:ext uri="{FF2B5EF4-FFF2-40B4-BE49-F238E27FC236}">
                <a16:creationId xmlns:a16="http://schemas.microsoft.com/office/drawing/2014/main" id="{4D1301E4-A8C8-ABE4-373E-5BB503C21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5F6376C-FC32-3128-E89B-0B43647E9BED}"/>
              </a:ext>
            </a:extLst>
          </p:cNvPr>
          <p:cNvSpPr/>
          <p:nvPr/>
        </p:nvSpPr>
        <p:spPr>
          <a:xfrm>
            <a:off x="427182" y="8319281"/>
            <a:ext cx="17433636" cy="16583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AF333A2-8CFA-4038-3072-9B56882C2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3D6F27-50F1-B2C7-6BA1-CE8AB2A8679A}"/>
              </a:ext>
            </a:extLst>
          </p:cNvPr>
          <p:cNvSpPr/>
          <p:nvPr/>
        </p:nvSpPr>
        <p:spPr>
          <a:xfrm>
            <a:off x="427182" y="1644791"/>
            <a:ext cx="17433636" cy="362359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AB941D09-70AF-3543-55C7-B27E0F94687D}"/>
              </a:ext>
            </a:extLst>
          </p:cNvPr>
          <p:cNvSpPr/>
          <p:nvPr/>
        </p:nvSpPr>
        <p:spPr>
          <a:xfrm>
            <a:off x="9274240" y="3467455"/>
            <a:ext cx="80470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836876D1-7BC3-A707-EAE2-32A147A921D0}"/>
              </a:ext>
            </a:extLst>
          </p:cNvPr>
          <p:cNvSpPr/>
          <p:nvPr/>
        </p:nvSpPr>
        <p:spPr>
          <a:xfrm>
            <a:off x="9274241" y="2749703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 de données</a:t>
            </a: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CD57B971-212D-E444-EBB0-B00C879015B0}"/>
              </a:ext>
            </a:extLst>
          </p:cNvPr>
          <p:cNvSpPr/>
          <p:nvPr/>
        </p:nvSpPr>
        <p:spPr>
          <a:xfrm>
            <a:off x="9274241" y="2031951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DF147853-EE14-CEE0-AC1C-3EC744EFDC6A}"/>
              </a:ext>
            </a:extLst>
          </p:cNvPr>
          <p:cNvSpPr/>
          <p:nvPr/>
        </p:nvSpPr>
        <p:spPr>
          <a:xfrm>
            <a:off x="705909" y="8690084"/>
            <a:ext cx="211998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5A3D05D-D21B-0912-874A-3B71E0B72D90}"/>
              </a:ext>
            </a:extLst>
          </p:cNvPr>
          <p:cNvSpPr/>
          <p:nvPr/>
        </p:nvSpPr>
        <p:spPr>
          <a:xfrm>
            <a:off x="427182" y="5593284"/>
            <a:ext cx="17433636" cy="107435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A303520-E107-4E21-84E7-82FBF27E1844}"/>
              </a:ext>
            </a:extLst>
          </p:cNvPr>
          <p:cNvSpPr/>
          <p:nvPr/>
        </p:nvSpPr>
        <p:spPr>
          <a:xfrm>
            <a:off x="9062458" y="7045738"/>
            <a:ext cx="8798359" cy="965843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CBC18386-E748-0A13-E09E-C1369263E86D}"/>
              </a:ext>
            </a:extLst>
          </p:cNvPr>
          <p:cNvSpPr/>
          <p:nvPr/>
        </p:nvSpPr>
        <p:spPr>
          <a:xfrm>
            <a:off x="9276716" y="7331241"/>
            <a:ext cx="203642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(3-4 mois)</a:t>
            </a:r>
          </a:p>
        </p:txBody>
      </p:sp>
      <p:sp>
        <p:nvSpPr>
          <p:cNvPr id="160" name="Freeform 31">
            <a:extLst>
              <a:ext uri="{FF2B5EF4-FFF2-40B4-BE49-F238E27FC236}">
                <a16:creationId xmlns:a16="http://schemas.microsoft.com/office/drawing/2014/main" id="{17966AFA-FF18-CB93-CA16-CCA160648679}"/>
              </a:ext>
            </a:extLst>
          </p:cNvPr>
          <p:cNvSpPr/>
          <p:nvPr/>
        </p:nvSpPr>
        <p:spPr>
          <a:xfrm>
            <a:off x="9274836" y="5855478"/>
            <a:ext cx="20457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Ingé guidé</a:t>
            </a:r>
          </a:p>
        </p:txBody>
      </p:sp>
      <p:sp>
        <p:nvSpPr>
          <p:cNvPr id="159" name="Freeform 31">
            <a:extLst>
              <a:ext uri="{FF2B5EF4-FFF2-40B4-BE49-F238E27FC236}">
                <a16:creationId xmlns:a16="http://schemas.microsoft.com/office/drawing/2014/main" id="{AAE4BE64-1936-2740-149F-870E4DFA4AC8}"/>
              </a:ext>
            </a:extLst>
          </p:cNvPr>
          <p:cNvSpPr/>
          <p:nvPr/>
        </p:nvSpPr>
        <p:spPr>
          <a:xfrm>
            <a:off x="720987" y="5931790"/>
            <a:ext cx="29263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523052BB-6959-C84F-81B3-026DE35DAFCD}"/>
              </a:ext>
            </a:extLst>
          </p:cNvPr>
          <p:cNvSpPr/>
          <p:nvPr/>
        </p:nvSpPr>
        <p:spPr>
          <a:xfrm>
            <a:off x="718434" y="2628943"/>
            <a:ext cx="173605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3733B83-EF79-E859-D093-EE7EBAAD4AE7}"/>
              </a:ext>
            </a:extLst>
          </p:cNvPr>
          <p:cNvSpPr/>
          <p:nvPr/>
        </p:nvSpPr>
        <p:spPr>
          <a:xfrm>
            <a:off x="9278528" y="672205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ECF4B34-3CFD-EC26-AA10-07AE9E25D164}"/>
              </a:ext>
            </a:extLst>
          </p:cNvPr>
          <p:cNvSpPr/>
          <p:nvPr/>
        </p:nvSpPr>
        <p:spPr>
          <a:xfrm>
            <a:off x="713768" y="1966949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94BD587B-A04C-FD49-F190-E2F1229E5C0D}"/>
              </a:ext>
            </a:extLst>
          </p:cNvPr>
          <p:cNvSpPr/>
          <p:nvPr/>
        </p:nvSpPr>
        <p:spPr>
          <a:xfrm>
            <a:off x="2590800" y="27051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103B9D-B607-B141-21E7-F4AB91D99E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866EDF0-ED30-46E6-DB08-1B5975BF8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118" name="Freeform 118">
            <a:extLst>
              <a:ext uri="{FF2B5EF4-FFF2-40B4-BE49-F238E27FC236}">
                <a16:creationId xmlns:a16="http://schemas.microsoft.com/office/drawing/2014/main" id="{2489638D-8DB8-095E-886A-14FAE79169B7}"/>
              </a:ext>
            </a:extLst>
          </p:cNvPr>
          <p:cNvSpPr/>
          <p:nvPr/>
        </p:nvSpPr>
        <p:spPr>
          <a:xfrm>
            <a:off x="11919057" y="589635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C5562894-3A83-B455-78E2-2B80A0B2C1D4}"/>
              </a:ext>
            </a:extLst>
          </p:cNvPr>
          <p:cNvSpPr/>
          <p:nvPr/>
        </p:nvSpPr>
        <p:spPr>
          <a:xfrm>
            <a:off x="11887200" y="738770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Freeform 25">
            <a:extLst>
              <a:ext uri="{FF2B5EF4-FFF2-40B4-BE49-F238E27FC236}">
                <a16:creationId xmlns:a16="http://schemas.microsoft.com/office/drawing/2014/main" id="{3F23A7CE-77A6-B4D5-709B-F8060B13A00C}"/>
              </a:ext>
            </a:extLst>
          </p:cNvPr>
          <p:cNvSpPr/>
          <p:nvPr/>
        </p:nvSpPr>
        <p:spPr>
          <a:xfrm>
            <a:off x="774582" y="5295900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5CC0569B-A578-2D7F-DC1C-E712B05F52FC}"/>
              </a:ext>
            </a:extLst>
          </p:cNvPr>
          <p:cNvSpPr/>
          <p:nvPr/>
        </p:nvSpPr>
        <p:spPr>
          <a:xfrm>
            <a:off x="771147" y="8039100"/>
            <a:ext cx="1516733" cy="522635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A8D70433-F6AB-5B52-981C-D70F51E6221A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57" name="Freeform 31">
            <a:extLst>
              <a:ext uri="{FF2B5EF4-FFF2-40B4-BE49-F238E27FC236}">
                <a16:creationId xmlns:a16="http://schemas.microsoft.com/office/drawing/2014/main" id="{9B052B8D-2C15-4679-7721-9EC2BBB71E91}"/>
              </a:ext>
            </a:extLst>
          </p:cNvPr>
          <p:cNvSpPr/>
          <p:nvPr/>
        </p:nvSpPr>
        <p:spPr>
          <a:xfrm>
            <a:off x="713768" y="3943862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158" name="Freeform 31">
            <a:extLst>
              <a:ext uri="{FF2B5EF4-FFF2-40B4-BE49-F238E27FC236}">
                <a16:creationId xmlns:a16="http://schemas.microsoft.com/office/drawing/2014/main" id="{D77972B7-0896-6EA8-28CC-542247BE896B}"/>
              </a:ext>
            </a:extLst>
          </p:cNvPr>
          <p:cNvSpPr/>
          <p:nvPr/>
        </p:nvSpPr>
        <p:spPr>
          <a:xfrm>
            <a:off x="716884" y="3287475"/>
            <a:ext cx="377891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A8C10D4C-694D-B606-E06E-389BB1F3055B}"/>
              </a:ext>
            </a:extLst>
          </p:cNvPr>
          <p:cNvSpPr/>
          <p:nvPr/>
        </p:nvSpPr>
        <p:spPr>
          <a:xfrm>
            <a:off x="14628763" y="58293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34877154-5726-3427-5B65-BFB2A27A3EAD}"/>
              </a:ext>
            </a:extLst>
          </p:cNvPr>
          <p:cNvSpPr/>
          <p:nvPr/>
        </p:nvSpPr>
        <p:spPr>
          <a:xfrm>
            <a:off x="15392005" y="582930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AD3E3427-A9F9-4E5F-718F-6B77ED81C1AD}"/>
              </a:ext>
            </a:extLst>
          </p:cNvPr>
          <p:cNvSpPr/>
          <p:nvPr/>
        </p:nvSpPr>
        <p:spPr>
          <a:xfrm>
            <a:off x="16148388" y="585203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96435E2D-D491-3E6C-0623-700921EFB847}"/>
              </a:ext>
            </a:extLst>
          </p:cNvPr>
          <p:cNvSpPr/>
          <p:nvPr/>
        </p:nvSpPr>
        <p:spPr>
          <a:xfrm>
            <a:off x="16903076" y="585203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04BECFA2-538C-DD76-3BA5-6331F8F8E42B}"/>
              </a:ext>
            </a:extLst>
          </p:cNvPr>
          <p:cNvSpPr/>
          <p:nvPr/>
        </p:nvSpPr>
        <p:spPr>
          <a:xfrm>
            <a:off x="14628763" y="868951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AE14DCD5-5E52-6D91-BD06-2FF2B282ED9A}"/>
              </a:ext>
            </a:extLst>
          </p:cNvPr>
          <p:cNvSpPr/>
          <p:nvPr/>
        </p:nvSpPr>
        <p:spPr>
          <a:xfrm>
            <a:off x="15392005" y="7285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CE8B00A-E057-DB63-5D11-627B05EC6AEE}"/>
              </a:ext>
            </a:extLst>
          </p:cNvPr>
          <p:cNvSpPr/>
          <p:nvPr/>
        </p:nvSpPr>
        <p:spPr>
          <a:xfrm>
            <a:off x="16148975" y="727710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32C46713-71AA-7E65-ECEB-993A0F4567D9}"/>
              </a:ext>
            </a:extLst>
          </p:cNvPr>
          <p:cNvSpPr/>
          <p:nvPr/>
        </p:nvSpPr>
        <p:spPr>
          <a:xfrm>
            <a:off x="16903076" y="868951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16E8619D-9DAC-C4E8-5693-020ED14B633A}"/>
              </a:ext>
            </a:extLst>
          </p:cNvPr>
          <p:cNvSpPr/>
          <p:nvPr/>
        </p:nvSpPr>
        <p:spPr>
          <a:xfrm>
            <a:off x="14628763" y="27497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5DB9DAA6-039B-BBD8-B577-E7664D989B4C}"/>
              </a:ext>
            </a:extLst>
          </p:cNvPr>
          <p:cNvSpPr/>
          <p:nvPr/>
        </p:nvSpPr>
        <p:spPr>
          <a:xfrm>
            <a:off x="16144934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C5B978E2-16A1-EFC2-0B9B-037A48DAD93A}"/>
              </a:ext>
            </a:extLst>
          </p:cNvPr>
          <p:cNvSpPr/>
          <p:nvPr/>
        </p:nvSpPr>
        <p:spPr>
          <a:xfrm>
            <a:off x="14628763" y="34654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9AD1FAE-51A4-DD9C-C558-1A315F971761}"/>
              </a:ext>
            </a:extLst>
          </p:cNvPr>
          <p:cNvSpPr/>
          <p:nvPr/>
        </p:nvSpPr>
        <p:spPr>
          <a:xfrm>
            <a:off x="5716775" y="263137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0" name="Ellipse 189">
            <a:extLst>
              <a:ext uri="{FF2B5EF4-FFF2-40B4-BE49-F238E27FC236}">
                <a16:creationId xmlns:a16="http://schemas.microsoft.com/office/drawing/2014/main" id="{A72CA917-D1C3-84D4-2269-36753766486D}"/>
              </a:ext>
            </a:extLst>
          </p:cNvPr>
          <p:cNvSpPr/>
          <p:nvPr/>
        </p:nvSpPr>
        <p:spPr>
          <a:xfrm>
            <a:off x="6477469" y="39391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9BE50E86-6F2E-4296-772D-C6E04E1B2619}"/>
              </a:ext>
            </a:extLst>
          </p:cNvPr>
          <p:cNvSpPr/>
          <p:nvPr/>
        </p:nvSpPr>
        <p:spPr>
          <a:xfrm>
            <a:off x="5716775" y="460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EF5E30D-A7B0-EAFC-1453-81B022F04BED}"/>
              </a:ext>
            </a:extLst>
          </p:cNvPr>
          <p:cNvSpPr/>
          <p:nvPr/>
        </p:nvSpPr>
        <p:spPr>
          <a:xfrm>
            <a:off x="7937142" y="328747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363CB048-ECEF-FA5B-3E85-19D7A7C233E9}"/>
              </a:ext>
            </a:extLst>
          </p:cNvPr>
          <p:cNvSpPr/>
          <p:nvPr/>
        </p:nvSpPr>
        <p:spPr>
          <a:xfrm>
            <a:off x="5716775" y="93453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F695A69B-F197-4DF4-9987-535287059E44}"/>
              </a:ext>
            </a:extLst>
          </p:cNvPr>
          <p:cNvSpPr/>
          <p:nvPr/>
        </p:nvSpPr>
        <p:spPr>
          <a:xfrm>
            <a:off x="705909" y="9346471"/>
            <a:ext cx="244534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78FE57D-9153-28AA-BA67-1F4247F110B6}"/>
              </a:ext>
            </a:extLst>
          </p:cNvPr>
          <p:cNvSpPr/>
          <p:nvPr/>
        </p:nvSpPr>
        <p:spPr>
          <a:xfrm>
            <a:off x="6472927" y="86490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B41534A7-E165-2F92-EB0D-2F176DBEE451}"/>
              </a:ext>
            </a:extLst>
          </p:cNvPr>
          <p:cNvSpPr/>
          <p:nvPr/>
        </p:nvSpPr>
        <p:spPr>
          <a:xfrm>
            <a:off x="9276472" y="8690084"/>
            <a:ext cx="23384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Dossier Biblio Laser</a:t>
            </a: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E7E4B478-6D90-8416-EB9E-E3C1F588AC00}"/>
              </a:ext>
            </a:extLst>
          </p:cNvPr>
          <p:cNvSpPr/>
          <p:nvPr/>
        </p:nvSpPr>
        <p:spPr>
          <a:xfrm>
            <a:off x="427181" y="6666070"/>
            <a:ext cx="8450448" cy="134551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A61A21ED-66C8-6A88-DA59-05C8855AA710}"/>
              </a:ext>
            </a:extLst>
          </p:cNvPr>
          <p:cNvSpPr/>
          <p:nvPr/>
        </p:nvSpPr>
        <p:spPr>
          <a:xfrm>
            <a:off x="472665" y="6500189"/>
            <a:ext cx="8385952" cy="502773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chemeClr val="bg1"/>
          </a:solidFill>
          <a:ln w="47625" cap="sq">
            <a:noFill/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56C3198-6055-77BB-5498-C47A5C65B8C0}"/>
              </a:ext>
            </a:extLst>
          </p:cNvPr>
          <p:cNvSpPr/>
          <p:nvPr/>
        </p:nvSpPr>
        <p:spPr>
          <a:xfrm>
            <a:off x="14628763" y="72771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F9EDABAD-547A-3B51-8D42-9AB23B454684}"/>
              </a:ext>
            </a:extLst>
          </p:cNvPr>
          <p:cNvSpPr/>
          <p:nvPr/>
        </p:nvSpPr>
        <p:spPr>
          <a:xfrm>
            <a:off x="16903076" y="7279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2" name="Freeform 31">
            <a:extLst>
              <a:ext uri="{FF2B5EF4-FFF2-40B4-BE49-F238E27FC236}">
                <a16:creationId xmlns:a16="http://schemas.microsoft.com/office/drawing/2014/main" id="{C13BA21E-5C79-107A-1BAC-05167F52251F}"/>
              </a:ext>
            </a:extLst>
          </p:cNvPr>
          <p:cNvSpPr/>
          <p:nvPr/>
        </p:nvSpPr>
        <p:spPr>
          <a:xfrm>
            <a:off x="720986" y="7201026"/>
            <a:ext cx="221726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3" name="Freeform 117">
            <a:extLst>
              <a:ext uri="{FF2B5EF4-FFF2-40B4-BE49-F238E27FC236}">
                <a16:creationId xmlns:a16="http://schemas.microsoft.com/office/drawing/2014/main" id="{9E22D93A-4B45-95C2-0B95-DB379ABD97A3}"/>
              </a:ext>
            </a:extLst>
          </p:cNvPr>
          <p:cNvSpPr/>
          <p:nvPr/>
        </p:nvSpPr>
        <p:spPr>
          <a:xfrm>
            <a:off x="3124200" y="726082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31">
            <a:extLst>
              <a:ext uri="{FF2B5EF4-FFF2-40B4-BE49-F238E27FC236}">
                <a16:creationId xmlns:a16="http://schemas.microsoft.com/office/drawing/2014/main" id="{571C035F-F6C2-01D2-CE11-30C11204451B}"/>
              </a:ext>
            </a:extLst>
          </p:cNvPr>
          <p:cNvSpPr/>
          <p:nvPr/>
        </p:nvSpPr>
        <p:spPr>
          <a:xfrm>
            <a:off x="720987" y="6569818"/>
            <a:ext cx="275297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E4FEC776-9326-5F29-3763-0D6202DC7E21}"/>
              </a:ext>
            </a:extLst>
          </p:cNvPr>
          <p:cNvSpPr/>
          <p:nvPr/>
        </p:nvSpPr>
        <p:spPr>
          <a:xfrm>
            <a:off x="5716775" y="592453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AE82A715-EC5C-452A-06CC-0D47CE3849CC}"/>
              </a:ext>
            </a:extLst>
          </p:cNvPr>
          <p:cNvSpPr/>
          <p:nvPr/>
        </p:nvSpPr>
        <p:spPr>
          <a:xfrm>
            <a:off x="6472927" y="656467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C62EBF-E8F5-014E-3B81-A9AA7D8FB3AD}"/>
              </a:ext>
            </a:extLst>
          </p:cNvPr>
          <p:cNvSpPr/>
          <p:nvPr/>
        </p:nvSpPr>
        <p:spPr>
          <a:xfrm>
            <a:off x="7225835" y="65646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DFBEF4C9-4487-949D-F262-97ECF26E3EAD}"/>
              </a:ext>
            </a:extLst>
          </p:cNvPr>
          <p:cNvSpPr/>
          <p:nvPr/>
        </p:nvSpPr>
        <p:spPr>
          <a:xfrm>
            <a:off x="5716775" y="65656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AE0F5B7-8183-E259-114C-88D2F3DC68ED}"/>
              </a:ext>
            </a:extLst>
          </p:cNvPr>
          <p:cNvSpPr/>
          <p:nvPr/>
        </p:nvSpPr>
        <p:spPr>
          <a:xfrm>
            <a:off x="6472927" y="720992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222DF93-D8F9-2789-982B-9F4F1CBD353A}"/>
              </a:ext>
            </a:extLst>
          </p:cNvPr>
          <p:cNvSpPr/>
          <p:nvPr/>
        </p:nvSpPr>
        <p:spPr>
          <a:xfrm>
            <a:off x="16145087" y="346545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3" name="Freeform 31">
            <a:extLst>
              <a:ext uri="{FF2B5EF4-FFF2-40B4-BE49-F238E27FC236}">
                <a16:creationId xmlns:a16="http://schemas.microsoft.com/office/drawing/2014/main" id="{DE670B32-FD40-A055-FC7B-111DAFCDAF9F}"/>
              </a:ext>
            </a:extLst>
          </p:cNvPr>
          <p:cNvSpPr/>
          <p:nvPr/>
        </p:nvSpPr>
        <p:spPr>
          <a:xfrm>
            <a:off x="9274241" y="4183816"/>
            <a:ext cx="14434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9FF096E2-5970-D7A1-F0C1-4FE04F07A2B5}"/>
              </a:ext>
            </a:extLst>
          </p:cNvPr>
          <p:cNvSpPr/>
          <p:nvPr/>
        </p:nvSpPr>
        <p:spPr>
          <a:xfrm>
            <a:off x="14628763" y="418324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82EF6177-1639-CC67-8EEE-D767AD68040C}"/>
              </a:ext>
            </a:extLst>
          </p:cNvPr>
          <p:cNvSpPr/>
          <p:nvPr/>
        </p:nvSpPr>
        <p:spPr>
          <a:xfrm>
            <a:off x="15394251" y="41832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2" name="Freeform 31">
            <a:extLst>
              <a:ext uri="{FF2B5EF4-FFF2-40B4-BE49-F238E27FC236}">
                <a16:creationId xmlns:a16="http://schemas.microsoft.com/office/drawing/2014/main" id="{3B95931F-A8C9-5B66-E75A-D4881713CA08}"/>
              </a:ext>
            </a:extLst>
          </p:cNvPr>
          <p:cNvSpPr/>
          <p:nvPr/>
        </p:nvSpPr>
        <p:spPr>
          <a:xfrm>
            <a:off x="2154527" y="1961670"/>
            <a:ext cx="90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483" name="Freeform 31">
            <a:extLst>
              <a:ext uri="{FF2B5EF4-FFF2-40B4-BE49-F238E27FC236}">
                <a16:creationId xmlns:a16="http://schemas.microsoft.com/office/drawing/2014/main" id="{53396847-7363-A20F-DFA3-BEE8193F3D02}"/>
              </a:ext>
            </a:extLst>
          </p:cNvPr>
          <p:cNvSpPr/>
          <p:nvPr/>
        </p:nvSpPr>
        <p:spPr>
          <a:xfrm>
            <a:off x="3244640" y="1961670"/>
            <a:ext cx="171144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484" name="Freeform 31">
            <a:extLst>
              <a:ext uri="{FF2B5EF4-FFF2-40B4-BE49-F238E27FC236}">
                <a16:creationId xmlns:a16="http://schemas.microsoft.com/office/drawing/2014/main" id="{4CA6992A-5635-1C20-ED37-2BE71B293C6A}"/>
              </a:ext>
            </a:extLst>
          </p:cNvPr>
          <p:cNvSpPr/>
          <p:nvPr/>
        </p:nvSpPr>
        <p:spPr>
          <a:xfrm>
            <a:off x="3700664" y="2627212"/>
            <a:ext cx="79513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485" name="Freeform 31">
            <a:extLst>
              <a:ext uri="{FF2B5EF4-FFF2-40B4-BE49-F238E27FC236}">
                <a16:creationId xmlns:a16="http://schemas.microsoft.com/office/drawing/2014/main" id="{FC2761CE-8C71-B719-985A-072761EB823D}"/>
              </a:ext>
            </a:extLst>
          </p:cNvPr>
          <p:cNvSpPr/>
          <p:nvPr/>
        </p:nvSpPr>
        <p:spPr>
          <a:xfrm>
            <a:off x="2153204" y="3940268"/>
            <a:ext cx="149985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486" name="Freeform 31">
            <a:extLst>
              <a:ext uri="{FF2B5EF4-FFF2-40B4-BE49-F238E27FC236}">
                <a16:creationId xmlns:a16="http://schemas.microsoft.com/office/drawing/2014/main" id="{A0F20C4A-D1CD-2BFE-1E4E-03BE4B0A7D2E}"/>
              </a:ext>
            </a:extLst>
          </p:cNvPr>
          <p:cNvSpPr/>
          <p:nvPr/>
        </p:nvSpPr>
        <p:spPr>
          <a:xfrm>
            <a:off x="713768" y="4606797"/>
            <a:ext cx="811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FSM</a:t>
            </a:r>
          </a:p>
        </p:txBody>
      </p:sp>
      <p:sp>
        <p:nvSpPr>
          <p:cNvPr id="487" name="Ellipse 486">
            <a:extLst>
              <a:ext uri="{FF2B5EF4-FFF2-40B4-BE49-F238E27FC236}">
                <a16:creationId xmlns:a16="http://schemas.microsoft.com/office/drawing/2014/main" id="{27D8A082-9A7B-7901-64D9-15E80D631341}"/>
              </a:ext>
            </a:extLst>
          </p:cNvPr>
          <p:cNvSpPr/>
          <p:nvPr/>
        </p:nvSpPr>
        <p:spPr>
          <a:xfrm>
            <a:off x="6477469" y="461042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8" name="Ellipse 487">
            <a:extLst>
              <a:ext uri="{FF2B5EF4-FFF2-40B4-BE49-F238E27FC236}">
                <a16:creationId xmlns:a16="http://schemas.microsoft.com/office/drawing/2014/main" id="{383BEC61-B539-982E-2D34-0FA6D8137568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9" name="Ellipse 488">
            <a:extLst>
              <a:ext uri="{FF2B5EF4-FFF2-40B4-BE49-F238E27FC236}">
                <a16:creationId xmlns:a16="http://schemas.microsoft.com/office/drawing/2014/main" id="{94E08A9A-91E6-3460-C9EA-E9EFB03DBE16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0" name="Ellipse 489">
            <a:extLst>
              <a:ext uri="{FF2B5EF4-FFF2-40B4-BE49-F238E27FC236}">
                <a16:creationId xmlns:a16="http://schemas.microsoft.com/office/drawing/2014/main" id="{D6EB26FA-9FB6-1E78-6695-891CFAECE41B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2" name="Ellipse 491">
            <a:extLst>
              <a:ext uri="{FF2B5EF4-FFF2-40B4-BE49-F238E27FC236}">
                <a16:creationId xmlns:a16="http://schemas.microsoft.com/office/drawing/2014/main" id="{4D6944A2-05F8-A70A-36A8-0136CFC5598A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3" name="Ellipse 492">
            <a:extLst>
              <a:ext uri="{FF2B5EF4-FFF2-40B4-BE49-F238E27FC236}">
                <a16:creationId xmlns:a16="http://schemas.microsoft.com/office/drawing/2014/main" id="{1D3F3430-2F28-69F8-A887-2522D71FE1B8}"/>
              </a:ext>
            </a:extLst>
          </p:cNvPr>
          <p:cNvSpPr/>
          <p:nvPr/>
        </p:nvSpPr>
        <p:spPr>
          <a:xfrm>
            <a:off x="15392005" y="346545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154588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58FE-DAC1-CAF5-48E4-A6064622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>
            <a:extLst>
              <a:ext uri="{FF2B5EF4-FFF2-40B4-BE49-F238E27FC236}">
                <a16:creationId xmlns:a16="http://schemas.microsoft.com/office/drawing/2014/main" id="{8B7C500C-A0A8-39A2-1A37-C9D9DCF85FF4}"/>
              </a:ext>
            </a:extLst>
          </p:cNvPr>
          <p:cNvSpPr/>
          <p:nvPr/>
        </p:nvSpPr>
        <p:spPr>
          <a:xfrm>
            <a:off x="427182" y="7328680"/>
            <a:ext cx="17433636" cy="26489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B04AF7A-293A-B747-420C-79E031E29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99FD67-EA45-8F4F-59D5-BA00526AC040}"/>
              </a:ext>
            </a:extLst>
          </p:cNvPr>
          <p:cNvSpPr/>
          <p:nvPr/>
        </p:nvSpPr>
        <p:spPr>
          <a:xfrm>
            <a:off x="427182" y="1644791"/>
            <a:ext cx="17433636" cy="281290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6B8F20CE-892F-251F-A486-A7199C5971D1}"/>
              </a:ext>
            </a:extLst>
          </p:cNvPr>
          <p:cNvSpPr/>
          <p:nvPr/>
        </p:nvSpPr>
        <p:spPr>
          <a:xfrm>
            <a:off x="9274240" y="3564668"/>
            <a:ext cx="169769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32569585-9754-10BF-A7AD-FF27C75FD2C2}"/>
              </a:ext>
            </a:extLst>
          </p:cNvPr>
          <p:cNvSpPr/>
          <p:nvPr/>
        </p:nvSpPr>
        <p:spPr>
          <a:xfrm>
            <a:off x="9274240" y="2798584"/>
            <a:ext cx="358678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772DCFBC-F898-48E8-CAD5-0A81A88CD1A2}"/>
              </a:ext>
            </a:extLst>
          </p:cNvPr>
          <p:cNvSpPr/>
          <p:nvPr/>
        </p:nvSpPr>
        <p:spPr>
          <a:xfrm>
            <a:off x="9274241" y="2031951"/>
            <a:ext cx="20969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39BFE4FC-E1EC-159F-C108-813BEF9B248A}"/>
              </a:ext>
            </a:extLst>
          </p:cNvPr>
          <p:cNvSpPr/>
          <p:nvPr/>
        </p:nvSpPr>
        <p:spPr>
          <a:xfrm>
            <a:off x="705910" y="7706581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04BD30F-18FA-DDF8-882E-B3D0313366F8}"/>
              </a:ext>
            </a:extLst>
          </p:cNvPr>
          <p:cNvSpPr/>
          <p:nvPr/>
        </p:nvSpPr>
        <p:spPr>
          <a:xfrm>
            <a:off x="427182" y="5176267"/>
            <a:ext cx="17433636" cy="1494110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E8C615BF-EE94-8D77-2728-B4C95948019E}"/>
              </a:ext>
            </a:extLst>
          </p:cNvPr>
          <p:cNvSpPr/>
          <p:nvPr/>
        </p:nvSpPr>
        <p:spPr>
          <a:xfrm>
            <a:off x="9276715" y="5721327"/>
            <a:ext cx="358507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stage (5-6 mois)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ED6E7025-034D-77CE-2D53-14D86EDE9F2B}"/>
              </a:ext>
            </a:extLst>
          </p:cNvPr>
          <p:cNvSpPr/>
          <p:nvPr/>
        </p:nvSpPr>
        <p:spPr>
          <a:xfrm>
            <a:off x="712356" y="2798584"/>
            <a:ext cx="172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1A621C2-B41D-19D8-DBBA-8646D4AB18DC}"/>
              </a:ext>
            </a:extLst>
          </p:cNvPr>
          <p:cNvSpPr/>
          <p:nvPr/>
        </p:nvSpPr>
        <p:spPr>
          <a:xfrm>
            <a:off x="774583" y="485258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CB8A5ED9-F282-D271-A069-3EAA5C37060B}"/>
              </a:ext>
            </a:extLst>
          </p:cNvPr>
          <p:cNvSpPr/>
          <p:nvPr/>
        </p:nvSpPr>
        <p:spPr>
          <a:xfrm>
            <a:off x="713768" y="2045298"/>
            <a:ext cx="197468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9C9E0CF-45C3-5122-B8ED-B3496977B8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8EB59319-D23E-B70F-994D-528171EB97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51D807D2-7D95-C59B-8933-7BEF91F90C3C}"/>
              </a:ext>
            </a:extLst>
          </p:cNvPr>
          <p:cNvSpPr/>
          <p:nvPr/>
        </p:nvSpPr>
        <p:spPr>
          <a:xfrm>
            <a:off x="130302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009A513E-9E55-73FD-8EC7-CC475EB49D8B}"/>
              </a:ext>
            </a:extLst>
          </p:cNvPr>
          <p:cNvSpPr/>
          <p:nvPr/>
        </p:nvSpPr>
        <p:spPr>
          <a:xfrm>
            <a:off x="771147" y="70485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5133BD8D-762E-692A-1D89-8039F4629455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54C7CF62-ECDB-5867-0627-C65F0E7831AD}"/>
              </a:ext>
            </a:extLst>
          </p:cNvPr>
          <p:cNvSpPr/>
          <p:nvPr/>
        </p:nvSpPr>
        <p:spPr>
          <a:xfrm>
            <a:off x="146329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20662351-6E5C-D6E6-C3F6-D9C55C228CBF}"/>
              </a:ext>
            </a:extLst>
          </p:cNvPr>
          <p:cNvSpPr/>
          <p:nvPr/>
        </p:nvSpPr>
        <p:spPr>
          <a:xfrm>
            <a:off x="153836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BF67EE1-CE82-CDF9-71B7-78314F8A7C42}"/>
              </a:ext>
            </a:extLst>
          </p:cNvPr>
          <p:cNvSpPr/>
          <p:nvPr/>
        </p:nvSpPr>
        <p:spPr>
          <a:xfrm>
            <a:off x="161449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161FE0A9-BD98-C45A-28ED-26696B59DD66}"/>
              </a:ext>
            </a:extLst>
          </p:cNvPr>
          <p:cNvSpPr/>
          <p:nvPr/>
        </p:nvSpPr>
        <p:spPr>
          <a:xfrm>
            <a:off x="168997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B45E1D76-E8AD-932F-ED16-758A168F4BD8}"/>
              </a:ext>
            </a:extLst>
          </p:cNvPr>
          <p:cNvSpPr/>
          <p:nvPr/>
        </p:nvSpPr>
        <p:spPr>
          <a:xfrm>
            <a:off x="16144934" y="27932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B7D597A7-624E-84A5-FD21-6603167B3BB8}"/>
              </a:ext>
            </a:extLst>
          </p:cNvPr>
          <p:cNvSpPr/>
          <p:nvPr/>
        </p:nvSpPr>
        <p:spPr>
          <a:xfrm>
            <a:off x="5716775" y="279858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0721BA36-732B-0196-C348-FC7FE3FD1555}"/>
              </a:ext>
            </a:extLst>
          </p:cNvPr>
          <p:cNvSpPr/>
          <p:nvPr/>
        </p:nvSpPr>
        <p:spPr>
          <a:xfrm>
            <a:off x="5717289" y="848004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61BC902A-3BA1-D658-E677-3DE040D34374}"/>
              </a:ext>
            </a:extLst>
          </p:cNvPr>
          <p:cNvSpPr/>
          <p:nvPr/>
        </p:nvSpPr>
        <p:spPr>
          <a:xfrm>
            <a:off x="7237197" y="279801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0" name="Freeform 31">
            <a:extLst>
              <a:ext uri="{FF2B5EF4-FFF2-40B4-BE49-F238E27FC236}">
                <a16:creationId xmlns:a16="http://schemas.microsoft.com/office/drawing/2014/main" id="{55D8E2E0-5786-6EF6-763B-DD57F7431187}"/>
              </a:ext>
            </a:extLst>
          </p:cNvPr>
          <p:cNvSpPr/>
          <p:nvPr/>
        </p:nvSpPr>
        <p:spPr>
          <a:xfrm>
            <a:off x="769529" y="5721327"/>
            <a:ext cx="317686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projet indus</a:t>
            </a:r>
          </a:p>
        </p:txBody>
      </p:sp>
      <p:sp>
        <p:nvSpPr>
          <p:cNvPr id="141" name="Freeform 119">
            <a:extLst>
              <a:ext uri="{FF2B5EF4-FFF2-40B4-BE49-F238E27FC236}">
                <a16:creationId xmlns:a16="http://schemas.microsoft.com/office/drawing/2014/main" id="{F0D02A99-F2A3-1D97-2124-3FA6C5B0525D}"/>
              </a:ext>
            </a:extLst>
          </p:cNvPr>
          <p:cNvSpPr/>
          <p:nvPr/>
        </p:nvSpPr>
        <p:spPr>
          <a:xfrm>
            <a:off x="41148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Freeform 31">
            <a:extLst>
              <a:ext uri="{FF2B5EF4-FFF2-40B4-BE49-F238E27FC236}">
                <a16:creationId xmlns:a16="http://schemas.microsoft.com/office/drawing/2014/main" id="{3A600ED1-4674-778D-8566-856E44B09A60}"/>
              </a:ext>
            </a:extLst>
          </p:cNvPr>
          <p:cNvSpPr/>
          <p:nvPr/>
        </p:nvSpPr>
        <p:spPr>
          <a:xfrm>
            <a:off x="712357" y="8481182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Freeform 31">
            <a:extLst>
              <a:ext uri="{FF2B5EF4-FFF2-40B4-BE49-F238E27FC236}">
                <a16:creationId xmlns:a16="http://schemas.microsoft.com/office/drawing/2014/main" id="{6A2A2006-E38A-C244-0B5E-0CD79C7C5774}"/>
              </a:ext>
            </a:extLst>
          </p:cNvPr>
          <p:cNvSpPr/>
          <p:nvPr/>
        </p:nvSpPr>
        <p:spPr>
          <a:xfrm>
            <a:off x="705909" y="9202993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  <p:sp>
        <p:nvSpPr>
          <p:cNvPr id="209" name="Ellipse 208">
            <a:extLst>
              <a:ext uri="{FF2B5EF4-FFF2-40B4-BE49-F238E27FC236}">
                <a16:creationId xmlns:a16="http://schemas.microsoft.com/office/drawing/2014/main" id="{A45A20F4-4384-CD6E-A05A-5E84B2C13ADA}"/>
              </a:ext>
            </a:extLst>
          </p:cNvPr>
          <p:cNvSpPr/>
          <p:nvPr/>
        </p:nvSpPr>
        <p:spPr>
          <a:xfrm>
            <a:off x="5721850" y="92018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0" name="Ellipse 209">
            <a:extLst>
              <a:ext uri="{FF2B5EF4-FFF2-40B4-BE49-F238E27FC236}">
                <a16:creationId xmlns:a16="http://schemas.microsoft.com/office/drawing/2014/main" id="{3BCD348D-7689-E23D-D854-4BBA02875A2D}"/>
              </a:ext>
            </a:extLst>
          </p:cNvPr>
          <p:cNvSpPr/>
          <p:nvPr/>
        </p:nvSpPr>
        <p:spPr>
          <a:xfrm>
            <a:off x="6468222" y="770658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1" name="Ellipse 210">
            <a:extLst>
              <a:ext uri="{FF2B5EF4-FFF2-40B4-BE49-F238E27FC236}">
                <a16:creationId xmlns:a16="http://schemas.microsoft.com/office/drawing/2014/main" id="{68A4B307-5471-9FE8-2601-732134E022B0}"/>
              </a:ext>
            </a:extLst>
          </p:cNvPr>
          <p:cNvSpPr/>
          <p:nvPr/>
        </p:nvSpPr>
        <p:spPr>
          <a:xfrm>
            <a:off x="7984393" y="77112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16" name="Ellipse 215">
            <a:extLst>
              <a:ext uri="{FF2B5EF4-FFF2-40B4-BE49-F238E27FC236}">
                <a16:creationId xmlns:a16="http://schemas.microsoft.com/office/drawing/2014/main" id="{31D149EE-BD50-DAF0-A1FF-7D211997C453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7" name="Ellipse 216">
            <a:extLst>
              <a:ext uri="{FF2B5EF4-FFF2-40B4-BE49-F238E27FC236}">
                <a16:creationId xmlns:a16="http://schemas.microsoft.com/office/drawing/2014/main" id="{9C013F31-7258-DAE5-B7F2-3664E8A8BBA3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18" name="Ellipse 217">
            <a:extLst>
              <a:ext uri="{FF2B5EF4-FFF2-40B4-BE49-F238E27FC236}">
                <a16:creationId xmlns:a16="http://schemas.microsoft.com/office/drawing/2014/main" id="{6B8C2812-F321-27BF-980B-E65BA2645836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9" name="Ellipse 218">
            <a:extLst>
              <a:ext uri="{FF2B5EF4-FFF2-40B4-BE49-F238E27FC236}">
                <a16:creationId xmlns:a16="http://schemas.microsoft.com/office/drawing/2014/main" id="{C35D9B26-D0CD-FB1D-482C-B7AECE4CAF2E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0" name="Ellipse 219">
            <a:extLst>
              <a:ext uri="{FF2B5EF4-FFF2-40B4-BE49-F238E27FC236}">
                <a16:creationId xmlns:a16="http://schemas.microsoft.com/office/drawing/2014/main" id="{5FE9544F-9C20-081C-778C-066E7F054967}"/>
              </a:ext>
            </a:extLst>
          </p:cNvPr>
          <p:cNvSpPr/>
          <p:nvPr/>
        </p:nvSpPr>
        <p:spPr>
          <a:xfrm>
            <a:off x="15386848" y="27993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1" name="Ellipse 220">
            <a:extLst>
              <a:ext uri="{FF2B5EF4-FFF2-40B4-BE49-F238E27FC236}">
                <a16:creationId xmlns:a16="http://schemas.microsoft.com/office/drawing/2014/main" id="{6E7068E9-26B7-6805-0483-0E6EF1500BD8}"/>
              </a:ext>
            </a:extLst>
          </p:cNvPr>
          <p:cNvSpPr/>
          <p:nvPr/>
        </p:nvSpPr>
        <p:spPr>
          <a:xfrm>
            <a:off x="16899793" y="356692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22" name="Ellipse 221">
            <a:extLst>
              <a:ext uri="{FF2B5EF4-FFF2-40B4-BE49-F238E27FC236}">
                <a16:creationId xmlns:a16="http://schemas.microsoft.com/office/drawing/2014/main" id="{7619005D-A749-89F7-AEEF-1895D8FCAAFC}"/>
              </a:ext>
            </a:extLst>
          </p:cNvPr>
          <p:cNvSpPr/>
          <p:nvPr/>
        </p:nvSpPr>
        <p:spPr>
          <a:xfrm>
            <a:off x="57175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3" name="Ellipse 222">
            <a:extLst>
              <a:ext uri="{FF2B5EF4-FFF2-40B4-BE49-F238E27FC236}">
                <a16:creationId xmlns:a16="http://schemas.microsoft.com/office/drawing/2014/main" id="{0AD433DA-A2A8-D5DB-EC3E-E2F1EA566415}"/>
              </a:ext>
            </a:extLst>
          </p:cNvPr>
          <p:cNvSpPr/>
          <p:nvPr/>
        </p:nvSpPr>
        <p:spPr>
          <a:xfrm>
            <a:off x="64682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4" name="Ellipse 223">
            <a:extLst>
              <a:ext uri="{FF2B5EF4-FFF2-40B4-BE49-F238E27FC236}">
                <a16:creationId xmlns:a16="http://schemas.microsoft.com/office/drawing/2014/main" id="{ED17FF96-0888-9E16-6107-332159B3C8AA}"/>
              </a:ext>
            </a:extLst>
          </p:cNvPr>
          <p:cNvSpPr/>
          <p:nvPr/>
        </p:nvSpPr>
        <p:spPr>
          <a:xfrm>
            <a:off x="72295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6" name="Freeform 16">
            <a:extLst>
              <a:ext uri="{FF2B5EF4-FFF2-40B4-BE49-F238E27FC236}">
                <a16:creationId xmlns:a16="http://schemas.microsoft.com/office/drawing/2014/main" id="{0C9DA50A-B261-44FB-C64E-06B10F5734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Ellipse 224">
            <a:extLst>
              <a:ext uri="{FF2B5EF4-FFF2-40B4-BE49-F238E27FC236}">
                <a16:creationId xmlns:a16="http://schemas.microsoft.com/office/drawing/2014/main" id="{D610638F-3106-71CD-0F38-187A053D2226}"/>
              </a:ext>
            </a:extLst>
          </p:cNvPr>
          <p:cNvSpPr/>
          <p:nvPr/>
        </p:nvSpPr>
        <p:spPr>
          <a:xfrm>
            <a:off x="79843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869372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Freeform 17">
            <a:extLst>
              <a:ext uri="{FF2B5EF4-FFF2-40B4-BE49-F238E27FC236}">
                <a16:creationId xmlns:a16="http://schemas.microsoft.com/office/drawing/2014/main" id="{256D2096-13D6-E7ED-4C38-8A9F822F4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5" name="Freeform 3">
            <a:extLst>
              <a:ext uri="{FF2B5EF4-FFF2-40B4-BE49-F238E27FC236}">
                <a16:creationId xmlns:a16="http://schemas.microsoft.com/office/drawing/2014/main" id="{DE8A6BF1-91F9-86F3-A934-21EC80313B99}"/>
              </a:ext>
            </a:extLst>
          </p:cNvPr>
          <p:cNvSpPr/>
          <p:nvPr/>
        </p:nvSpPr>
        <p:spPr>
          <a:xfrm>
            <a:off x="198112" y="1809957"/>
            <a:ext cx="17899122" cy="5711668"/>
          </a:xfrm>
          <a:custGeom>
            <a:avLst/>
            <a:gdLst/>
            <a:ahLst/>
            <a:cxnLst/>
            <a:rect l="l" t="t" r="r" b="b"/>
            <a:pathLst>
              <a:path w="4697521" h="1472998">
                <a:moveTo>
                  <a:pt x="0" y="0"/>
                </a:moveTo>
                <a:lnTo>
                  <a:pt x="4697521" y="0"/>
                </a:lnTo>
                <a:lnTo>
                  <a:pt x="4697521" y="1472998"/>
                </a:lnTo>
                <a:lnTo>
                  <a:pt x="0" y="14729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6" name="Freeform 11">
            <a:extLst>
              <a:ext uri="{FF2B5EF4-FFF2-40B4-BE49-F238E27FC236}">
                <a16:creationId xmlns:a16="http://schemas.microsoft.com/office/drawing/2014/main" id="{D5511B37-1FDF-6E02-77EC-359C8F6C754C}"/>
              </a:ext>
            </a:extLst>
          </p:cNvPr>
          <p:cNvSpPr/>
          <p:nvPr/>
        </p:nvSpPr>
        <p:spPr>
          <a:xfrm>
            <a:off x="198111" y="7955607"/>
            <a:ext cx="17899122" cy="2217093"/>
          </a:xfrm>
          <a:custGeom>
            <a:avLst/>
            <a:gdLst/>
            <a:ahLst/>
            <a:cxnLst/>
            <a:rect l="l" t="t" r="r" b="b"/>
            <a:pathLst>
              <a:path w="4697521" h="583926">
                <a:moveTo>
                  <a:pt x="0" y="0"/>
                </a:moveTo>
                <a:lnTo>
                  <a:pt x="4697521" y="0"/>
                </a:lnTo>
                <a:lnTo>
                  <a:pt x="4697521" y="583926"/>
                </a:lnTo>
                <a:lnTo>
                  <a:pt x="0" y="58392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20" name="TextBox 2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21" name="TextBox 2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22" name="TextBox 2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23" name="TextBox 2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24" name="TextBox 2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317" name="Freeform 135">
            <a:extLst>
              <a:ext uri="{FF2B5EF4-FFF2-40B4-BE49-F238E27FC236}">
                <a16:creationId xmlns:a16="http://schemas.microsoft.com/office/drawing/2014/main" id="{67B1BB96-82E4-AA5B-CB3D-9F2BAFC35CC7}"/>
              </a:ext>
            </a:extLst>
          </p:cNvPr>
          <p:cNvSpPr/>
          <p:nvPr/>
        </p:nvSpPr>
        <p:spPr>
          <a:xfrm>
            <a:off x="15263254" y="3276918"/>
            <a:ext cx="2656811" cy="760051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Freeform 135">
            <a:extLst>
              <a:ext uri="{FF2B5EF4-FFF2-40B4-BE49-F238E27FC236}">
                <a16:creationId xmlns:a16="http://schemas.microsoft.com/office/drawing/2014/main" id="{04484BB4-4AF1-6201-E187-59082B06BE9D}"/>
              </a:ext>
            </a:extLst>
          </p:cNvPr>
          <p:cNvSpPr/>
          <p:nvPr/>
        </p:nvSpPr>
        <p:spPr>
          <a:xfrm>
            <a:off x="6429244" y="3577714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334" y="1665296"/>
            <a:ext cx="17835899" cy="5737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Freeform 32">
            <a:extLst>
              <a:ext uri="{FF2B5EF4-FFF2-40B4-BE49-F238E27FC236}">
                <a16:creationId xmlns:a16="http://schemas.microsoft.com/office/drawing/2014/main" id="{65CC4DC4-BAB2-E945-BA1C-900A1DEC8F70}"/>
              </a:ext>
            </a:extLst>
          </p:cNvPr>
          <p:cNvSpPr/>
          <p:nvPr/>
        </p:nvSpPr>
        <p:spPr>
          <a:xfrm>
            <a:off x="3479568" y="379284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8" name="Ellipse 267">
            <a:extLst>
              <a:ext uri="{FF2B5EF4-FFF2-40B4-BE49-F238E27FC236}">
                <a16:creationId xmlns:a16="http://schemas.microsoft.com/office/drawing/2014/main" id="{B8B021D4-CE2F-D26C-A258-874EB6623CBD}"/>
              </a:ext>
            </a:extLst>
          </p:cNvPr>
          <p:cNvSpPr/>
          <p:nvPr/>
        </p:nvSpPr>
        <p:spPr>
          <a:xfrm>
            <a:off x="3460350" y="446536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11" y="7810946"/>
            <a:ext cx="17835899" cy="23617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Freeform 32">
            <a:extLst>
              <a:ext uri="{FF2B5EF4-FFF2-40B4-BE49-F238E27FC236}">
                <a16:creationId xmlns:a16="http://schemas.microsoft.com/office/drawing/2014/main" id="{D5586FB4-D6DC-1769-0594-8C7E300D7442}"/>
              </a:ext>
            </a:extLst>
          </p:cNvPr>
          <p:cNvSpPr/>
          <p:nvPr/>
        </p:nvSpPr>
        <p:spPr>
          <a:xfrm>
            <a:off x="453654" y="836242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couches-mines</a:t>
            </a: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7B0FB656-14F3-A818-FB95-A2A7CB83361C}"/>
              </a:ext>
            </a:extLst>
          </p:cNvPr>
          <p:cNvSpPr/>
          <p:nvPr/>
        </p:nvSpPr>
        <p:spPr>
          <a:xfrm>
            <a:off x="434436" y="903494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1" name="Freeform 26">
            <a:extLst>
              <a:ext uri="{FF2B5EF4-FFF2-40B4-BE49-F238E27FC236}">
                <a16:creationId xmlns:a16="http://schemas.microsoft.com/office/drawing/2014/main" id="{A44B28F8-A632-263B-80E2-33EE8471380F}"/>
              </a:ext>
            </a:extLst>
          </p:cNvPr>
          <p:cNvSpPr/>
          <p:nvPr/>
        </p:nvSpPr>
        <p:spPr>
          <a:xfrm>
            <a:off x="425501" y="4370710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3654" y="3200763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3654" y="5535626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49" name="Freeform 49"/>
          <p:cNvSpPr/>
          <p:nvPr/>
        </p:nvSpPr>
        <p:spPr>
          <a:xfrm>
            <a:off x="2435101" y="446329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Freeform 158"/>
          <p:cNvSpPr/>
          <p:nvPr/>
        </p:nvSpPr>
        <p:spPr>
          <a:xfrm>
            <a:off x="8446198" y="365190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7" name="Freeform 25">
            <a:extLst>
              <a:ext uri="{FF2B5EF4-FFF2-40B4-BE49-F238E27FC236}">
                <a16:creationId xmlns:a16="http://schemas.microsoft.com/office/drawing/2014/main" id="{87D0134C-0529-28C2-D88C-8041DEDA41F5}"/>
              </a:ext>
            </a:extLst>
          </p:cNvPr>
          <p:cNvSpPr/>
          <p:nvPr/>
        </p:nvSpPr>
        <p:spPr>
          <a:xfrm>
            <a:off x="422712" y="7683181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238" name="Freeform 25">
            <a:extLst>
              <a:ext uri="{FF2B5EF4-FFF2-40B4-BE49-F238E27FC236}">
                <a16:creationId xmlns:a16="http://schemas.microsoft.com/office/drawing/2014/main" id="{46B1D76B-88DD-4F0E-3205-156773D53B0D}"/>
              </a:ext>
            </a:extLst>
          </p:cNvPr>
          <p:cNvSpPr/>
          <p:nvPr/>
        </p:nvSpPr>
        <p:spPr>
          <a:xfrm>
            <a:off x="430570" y="151491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453654" y="2044327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6" name="Ellipse 245">
            <a:extLst>
              <a:ext uri="{FF2B5EF4-FFF2-40B4-BE49-F238E27FC236}">
                <a16:creationId xmlns:a16="http://schemas.microsoft.com/office/drawing/2014/main" id="{ED2567D8-B159-C4E4-D0A4-708297F9E4A0}"/>
              </a:ext>
            </a:extLst>
          </p:cNvPr>
          <p:cNvSpPr/>
          <p:nvPr/>
        </p:nvSpPr>
        <p:spPr>
          <a:xfrm>
            <a:off x="1131360" y="24669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3B511F1A-ABB8-F991-0B56-3CD95DBBF2DF}"/>
              </a:ext>
            </a:extLst>
          </p:cNvPr>
          <p:cNvSpPr/>
          <p:nvPr/>
        </p:nvSpPr>
        <p:spPr>
          <a:xfrm>
            <a:off x="1819176" y="245343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9" name="Ellipse 248">
            <a:extLst>
              <a:ext uri="{FF2B5EF4-FFF2-40B4-BE49-F238E27FC236}">
                <a16:creationId xmlns:a16="http://schemas.microsoft.com/office/drawing/2014/main" id="{A4C06A98-C674-50FD-ACA5-EB194FDE2551}"/>
              </a:ext>
            </a:extLst>
          </p:cNvPr>
          <p:cNvSpPr/>
          <p:nvPr/>
        </p:nvSpPr>
        <p:spPr>
          <a:xfrm>
            <a:off x="434436" y="36159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E362A8F0-A413-A792-9C09-DD68085C4285}"/>
              </a:ext>
            </a:extLst>
          </p:cNvPr>
          <p:cNvSpPr/>
          <p:nvPr/>
        </p:nvSpPr>
        <p:spPr>
          <a:xfrm>
            <a:off x="434436" y="478964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4" name="Ellipse 253">
            <a:extLst>
              <a:ext uri="{FF2B5EF4-FFF2-40B4-BE49-F238E27FC236}">
                <a16:creationId xmlns:a16="http://schemas.microsoft.com/office/drawing/2014/main" id="{FEB1F0AA-7E9C-74BF-12D7-2151E1BCBEBA}"/>
              </a:ext>
            </a:extLst>
          </p:cNvPr>
          <p:cNvSpPr/>
          <p:nvPr/>
        </p:nvSpPr>
        <p:spPr>
          <a:xfrm>
            <a:off x="1125264" y="47915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5" name="Ellipse 254">
            <a:extLst>
              <a:ext uri="{FF2B5EF4-FFF2-40B4-BE49-F238E27FC236}">
                <a16:creationId xmlns:a16="http://schemas.microsoft.com/office/drawing/2014/main" id="{194BD6B4-6F81-A909-1353-40E71499620B}"/>
              </a:ext>
            </a:extLst>
          </p:cNvPr>
          <p:cNvSpPr/>
          <p:nvPr/>
        </p:nvSpPr>
        <p:spPr>
          <a:xfrm>
            <a:off x="434436" y="620814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D6B68BEB-70EF-91D7-F5E6-F61A3A9988FE}"/>
              </a:ext>
            </a:extLst>
          </p:cNvPr>
          <p:cNvSpPr/>
          <p:nvPr/>
        </p:nvSpPr>
        <p:spPr>
          <a:xfrm>
            <a:off x="437491" y="246013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63706168-A249-D936-F0C5-FF529B16693E}"/>
              </a:ext>
            </a:extLst>
          </p:cNvPr>
          <p:cNvSpPr/>
          <p:nvPr/>
        </p:nvSpPr>
        <p:spPr>
          <a:xfrm>
            <a:off x="2495424" y="62053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63" name="Freeform 135">
            <a:extLst>
              <a:ext uri="{FF2B5EF4-FFF2-40B4-BE49-F238E27FC236}">
                <a16:creationId xmlns:a16="http://schemas.microsoft.com/office/drawing/2014/main" id="{C39BAAAF-85A0-5416-EB95-AD980C24A538}"/>
              </a:ext>
            </a:extLst>
          </p:cNvPr>
          <p:cNvSpPr/>
          <p:nvPr/>
        </p:nvSpPr>
        <p:spPr>
          <a:xfrm>
            <a:off x="3479882" y="2044327"/>
            <a:ext cx="2572160" cy="991698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39481F98-C564-8437-3EFB-2BFC010A4784}"/>
              </a:ext>
            </a:extLst>
          </p:cNvPr>
          <p:cNvSpPr/>
          <p:nvPr/>
        </p:nvSpPr>
        <p:spPr>
          <a:xfrm>
            <a:off x="4154219" y="2980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6B534FCD-9152-A8DC-1ED8-F99B37F4C9EA}"/>
              </a:ext>
            </a:extLst>
          </p:cNvPr>
          <p:cNvSpPr/>
          <p:nvPr/>
        </p:nvSpPr>
        <p:spPr>
          <a:xfrm>
            <a:off x="4842035" y="2967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50458415-5692-E580-7120-6F45D1216D4C}"/>
              </a:ext>
            </a:extLst>
          </p:cNvPr>
          <p:cNvSpPr/>
          <p:nvPr/>
        </p:nvSpPr>
        <p:spPr>
          <a:xfrm>
            <a:off x="3460350" y="2974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C75814D6-C2A1-A69C-B804-F2E5D6C28081}"/>
              </a:ext>
            </a:extLst>
          </p:cNvPr>
          <p:cNvSpPr/>
          <p:nvPr/>
        </p:nvSpPr>
        <p:spPr>
          <a:xfrm>
            <a:off x="4845404" y="446619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0" name="Freeform 32">
            <a:extLst>
              <a:ext uri="{FF2B5EF4-FFF2-40B4-BE49-F238E27FC236}">
                <a16:creationId xmlns:a16="http://schemas.microsoft.com/office/drawing/2014/main" id="{26C438CA-604A-F9D3-A72A-A969509BB196}"/>
              </a:ext>
            </a:extLst>
          </p:cNvPr>
          <p:cNvSpPr/>
          <p:nvPr/>
        </p:nvSpPr>
        <p:spPr>
          <a:xfrm>
            <a:off x="3479568" y="5262414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484B4D55-8122-A92D-F4EB-22A32A59C460}"/>
              </a:ext>
            </a:extLst>
          </p:cNvPr>
          <p:cNvSpPr/>
          <p:nvPr/>
        </p:nvSpPr>
        <p:spPr>
          <a:xfrm>
            <a:off x="3460350" y="593493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38D98DA-6C67-A284-B9C3-8D3AF184CAFB}"/>
              </a:ext>
            </a:extLst>
          </p:cNvPr>
          <p:cNvSpPr/>
          <p:nvPr/>
        </p:nvSpPr>
        <p:spPr>
          <a:xfrm>
            <a:off x="4157588" y="59384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3" name="Freeform 135">
            <a:extLst>
              <a:ext uri="{FF2B5EF4-FFF2-40B4-BE49-F238E27FC236}">
                <a16:creationId xmlns:a16="http://schemas.microsoft.com/office/drawing/2014/main" id="{8D53D4FF-10EE-DAEC-469A-3EA693CA4FC8}"/>
              </a:ext>
            </a:extLst>
          </p:cNvPr>
          <p:cNvSpPr/>
          <p:nvPr/>
        </p:nvSpPr>
        <p:spPr>
          <a:xfrm>
            <a:off x="6429911" y="2044327"/>
            <a:ext cx="137795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Freeform 135">
            <a:extLst>
              <a:ext uri="{FF2B5EF4-FFF2-40B4-BE49-F238E27FC236}">
                <a16:creationId xmlns:a16="http://schemas.microsoft.com/office/drawing/2014/main" id="{334AB5F3-756E-55FD-4E35-010F8E4A1D19}"/>
              </a:ext>
            </a:extLst>
          </p:cNvPr>
          <p:cNvSpPr/>
          <p:nvPr/>
        </p:nvSpPr>
        <p:spPr>
          <a:xfrm>
            <a:off x="7807866" y="2044327"/>
            <a:ext cx="119651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275" name="Freeform 135">
            <a:extLst>
              <a:ext uri="{FF2B5EF4-FFF2-40B4-BE49-F238E27FC236}">
                <a16:creationId xmlns:a16="http://schemas.microsoft.com/office/drawing/2014/main" id="{422409BA-B9B5-B0FD-4E4B-746AC5E20E0D}"/>
              </a:ext>
            </a:extLst>
          </p:cNvPr>
          <p:cNvSpPr/>
          <p:nvPr/>
        </p:nvSpPr>
        <p:spPr>
          <a:xfrm>
            <a:off x="64292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62119C7D-F878-2C32-B04E-12E5A7C46AE2}"/>
              </a:ext>
            </a:extLst>
          </p:cNvPr>
          <p:cNvSpPr/>
          <p:nvPr/>
        </p:nvSpPr>
        <p:spPr>
          <a:xfrm>
            <a:off x="78094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7" name="Ellipse 276">
            <a:extLst>
              <a:ext uri="{FF2B5EF4-FFF2-40B4-BE49-F238E27FC236}">
                <a16:creationId xmlns:a16="http://schemas.microsoft.com/office/drawing/2014/main" id="{3F36850B-AF14-791C-E0AF-B24E81D10310}"/>
              </a:ext>
            </a:extLst>
          </p:cNvPr>
          <p:cNvSpPr/>
          <p:nvPr/>
        </p:nvSpPr>
        <p:spPr>
          <a:xfrm>
            <a:off x="64277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9" name="Freeform 135">
            <a:extLst>
              <a:ext uri="{FF2B5EF4-FFF2-40B4-BE49-F238E27FC236}">
                <a16:creationId xmlns:a16="http://schemas.microsoft.com/office/drawing/2014/main" id="{D6379EF3-9022-09CC-2A02-02E755913804}"/>
              </a:ext>
            </a:extLst>
          </p:cNvPr>
          <p:cNvSpPr/>
          <p:nvPr/>
        </p:nvSpPr>
        <p:spPr>
          <a:xfrm>
            <a:off x="6429244" y="4078938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7C21E02C-3D28-6600-A112-8829CB2E823F}"/>
              </a:ext>
            </a:extLst>
          </p:cNvPr>
          <p:cNvSpPr/>
          <p:nvPr/>
        </p:nvSpPr>
        <p:spPr>
          <a:xfrm>
            <a:off x="6427720" y="44646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1" name="Freeform 32">
            <a:extLst>
              <a:ext uri="{FF2B5EF4-FFF2-40B4-BE49-F238E27FC236}">
                <a16:creationId xmlns:a16="http://schemas.microsoft.com/office/drawing/2014/main" id="{0B3E86B3-4F0B-10C3-0C5E-62991E0AF7BB}"/>
              </a:ext>
            </a:extLst>
          </p:cNvPr>
          <p:cNvSpPr/>
          <p:nvPr/>
        </p:nvSpPr>
        <p:spPr>
          <a:xfrm>
            <a:off x="6429244" y="5121227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57DB9F7-8619-0E2B-A014-B868FE3D2D4F}"/>
              </a:ext>
            </a:extLst>
          </p:cNvPr>
          <p:cNvSpPr/>
          <p:nvPr/>
        </p:nvSpPr>
        <p:spPr>
          <a:xfrm>
            <a:off x="8471014" y="579099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3" name="Freeform 135">
            <a:extLst>
              <a:ext uri="{FF2B5EF4-FFF2-40B4-BE49-F238E27FC236}">
                <a16:creationId xmlns:a16="http://schemas.microsoft.com/office/drawing/2014/main" id="{C46ADC1E-98F4-4AA4-D011-5FCE5EE4CD40}"/>
              </a:ext>
            </a:extLst>
          </p:cNvPr>
          <p:cNvSpPr/>
          <p:nvPr/>
        </p:nvSpPr>
        <p:spPr>
          <a:xfrm>
            <a:off x="6429913" y="6453041"/>
            <a:ext cx="109645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284" name="Freeform 135">
            <a:extLst>
              <a:ext uri="{FF2B5EF4-FFF2-40B4-BE49-F238E27FC236}">
                <a16:creationId xmlns:a16="http://schemas.microsoft.com/office/drawing/2014/main" id="{1738B520-EFD5-978E-44A8-524E18A7E711}"/>
              </a:ext>
            </a:extLst>
          </p:cNvPr>
          <p:cNvSpPr/>
          <p:nvPr/>
        </p:nvSpPr>
        <p:spPr>
          <a:xfrm>
            <a:off x="7526362" y="6453041"/>
            <a:ext cx="1478016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97BF80E1-FF40-FBAC-0979-795C92445540}"/>
              </a:ext>
            </a:extLst>
          </p:cNvPr>
          <p:cNvSpPr/>
          <p:nvPr/>
        </p:nvSpPr>
        <p:spPr>
          <a:xfrm>
            <a:off x="7129528" y="68719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92" name="Freeform 135">
            <a:extLst>
              <a:ext uri="{FF2B5EF4-FFF2-40B4-BE49-F238E27FC236}">
                <a16:creationId xmlns:a16="http://schemas.microsoft.com/office/drawing/2014/main" id="{2B467402-F5FE-1A66-9179-595FD49BAB9C}"/>
              </a:ext>
            </a:extLst>
          </p:cNvPr>
          <p:cNvSpPr/>
          <p:nvPr/>
        </p:nvSpPr>
        <p:spPr>
          <a:xfrm>
            <a:off x="9376311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294" name="Freeform 135">
            <a:extLst>
              <a:ext uri="{FF2B5EF4-FFF2-40B4-BE49-F238E27FC236}">
                <a16:creationId xmlns:a16="http://schemas.microsoft.com/office/drawing/2014/main" id="{7755C13F-B92F-5504-D346-9BD008590F7F}"/>
              </a:ext>
            </a:extLst>
          </p:cNvPr>
          <p:cNvSpPr/>
          <p:nvPr/>
        </p:nvSpPr>
        <p:spPr>
          <a:xfrm>
            <a:off x="93756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Bases de données</a:t>
            </a:r>
          </a:p>
        </p:txBody>
      </p:sp>
      <p:sp>
        <p:nvSpPr>
          <p:cNvPr id="295" name="Ellipse 294">
            <a:extLst>
              <a:ext uri="{FF2B5EF4-FFF2-40B4-BE49-F238E27FC236}">
                <a16:creationId xmlns:a16="http://schemas.microsoft.com/office/drawing/2014/main" id="{62A4AD64-FDED-2CC6-405E-9337A1A338CF}"/>
              </a:ext>
            </a:extLst>
          </p:cNvPr>
          <p:cNvSpPr/>
          <p:nvPr/>
        </p:nvSpPr>
        <p:spPr>
          <a:xfrm>
            <a:off x="107558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9A94E079-826B-F462-7FC6-F9918673DDA1}"/>
              </a:ext>
            </a:extLst>
          </p:cNvPr>
          <p:cNvSpPr/>
          <p:nvPr/>
        </p:nvSpPr>
        <p:spPr>
          <a:xfrm>
            <a:off x="93741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7" name="Freeform 135">
            <a:extLst>
              <a:ext uri="{FF2B5EF4-FFF2-40B4-BE49-F238E27FC236}">
                <a16:creationId xmlns:a16="http://schemas.microsoft.com/office/drawing/2014/main" id="{BCE708A8-9F3F-C03B-06D0-6D8607D436D4}"/>
              </a:ext>
            </a:extLst>
          </p:cNvPr>
          <p:cNvSpPr/>
          <p:nvPr/>
        </p:nvSpPr>
        <p:spPr>
          <a:xfrm>
            <a:off x="9376311" y="3895704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298" name="Freeform 135">
            <a:extLst>
              <a:ext uri="{FF2B5EF4-FFF2-40B4-BE49-F238E27FC236}">
                <a16:creationId xmlns:a16="http://schemas.microsoft.com/office/drawing/2014/main" id="{1237BB4B-089E-C169-AF4A-6D42E60A3DB4}"/>
              </a:ext>
            </a:extLst>
          </p:cNvPr>
          <p:cNvSpPr/>
          <p:nvPr/>
        </p:nvSpPr>
        <p:spPr>
          <a:xfrm>
            <a:off x="9375643" y="4384543"/>
            <a:ext cx="258769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300" name="Ellipse 299">
            <a:extLst>
              <a:ext uri="{FF2B5EF4-FFF2-40B4-BE49-F238E27FC236}">
                <a16:creationId xmlns:a16="http://schemas.microsoft.com/office/drawing/2014/main" id="{1F2F47D3-B54D-C2AD-2B3E-980DB70EDE24}"/>
              </a:ext>
            </a:extLst>
          </p:cNvPr>
          <p:cNvSpPr/>
          <p:nvPr/>
        </p:nvSpPr>
        <p:spPr>
          <a:xfrm>
            <a:off x="9374120" y="481376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54F99297-0521-41C9-4100-05883B77B1BB}"/>
              </a:ext>
            </a:extLst>
          </p:cNvPr>
          <p:cNvSpPr/>
          <p:nvPr/>
        </p:nvSpPr>
        <p:spPr>
          <a:xfrm>
            <a:off x="10070575" y="481038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2" name="Freeform 135">
            <a:extLst>
              <a:ext uri="{FF2B5EF4-FFF2-40B4-BE49-F238E27FC236}">
                <a16:creationId xmlns:a16="http://schemas.microsoft.com/office/drawing/2014/main" id="{78868E14-E25F-1E67-E6D8-66CA493B6D37}"/>
              </a:ext>
            </a:extLst>
          </p:cNvPr>
          <p:cNvSpPr/>
          <p:nvPr/>
        </p:nvSpPr>
        <p:spPr>
          <a:xfrm>
            <a:off x="12334000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303" name="Freeform 135">
            <a:extLst>
              <a:ext uri="{FF2B5EF4-FFF2-40B4-BE49-F238E27FC236}">
                <a16:creationId xmlns:a16="http://schemas.microsoft.com/office/drawing/2014/main" id="{966AC4AA-9557-5DF9-37AF-1F466E35F26D}"/>
              </a:ext>
            </a:extLst>
          </p:cNvPr>
          <p:cNvSpPr/>
          <p:nvPr/>
        </p:nvSpPr>
        <p:spPr>
          <a:xfrm>
            <a:off x="12333333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A6C6238D-D914-21EE-0E4F-FE178699489E}"/>
              </a:ext>
            </a:extLst>
          </p:cNvPr>
          <p:cNvSpPr/>
          <p:nvPr/>
        </p:nvSpPr>
        <p:spPr>
          <a:xfrm>
            <a:off x="13724783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841B2546-1217-864C-F9B9-2FA049BD3A71}"/>
              </a:ext>
            </a:extLst>
          </p:cNvPr>
          <p:cNvSpPr/>
          <p:nvPr/>
        </p:nvSpPr>
        <p:spPr>
          <a:xfrm>
            <a:off x="12343098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8" name="Freeform 135">
            <a:extLst>
              <a:ext uri="{FF2B5EF4-FFF2-40B4-BE49-F238E27FC236}">
                <a16:creationId xmlns:a16="http://schemas.microsoft.com/office/drawing/2014/main" id="{F8B37E46-04C2-2CB2-BF99-306E2E5EFDB5}"/>
              </a:ext>
            </a:extLst>
          </p:cNvPr>
          <p:cNvSpPr/>
          <p:nvPr/>
        </p:nvSpPr>
        <p:spPr>
          <a:xfrm>
            <a:off x="15263254" y="2044184"/>
            <a:ext cx="26519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2931E7A6-20F4-2812-2947-9FF5907F4066}"/>
              </a:ext>
            </a:extLst>
          </p:cNvPr>
          <p:cNvSpPr/>
          <p:nvPr/>
        </p:nvSpPr>
        <p:spPr>
          <a:xfrm>
            <a:off x="16628777" y="245329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EFE96614-F7B6-FA8D-4D33-37563FBE789E}"/>
              </a:ext>
            </a:extLst>
          </p:cNvPr>
          <p:cNvSpPr/>
          <p:nvPr/>
        </p:nvSpPr>
        <p:spPr>
          <a:xfrm>
            <a:off x="15240000" y="244869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0642F095-1C1A-E5D7-BE5B-11CEE0502F39}"/>
              </a:ext>
            </a:extLst>
          </p:cNvPr>
          <p:cNvSpPr/>
          <p:nvPr/>
        </p:nvSpPr>
        <p:spPr>
          <a:xfrm>
            <a:off x="15936375" y="39967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194E1DCD-F68B-9759-B02F-90BCF5A56CCF}"/>
              </a:ext>
            </a:extLst>
          </p:cNvPr>
          <p:cNvSpPr/>
          <p:nvPr/>
        </p:nvSpPr>
        <p:spPr>
          <a:xfrm>
            <a:off x="16628776" y="39969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5" name="Freeform 135">
            <a:extLst>
              <a:ext uri="{FF2B5EF4-FFF2-40B4-BE49-F238E27FC236}">
                <a16:creationId xmlns:a16="http://schemas.microsoft.com/office/drawing/2014/main" id="{A006EBE1-B093-9B84-0FE1-8D090557BFE4}"/>
              </a:ext>
            </a:extLst>
          </p:cNvPr>
          <p:cNvSpPr/>
          <p:nvPr/>
        </p:nvSpPr>
        <p:spPr>
          <a:xfrm>
            <a:off x="15239999" y="4808749"/>
            <a:ext cx="2656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D676E683-83D8-82D1-3C8D-7B626321D69F}"/>
              </a:ext>
            </a:extLst>
          </p:cNvPr>
          <p:cNvSpPr/>
          <p:nvPr/>
        </p:nvSpPr>
        <p:spPr>
          <a:xfrm>
            <a:off x="17370436" y="521790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8" name="Freeform 135">
            <a:extLst>
              <a:ext uri="{FF2B5EF4-FFF2-40B4-BE49-F238E27FC236}">
                <a16:creationId xmlns:a16="http://schemas.microsoft.com/office/drawing/2014/main" id="{03336487-8E18-C23E-4EC2-1E396816E805}"/>
              </a:ext>
            </a:extLst>
          </p:cNvPr>
          <p:cNvSpPr/>
          <p:nvPr/>
        </p:nvSpPr>
        <p:spPr>
          <a:xfrm>
            <a:off x="6429912" y="8149866"/>
            <a:ext cx="254510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C94B5BC8-48EE-8C5F-AD5A-DD2B964577B0}"/>
              </a:ext>
            </a:extLst>
          </p:cNvPr>
          <p:cNvSpPr/>
          <p:nvPr/>
        </p:nvSpPr>
        <p:spPr>
          <a:xfrm>
            <a:off x="7129528" y="85687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1" name="Freeform 32">
            <a:extLst>
              <a:ext uri="{FF2B5EF4-FFF2-40B4-BE49-F238E27FC236}">
                <a16:creationId xmlns:a16="http://schemas.microsoft.com/office/drawing/2014/main" id="{3FC19442-D817-B486-D299-54E2521616A1}"/>
              </a:ext>
            </a:extLst>
          </p:cNvPr>
          <p:cNvSpPr/>
          <p:nvPr/>
        </p:nvSpPr>
        <p:spPr>
          <a:xfrm>
            <a:off x="6424680" y="9148261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C930007D-7ECE-5594-69AE-5C5738834990}"/>
              </a:ext>
            </a:extLst>
          </p:cNvPr>
          <p:cNvSpPr/>
          <p:nvPr/>
        </p:nvSpPr>
        <p:spPr>
          <a:xfrm>
            <a:off x="6431862" y="955674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3" name="Freeform 135">
            <a:extLst>
              <a:ext uri="{FF2B5EF4-FFF2-40B4-BE49-F238E27FC236}">
                <a16:creationId xmlns:a16="http://schemas.microsoft.com/office/drawing/2014/main" id="{2D9C9099-A5AA-4666-401F-16B317452100}"/>
              </a:ext>
            </a:extLst>
          </p:cNvPr>
          <p:cNvSpPr/>
          <p:nvPr/>
        </p:nvSpPr>
        <p:spPr>
          <a:xfrm>
            <a:off x="9370821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DF5A2F9E-CB08-FEAC-605D-01A6EB8435B9}"/>
              </a:ext>
            </a:extLst>
          </p:cNvPr>
          <p:cNvSpPr/>
          <p:nvPr/>
        </p:nvSpPr>
        <p:spPr>
          <a:xfrm>
            <a:off x="9374120" y="857505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6" name="Ellipse 325">
            <a:extLst>
              <a:ext uri="{FF2B5EF4-FFF2-40B4-BE49-F238E27FC236}">
                <a16:creationId xmlns:a16="http://schemas.microsoft.com/office/drawing/2014/main" id="{A6D57C6D-9200-2B36-817E-068E4F994092}"/>
              </a:ext>
            </a:extLst>
          </p:cNvPr>
          <p:cNvSpPr/>
          <p:nvPr/>
        </p:nvSpPr>
        <p:spPr>
          <a:xfrm>
            <a:off x="11451886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7" name="Freeform 135">
            <a:extLst>
              <a:ext uri="{FF2B5EF4-FFF2-40B4-BE49-F238E27FC236}">
                <a16:creationId xmlns:a16="http://schemas.microsoft.com/office/drawing/2014/main" id="{C00F499E-E104-2749-1532-739375D03809}"/>
              </a:ext>
            </a:extLst>
          </p:cNvPr>
          <p:cNvSpPr/>
          <p:nvPr/>
        </p:nvSpPr>
        <p:spPr>
          <a:xfrm>
            <a:off x="12330837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AEFCE3F9-8BFF-BFD3-8AF3-73A85A59EB00}"/>
              </a:ext>
            </a:extLst>
          </p:cNvPr>
          <p:cNvSpPr/>
          <p:nvPr/>
        </p:nvSpPr>
        <p:spPr>
          <a:xfrm>
            <a:off x="14411902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6F378B79-E373-85DF-C97B-50C942E9F18D}"/>
              </a:ext>
            </a:extLst>
          </p:cNvPr>
          <p:cNvSpPr/>
          <p:nvPr/>
        </p:nvSpPr>
        <p:spPr>
          <a:xfrm>
            <a:off x="13059600" y="85767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2" name="Freeform 135">
            <a:extLst>
              <a:ext uri="{FF2B5EF4-FFF2-40B4-BE49-F238E27FC236}">
                <a16:creationId xmlns:a16="http://schemas.microsoft.com/office/drawing/2014/main" id="{890C2E1A-E680-03F4-8B17-5E6446926100}"/>
              </a:ext>
            </a:extLst>
          </p:cNvPr>
          <p:cNvSpPr/>
          <p:nvPr/>
        </p:nvSpPr>
        <p:spPr>
          <a:xfrm>
            <a:off x="12330837" y="9188483"/>
            <a:ext cx="1448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6229CF3C-B698-7978-422E-F6D7448E9041}"/>
              </a:ext>
            </a:extLst>
          </p:cNvPr>
          <p:cNvSpPr/>
          <p:nvPr/>
        </p:nvSpPr>
        <p:spPr>
          <a:xfrm>
            <a:off x="12343098" y="961031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4" name="Freeform 135">
            <a:extLst>
              <a:ext uri="{FF2B5EF4-FFF2-40B4-BE49-F238E27FC236}">
                <a16:creationId xmlns:a16="http://schemas.microsoft.com/office/drawing/2014/main" id="{9529A65D-25FE-E1CE-F8E2-8C68C929CD8D}"/>
              </a:ext>
            </a:extLst>
          </p:cNvPr>
          <p:cNvSpPr/>
          <p:nvPr/>
        </p:nvSpPr>
        <p:spPr>
          <a:xfrm>
            <a:off x="13724783" y="9187791"/>
            <a:ext cx="1198568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DB2-BA88-8007-61DC-DF37F9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7">
            <a:extLst>
              <a:ext uri="{FF2B5EF4-FFF2-40B4-BE49-F238E27FC236}">
                <a16:creationId xmlns:a16="http://schemas.microsoft.com/office/drawing/2014/main" id="{DDC052F4-7880-398A-D061-AE31260F2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522B38B-0E90-E9E9-E0B2-7016969564C9}"/>
              </a:ext>
            </a:extLst>
          </p:cNvPr>
          <p:cNvSpPr/>
          <p:nvPr/>
        </p:nvSpPr>
        <p:spPr>
          <a:xfrm>
            <a:off x="198111" y="2007936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49E8FF1-02F9-4D83-A229-ACE6AB6B88DD}"/>
              </a:ext>
            </a:extLst>
          </p:cNvPr>
          <p:cNvSpPr/>
          <p:nvPr/>
        </p:nvSpPr>
        <p:spPr>
          <a:xfrm>
            <a:off x="198111" y="7465641"/>
            <a:ext cx="17835899" cy="2284609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B9D691-BD9A-C5E7-9CD7-F526483899E5}"/>
              </a:ext>
            </a:extLst>
          </p:cNvPr>
          <p:cNvSpPr txBox="1"/>
          <p:nvPr/>
        </p:nvSpPr>
        <p:spPr>
          <a:xfrm>
            <a:off x="198111" y="73209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Freeform 135">
            <a:extLst>
              <a:ext uri="{FF2B5EF4-FFF2-40B4-BE49-F238E27FC236}">
                <a16:creationId xmlns:a16="http://schemas.microsoft.com/office/drawing/2014/main" id="{43E34CA2-0FFF-9631-4AB2-12A6CF9F4E59}"/>
              </a:ext>
            </a:extLst>
          </p:cNvPr>
          <p:cNvSpPr/>
          <p:nvPr/>
        </p:nvSpPr>
        <p:spPr>
          <a:xfrm>
            <a:off x="3475727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 (1,5 mois)</a:t>
            </a:r>
          </a:p>
        </p:txBody>
      </p:sp>
      <p:sp>
        <p:nvSpPr>
          <p:cNvPr id="185" name="Freeform 31">
            <a:extLst>
              <a:ext uri="{FF2B5EF4-FFF2-40B4-BE49-F238E27FC236}">
                <a16:creationId xmlns:a16="http://schemas.microsoft.com/office/drawing/2014/main" id="{F6DA1B16-E570-4627-759A-7618DA5D0A86}"/>
              </a:ext>
            </a:extLst>
          </p:cNvPr>
          <p:cNvSpPr/>
          <p:nvPr/>
        </p:nvSpPr>
        <p:spPr>
          <a:xfrm>
            <a:off x="5457174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1E274106-716E-0F39-FF36-55BD60177AB4}"/>
              </a:ext>
            </a:extLst>
          </p:cNvPr>
          <p:cNvSpPr/>
          <p:nvPr/>
        </p:nvSpPr>
        <p:spPr>
          <a:xfrm>
            <a:off x="4153433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8CC613F7-E1F1-CAD8-8B13-1AFF1A9330E1}"/>
              </a:ext>
            </a:extLst>
          </p:cNvPr>
          <p:cNvSpPr/>
          <p:nvPr/>
        </p:nvSpPr>
        <p:spPr>
          <a:xfrm>
            <a:off x="4841249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ADC1F8E-2F24-77B2-1055-EA0E4CF8B406}"/>
              </a:ext>
            </a:extLst>
          </p:cNvPr>
          <p:cNvSpPr/>
          <p:nvPr/>
        </p:nvSpPr>
        <p:spPr>
          <a:xfrm>
            <a:off x="3459564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4A80188A-26DA-5750-F0A6-67DF0F79F3D3}"/>
              </a:ext>
            </a:extLst>
          </p:cNvPr>
          <p:cNvSpPr/>
          <p:nvPr/>
        </p:nvSpPr>
        <p:spPr>
          <a:xfrm>
            <a:off x="5533939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2EFECD-88DF-D6C1-A9ED-F97A500FFCF1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1" name="Freeform 135">
            <a:extLst>
              <a:ext uri="{FF2B5EF4-FFF2-40B4-BE49-F238E27FC236}">
                <a16:creationId xmlns:a16="http://schemas.microsoft.com/office/drawing/2014/main" id="{D8E7D72B-0A92-285A-4C6E-DA7E2664F27E}"/>
              </a:ext>
            </a:extLst>
          </p:cNvPr>
          <p:cNvSpPr/>
          <p:nvPr/>
        </p:nvSpPr>
        <p:spPr>
          <a:xfrm>
            <a:off x="9390390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182" name="Freeform 31">
            <a:extLst>
              <a:ext uri="{FF2B5EF4-FFF2-40B4-BE49-F238E27FC236}">
                <a16:creationId xmlns:a16="http://schemas.microsoft.com/office/drawing/2014/main" id="{B02CEF3F-88A6-3CC8-4B2A-382034E5BFDE}"/>
              </a:ext>
            </a:extLst>
          </p:cNvPr>
          <p:cNvSpPr/>
          <p:nvPr/>
        </p:nvSpPr>
        <p:spPr>
          <a:xfrm>
            <a:off x="11371837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Freeform 135">
            <a:extLst>
              <a:ext uri="{FF2B5EF4-FFF2-40B4-BE49-F238E27FC236}">
                <a16:creationId xmlns:a16="http://schemas.microsoft.com/office/drawing/2014/main" id="{523E0E5B-0974-121B-25C9-CD2E277C4AEF}"/>
              </a:ext>
            </a:extLst>
          </p:cNvPr>
          <p:cNvSpPr/>
          <p:nvPr/>
        </p:nvSpPr>
        <p:spPr>
          <a:xfrm>
            <a:off x="6456676" y="5360200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Carte</a:t>
            </a:r>
          </a:p>
          <a:p>
            <a:pPr algn="ctr"/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1" name="Freeform 135">
            <a:extLst>
              <a:ext uri="{FF2B5EF4-FFF2-40B4-BE49-F238E27FC236}">
                <a16:creationId xmlns:a16="http://schemas.microsoft.com/office/drawing/2014/main" id="{955DB8A4-5292-54B0-FB36-EFCE78D6CE5D}"/>
              </a:ext>
            </a:extLst>
          </p:cNvPr>
          <p:cNvSpPr/>
          <p:nvPr/>
        </p:nvSpPr>
        <p:spPr>
          <a:xfrm>
            <a:off x="453654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93FB707-FCAA-906C-624B-C7162EC47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57B5225-FAF6-55F1-D217-B0ABC5ED0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6C5C7FC-1F54-D53E-0AB3-910F7040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203AB0E-FEC8-CF7D-6040-1B3CD8534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2810D0A-7892-65D8-F640-935A189717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749CD65-3105-8B7A-C59B-44B660CADD53}"/>
              </a:ext>
            </a:extLst>
          </p:cNvPr>
          <p:cNvSpPr/>
          <p:nvPr/>
        </p:nvSpPr>
        <p:spPr>
          <a:xfrm>
            <a:off x="3488065" y="2358182"/>
            <a:ext cx="2579200" cy="502859"/>
          </a:xfrm>
          <a:custGeom>
            <a:avLst/>
            <a:gdLst/>
            <a:ahLst/>
            <a:cxnLst/>
            <a:rect l="l" t="t" r="r" b="b"/>
            <a:pathLst>
              <a:path w="653565" h="127423">
                <a:moveTo>
                  <a:pt x="0" y="0"/>
                </a:moveTo>
                <a:lnTo>
                  <a:pt x="653565" y="0"/>
                </a:lnTo>
                <a:lnTo>
                  <a:pt x="65356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18451EE-CB8F-E0AE-2AEA-365CDACA7C93}"/>
              </a:ext>
            </a:extLst>
          </p:cNvPr>
          <p:cNvSpPr/>
          <p:nvPr/>
        </p:nvSpPr>
        <p:spPr>
          <a:xfrm>
            <a:off x="2435101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72AF1A33-2867-AF1C-B560-4D8BF631006A}"/>
              </a:ext>
            </a:extLst>
          </p:cNvPr>
          <p:cNvSpPr/>
          <p:nvPr/>
        </p:nvSpPr>
        <p:spPr>
          <a:xfrm>
            <a:off x="5486400" y="243300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88">
            <a:extLst>
              <a:ext uri="{FF2B5EF4-FFF2-40B4-BE49-F238E27FC236}">
                <a16:creationId xmlns:a16="http://schemas.microsoft.com/office/drawing/2014/main" id="{D577D2FF-19D9-C72B-B3F8-12F736DAA77B}"/>
              </a:ext>
            </a:extLst>
          </p:cNvPr>
          <p:cNvSpPr/>
          <p:nvPr/>
        </p:nvSpPr>
        <p:spPr>
          <a:xfrm>
            <a:off x="8458200" y="546137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19D34201-1CE7-95F8-A457-27857B00CF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80A64B3-0278-3A7E-C9A2-E4C8546059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69EB3D03-C471-F246-868C-6FCBA512F4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59F1A4A2-11C7-658B-1750-FA1AB56011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A5DAC93A-DB06-C771-0939-B37AE7E767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D92DE5B-53CD-D3D3-8FEB-D13660BA0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0FB26C84-A6ED-DE3B-B3A9-914E8183E2BB}"/>
              </a:ext>
            </a:extLst>
          </p:cNvPr>
          <p:cNvSpPr/>
          <p:nvPr/>
        </p:nvSpPr>
        <p:spPr>
          <a:xfrm>
            <a:off x="422712" y="71247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A0A3EB9E-455E-8C28-57AC-B42169D4EA18}"/>
              </a:ext>
            </a:extLst>
          </p:cNvPr>
          <p:cNvSpPr/>
          <p:nvPr/>
        </p:nvSpPr>
        <p:spPr>
          <a:xfrm>
            <a:off x="430570" y="1671009"/>
            <a:ext cx="184354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FE939073-C2FF-CEC7-F823-7AF583564A6A}"/>
              </a:ext>
            </a:extLst>
          </p:cNvPr>
          <p:cNvSpPr/>
          <p:nvPr/>
        </p:nvSpPr>
        <p:spPr>
          <a:xfrm>
            <a:off x="1131360" y="3088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3C631C26-A048-306D-503C-78232E682118}"/>
              </a:ext>
            </a:extLst>
          </p:cNvPr>
          <p:cNvSpPr/>
          <p:nvPr/>
        </p:nvSpPr>
        <p:spPr>
          <a:xfrm>
            <a:off x="1819176" y="3075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C33FFCFF-D5A2-77AB-3E12-54464DA39328}"/>
              </a:ext>
            </a:extLst>
          </p:cNvPr>
          <p:cNvSpPr/>
          <p:nvPr/>
        </p:nvSpPr>
        <p:spPr>
          <a:xfrm>
            <a:off x="437491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5" name="Ellipse 164">
            <a:extLst>
              <a:ext uri="{FF2B5EF4-FFF2-40B4-BE49-F238E27FC236}">
                <a16:creationId xmlns:a16="http://schemas.microsoft.com/office/drawing/2014/main" id="{71B125D8-E48A-5D67-A71C-8B4D2C365946}"/>
              </a:ext>
            </a:extLst>
          </p:cNvPr>
          <p:cNvSpPr/>
          <p:nvPr/>
        </p:nvSpPr>
        <p:spPr>
          <a:xfrm>
            <a:off x="4205182" y="281223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CEA7F047-667C-0E24-67C0-7A26CE6DE6AE}"/>
              </a:ext>
            </a:extLst>
          </p:cNvPr>
          <p:cNvSpPr/>
          <p:nvPr/>
        </p:nvSpPr>
        <p:spPr>
          <a:xfrm>
            <a:off x="4876454" y="281320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B40C6DDB-59F1-178F-B04D-B826497E8775}"/>
              </a:ext>
            </a:extLst>
          </p:cNvPr>
          <p:cNvSpPr/>
          <p:nvPr/>
        </p:nvSpPr>
        <p:spPr>
          <a:xfrm>
            <a:off x="3493437" y="281223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6C1332C6-1254-DE7E-7E09-6514A22776A6}"/>
              </a:ext>
            </a:extLst>
          </p:cNvPr>
          <p:cNvSpPr/>
          <p:nvPr/>
        </p:nvSpPr>
        <p:spPr>
          <a:xfrm>
            <a:off x="5541828" y="28122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9" name="Freeform 135">
            <a:extLst>
              <a:ext uri="{FF2B5EF4-FFF2-40B4-BE49-F238E27FC236}">
                <a16:creationId xmlns:a16="http://schemas.microsoft.com/office/drawing/2014/main" id="{7866042A-9F36-0758-BA19-E6E563204375}"/>
              </a:ext>
            </a:extLst>
          </p:cNvPr>
          <p:cNvSpPr/>
          <p:nvPr/>
        </p:nvSpPr>
        <p:spPr>
          <a:xfrm>
            <a:off x="6452118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BCD8E124-67E3-E872-BD1D-853AF752D00C}"/>
              </a:ext>
            </a:extLst>
          </p:cNvPr>
          <p:cNvSpPr/>
          <p:nvPr/>
        </p:nvSpPr>
        <p:spPr>
          <a:xfrm>
            <a:off x="6435955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1" name="Freeform 135">
            <a:extLst>
              <a:ext uri="{FF2B5EF4-FFF2-40B4-BE49-F238E27FC236}">
                <a16:creationId xmlns:a16="http://schemas.microsoft.com/office/drawing/2014/main" id="{C435F98E-6770-ABEC-A2BE-BB81A1E0F71F}"/>
              </a:ext>
            </a:extLst>
          </p:cNvPr>
          <p:cNvSpPr/>
          <p:nvPr/>
        </p:nvSpPr>
        <p:spPr>
          <a:xfrm>
            <a:off x="6456676" y="3799624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C0373F40-1298-CDFF-959F-31E51B3467CF}"/>
              </a:ext>
            </a:extLst>
          </p:cNvPr>
          <p:cNvSpPr/>
          <p:nvPr/>
        </p:nvSpPr>
        <p:spPr>
          <a:xfrm>
            <a:off x="7134382" y="453169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702C2C29-DC0B-BE63-1D4B-A7FF3CB25448}"/>
              </a:ext>
            </a:extLst>
          </p:cNvPr>
          <p:cNvSpPr/>
          <p:nvPr/>
        </p:nvSpPr>
        <p:spPr>
          <a:xfrm>
            <a:off x="7822198" y="451813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AB9D02A-D78A-068C-1E27-D1743EC9D22C}"/>
              </a:ext>
            </a:extLst>
          </p:cNvPr>
          <p:cNvSpPr/>
          <p:nvPr/>
        </p:nvSpPr>
        <p:spPr>
          <a:xfrm>
            <a:off x="6440513" y="452482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77AAF427-9E8A-73B1-E73D-9E5BB7920829}"/>
              </a:ext>
            </a:extLst>
          </p:cNvPr>
          <p:cNvSpPr/>
          <p:nvPr/>
        </p:nvSpPr>
        <p:spPr>
          <a:xfrm>
            <a:off x="7134382" y="609226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2C2C58A8-BC2A-BD24-CE5C-CC58638C2518}"/>
              </a:ext>
            </a:extLst>
          </p:cNvPr>
          <p:cNvSpPr/>
          <p:nvPr/>
        </p:nvSpPr>
        <p:spPr>
          <a:xfrm>
            <a:off x="10068096" y="30888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24332FCE-0BA7-EB1A-5142-061452295478}"/>
              </a:ext>
            </a:extLst>
          </p:cNvPr>
          <p:cNvSpPr/>
          <p:nvPr/>
        </p:nvSpPr>
        <p:spPr>
          <a:xfrm>
            <a:off x="10755912" y="307531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D924D31E-B913-8AD8-9429-702FE634458D}"/>
              </a:ext>
            </a:extLst>
          </p:cNvPr>
          <p:cNvSpPr/>
          <p:nvPr/>
        </p:nvSpPr>
        <p:spPr>
          <a:xfrm>
            <a:off x="9374227" y="308201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3" name="Ellipse 182">
            <a:extLst>
              <a:ext uri="{FF2B5EF4-FFF2-40B4-BE49-F238E27FC236}">
                <a16:creationId xmlns:a16="http://schemas.microsoft.com/office/drawing/2014/main" id="{73C66A08-244D-E438-118E-FE2E79FBAD9D}"/>
              </a:ext>
            </a:extLst>
          </p:cNvPr>
          <p:cNvSpPr/>
          <p:nvPr/>
        </p:nvSpPr>
        <p:spPr>
          <a:xfrm>
            <a:off x="11448602" y="307399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0" name="Freeform 135">
            <a:extLst>
              <a:ext uri="{FF2B5EF4-FFF2-40B4-BE49-F238E27FC236}">
                <a16:creationId xmlns:a16="http://schemas.microsoft.com/office/drawing/2014/main" id="{BB660AFF-97B0-31DB-0FDE-4453F148F62C}"/>
              </a:ext>
            </a:extLst>
          </p:cNvPr>
          <p:cNvSpPr/>
          <p:nvPr/>
        </p:nvSpPr>
        <p:spPr>
          <a:xfrm>
            <a:off x="12330360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ou projet indus</a:t>
            </a:r>
          </a:p>
        </p:txBody>
      </p:sp>
      <p:sp>
        <p:nvSpPr>
          <p:cNvPr id="191" name="Freeform 31">
            <a:extLst>
              <a:ext uri="{FF2B5EF4-FFF2-40B4-BE49-F238E27FC236}">
                <a16:creationId xmlns:a16="http://schemas.microsoft.com/office/drawing/2014/main" id="{F0DF4719-F881-6C0F-CB95-53A264B7AA68}"/>
              </a:ext>
            </a:extLst>
          </p:cNvPr>
          <p:cNvSpPr/>
          <p:nvPr/>
        </p:nvSpPr>
        <p:spPr>
          <a:xfrm>
            <a:off x="14311807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9B887D75-AF37-1456-2F65-D7013754A325}"/>
              </a:ext>
            </a:extLst>
          </p:cNvPr>
          <p:cNvSpPr/>
          <p:nvPr/>
        </p:nvSpPr>
        <p:spPr>
          <a:xfrm>
            <a:off x="13008066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833E850-AC90-0CAB-EC5B-BFFFD0CB9C11}"/>
              </a:ext>
            </a:extLst>
          </p:cNvPr>
          <p:cNvSpPr/>
          <p:nvPr/>
        </p:nvSpPr>
        <p:spPr>
          <a:xfrm>
            <a:off x="13695882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94" name="Ellipse 193">
            <a:extLst>
              <a:ext uri="{FF2B5EF4-FFF2-40B4-BE49-F238E27FC236}">
                <a16:creationId xmlns:a16="http://schemas.microsoft.com/office/drawing/2014/main" id="{E35FF4BF-176A-2228-8C72-85BDCC8D818F}"/>
              </a:ext>
            </a:extLst>
          </p:cNvPr>
          <p:cNvSpPr/>
          <p:nvPr/>
        </p:nvSpPr>
        <p:spPr>
          <a:xfrm>
            <a:off x="12314197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5" name="Ellipse 194">
            <a:extLst>
              <a:ext uri="{FF2B5EF4-FFF2-40B4-BE49-F238E27FC236}">
                <a16:creationId xmlns:a16="http://schemas.microsoft.com/office/drawing/2014/main" id="{47C8695E-16D5-D191-56D3-880E1081B584}"/>
              </a:ext>
            </a:extLst>
          </p:cNvPr>
          <p:cNvSpPr/>
          <p:nvPr/>
        </p:nvSpPr>
        <p:spPr>
          <a:xfrm>
            <a:off x="14388572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Freeform 135">
            <a:extLst>
              <a:ext uri="{FF2B5EF4-FFF2-40B4-BE49-F238E27FC236}">
                <a16:creationId xmlns:a16="http://schemas.microsoft.com/office/drawing/2014/main" id="{EDC1DA9A-3DDA-3A43-571F-97A0C1305C75}"/>
              </a:ext>
            </a:extLst>
          </p:cNvPr>
          <p:cNvSpPr/>
          <p:nvPr/>
        </p:nvSpPr>
        <p:spPr>
          <a:xfrm>
            <a:off x="15258755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(5-6 mois)</a:t>
            </a:r>
          </a:p>
        </p:txBody>
      </p:sp>
      <p:sp>
        <p:nvSpPr>
          <p:cNvPr id="197" name="Freeform 31">
            <a:extLst>
              <a:ext uri="{FF2B5EF4-FFF2-40B4-BE49-F238E27FC236}">
                <a16:creationId xmlns:a16="http://schemas.microsoft.com/office/drawing/2014/main" id="{704DFE55-B1A4-B39D-0701-257B95A088FE}"/>
              </a:ext>
            </a:extLst>
          </p:cNvPr>
          <p:cNvSpPr/>
          <p:nvPr/>
        </p:nvSpPr>
        <p:spPr>
          <a:xfrm>
            <a:off x="17240202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Ellipse 197">
            <a:extLst>
              <a:ext uri="{FF2B5EF4-FFF2-40B4-BE49-F238E27FC236}">
                <a16:creationId xmlns:a16="http://schemas.microsoft.com/office/drawing/2014/main" id="{C676C660-2836-D927-2225-59124001D5B3}"/>
              </a:ext>
            </a:extLst>
          </p:cNvPr>
          <p:cNvSpPr/>
          <p:nvPr/>
        </p:nvSpPr>
        <p:spPr>
          <a:xfrm>
            <a:off x="15936461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9" name="Ellipse 198">
            <a:extLst>
              <a:ext uri="{FF2B5EF4-FFF2-40B4-BE49-F238E27FC236}">
                <a16:creationId xmlns:a16="http://schemas.microsoft.com/office/drawing/2014/main" id="{1908EF69-4B59-2A98-45E5-84504E6BFE59}"/>
              </a:ext>
            </a:extLst>
          </p:cNvPr>
          <p:cNvSpPr/>
          <p:nvPr/>
        </p:nvSpPr>
        <p:spPr>
          <a:xfrm>
            <a:off x="16624277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0" name="Ellipse 199">
            <a:extLst>
              <a:ext uri="{FF2B5EF4-FFF2-40B4-BE49-F238E27FC236}">
                <a16:creationId xmlns:a16="http://schemas.microsoft.com/office/drawing/2014/main" id="{8AF3FEBB-5C35-7C44-A883-2514AEB184EA}"/>
              </a:ext>
            </a:extLst>
          </p:cNvPr>
          <p:cNvSpPr/>
          <p:nvPr/>
        </p:nvSpPr>
        <p:spPr>
          <a:xfrm>
            <a:off x="15242592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95DAF15F-297D-E162-FB7A-DC34399CCE6E}"/>
              </a:ext>
            </a:extLst>
          </p:cNvPr>
          <p:cNvSpPr/>
          <p:nvPr/>
        </p:nvSpPr>
        <p:spPr>
          <a:xfrm>
            <a:off x="17316967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3730556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9DB2-6E24-C62F-E337-9859AC7D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9">
            <a:extLst>
              <a:ext uri="{FF2B5EF4-FFF2-40B4-BE49-F238E27FC236}">
                <a16:creationId xmlns:a16="http://schemas.microsoft.com/office/drawing/2014/main" id="{E69C3B21-0BBB-6B50-8EB5-87801963D7D8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C643D68B-A2AC-E3C8-4EEA-ADFB4689B321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08">
            <a:extLst>
              <a:ext uri="{FF2B5EF4-FFF2-40B4-BE49-F238E27FC236}">
                <a16:creationId xmlns:a16="http://schemas.microsoft.com/office/drawing/2014/main" id="{30E83A7C-0C9D-C079-331D-F7FB4FAA3345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Freeform 24">
            <a:extLst>
              <a:ext uri="{FF2B5EF4-FFF2-40B4-BE49-F238E27FC236}">
                <a16:creationId xmlns:a16="http://schemas.microsoft.com/office/drawing/2014/main" id="{3DA184D0-B119-9D09-C0F4-891000BB7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Freeform 33">
            <a:extLst>
              <a:ext uri="{FF2B5EF4-FFF2-40B4-BE49-F238E27FC236}">
                <a16:creationId xmlns:a16="http://schemas.microsoft.com/office/drawing/2014/main" id="{15A5F073-6F7A-15CF-789B-9A7D9AAAAE3A}"/>
              </a:ext>
            </a:extLst>
          </p:cNvPr>
          <p:cNvSpPr/>
          <p:nvPr/>
        </p:nvSpPr>
        <p:spPr>
          <a:xfrm>
            <a:off x="13889590" y="423800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60" name="Freeform 30">
            <a:extLst>
              <a:ext uri="{FF2B5EF4-FFF2-40B4-BE49-F238E27FC236}">
                <a16:creationId xmlns:a16="http://schemas.microsoft.com/office/drawing/2014/main" id="{693DB44D-D43D-AC00-7782-A928DE2CB4DA}"/>
              </a:ext>
            </a:extLst>
          </p:cNvPr>
          <p:cNvSpPr/>
          <p:nvPr/>
        </p:nvSpPr>
        <p:spPr>
          <a:xfrm>
            <a:off x="13889590" y="3544642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88AD03A1-A75C-E4F8-5680-F707DBD867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54">
            <a:extLst>
              <a:ext uri="{FF2B5EF4-FFF2-40B4-BE49-F238E27FC236}">
                <a16:creationId xmlns:a16="http://schemas.microsoft.com/office/drawing/2014/main" id="{D6C01685-0021-1365-FBF9-212064B358B1}"/>
              </a:ext>
            </a:extLst>
          </p:cNvPr>
          <p:cNvSpPr/>
          <p:nvPr/>
        </p:nvSpPr>
        <p:spPr>
          <a:xfrm>
            <a:off x="9363133" y="353923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AEE34485-8BC7-EFDD-6481-6B5ACDA6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Freeform 33">
            <a:extLst>
              <a:ext uri="{FF2B5EF4-FFF2-40B4-BE49-F238E27FC236}">
                <a16:creationId xmlns:a16="http://schemas.microsoft.com/office/drawing/2014/main" id="{BF5A1745-9CD6-BDF3-E70C-9EA5F07FEA2F}"/>
              </a:ext>
            </a:extLst>
          </p:cNvPr>
          <p:cNvSpPr/>
          <p:nvPr/>
        </p:nvSpPr>
        <p:spPr>
          <a:xfrm>
            <a:off x="4834498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A8B32C7E-FFD9-1FA2-F1F1-131BA9F5E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B7272A9-7F95-E77B-9B3B-99CB207AC67F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Freeform 33">
            <a:extLst>
              <a:ext uri="{FF2B5EF4-FFF2-40B4-BE49-F238E27FC236}">
                <a16:creationId xmlns:a16="http://schemas.microsoft.com/office/drawing/2014/main" id="{9CD681F7-B1F0-C49C-E689-4115EE5FFB74}"/>
              </a:ext>
            </a:extLst>
          </p:cNvPr>
          <p:cNvSpPr/>
          <p:nvPr/>
        </p:nvSpPr>
        <p:spPr>
          <a:xfrm>
            <a:off x="296365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38" name="Freeform 30">
            <a:extLst>
              <a:ext uri="{FF2B5EF4-FFF2-40B4-BE49-F238E27FC236}">
                <a16:creationId xmlns:a16="http://schemas.microsoft.com/office/drawing/2014/main" id="{A3CDE72D-0CA7-53E7-929D-DD91C1574B3A}"/>
              </a:ext>
            </a:extLst>
          </p:cNvPr>
          <p:cNvSpPr/>
          <p:nvPr/>
        </p:nvSpPr>
        <p:spPr>
          <a:xfrm>
            <a:off x="296365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30" name="Freeform 33">
            <a:extLst>
              <a:ext uri="{FF2B5EF4-FFF2-40B4-BE49-F238E27FC236}">
                <a16:creationId xmlns:a16="http://schemas.microsoft.com/office/drawing/2014/main" id="{A5DA31BD-98E3-BDD7-6B3D-BC160D60C8F0}"/>
              </a:ext>
            </a:extLst>
          </p:cNvPr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207D98B-D26D-E60E-7C70-38C5B85F0597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85A522-E98C-104C-43FC-E4806F52728F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3B1B0FC-5DF5-F235-E15C-5A6A734DE95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2DCBC66B-4475-A0C2-0F28-24B8E0EEE24E}"/>
              </a:ext>
            </a:extLst>
          </p:cNvPr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TP 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1C8ABA0-9FE2-6961-F8A8-D970B9C659AF}"/>
              </a:ext>
            </a:extLst>
          </p:cNvPr>
          <p:cNvSpPr txBox="1"/>
          <p:nvPr/>
        </p:nvSpPr>
        <p:spPr>
          <a:xfrm>
            <a:off x="296365" y="4813184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BDAF494C-2214-E725-694C-76490A806ABC}"/>
              </a:ext>
            </a:extLst>
          </p:cNvPr>
          <p:cNvSpPr txBox="1"/>
          <p:nvPr/>
        </p:nvSpPr>
        <p:spPr>
          <a:xfrm>
            <a:off x="296365" y="5506544"/>
            <a:ext cx="4094092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3ACE8828-E80D-73D4-BFF4-FB8422D5D32C}"/>
              </a:ext>
            </a:extLst>
          </p:cNvPr>
          <p:cNvSpPr txBox="1"/>
          <p:nvPr/>
        </p:nvSpPr>
        <p:spPr>
          <a:xfrm>
            <a:off x="297127" y="6467171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0B121DBB-D745-3D47-B331-85562B69ABC3}"/>
              </a:ext>
            </a:extLst>
          </p:cNvPr>
          <p:cNvSpPr txBox="1"/>
          <p:nvPr/>
        </p:nvSpPr>
        <p:spPr>
          <a:xfrm>
            <a:off x="296365" y="7160531"/>
            <a:ext cx="4093330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CA2F45DD-0B60-CE6C-B615-4F1BB20711B3}"/>
              </a:ext>
            </a:extLst>
          </p:cNvPr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FF6F68A7-F579-D409-9C0B-7E1AA43080E8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77" name="Freeform 77">
            <a:extLst>
              <a:ext uri="{FF2B5EF4-FFF2-40B4-BE49-F238E27FC236}">
                <a16:creationId xmlns:a16="http://schemas.microsoft.com/office/drawing/2014/main" id="{C75B40B8-84CE-7F88-30F4-B2A87C1CA7B8}"/>
              </a:ext>
            </a:extLst>
          </p:cNvPr>
          <p:cNvSpPr/>
          <p:nvPr/>
        </p:nvSpPr>
        <p:spPr>
          <a:xfrm>
            <a:off x="3814874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Freeform 78">
            <a:extLst>
              <a:ext uri="{FF2B5EF4-FFF2-40B4-BE49-F238E27FC236}">
                <a16:creationId xmlns:a16="http://schemas.microsoft.com/office/drawing/2014/main" id="{5E39C83C-2B7E-8D5A-965B-D3299D0CF705}"/>
              </a:ext>
            </a:extLst>
          </p:cNvPr>
          <p:cNvSpPr/>
          <p:nvPr/>
        </p:nvSpPr>
        <p:spPr>
          <a:xfrm>
            <a:off x="8356827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Freeform 79">
            <a:extLst>
              <a:ext uri="{FF2B5EF4-FFF2-40B4-BE49-F238E27FC236}">
                <a16:creationId xmlns:a16="http://schemas.microsoft.com/office/drawing/2014/main" id="{5C281293-C269-A326-3825-AAB1EB6C89ED}"/>
              </a:ext>
            </a:extLst>
          </p:cNvPr>
          <p:cNvSpPr/>
          <p:nvPr/>
        </p:nvSpPr>
        <p:spPr>
          <a:xfrm>
            <a:off x="8356827" y="43053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Freeform 83">
            <a:extLst>
              <a:ext uri="{FF2B5EF4-FFF2-40B4-BE49-F238E27FC236}">
                <a16:creationId xmlns:a16="http://schemas.microsoft.com/office/drawing/2014/main" id="{B88A8178-D9A9-6EF6-83D9-94144F7A77C9}"/>
              </a:ext>
            </a:extLst>
          </p:cNvPr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87">
            <a:extLst>
              <a:ext uri="{FF2B5EF4-FFF2-40B4-BE49-F238E27FC236}">
                <a16:creationId xmlns:a16="http://schemas.microsoft.com/office/drawing/2014/main" id="{28AAA3DC-F244-F6D1-2E14-3A8BD5826713}"/>
              </a:ext>
            </a:extLst>
          </p:cNvPr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Freeform 94">
            <a:extLst>
              <a:ext uri="{FF2B5EF4-FFF2-40B4-BE49-F238E27FC236}">
                <a16:creationId xmlns:a16="http://schemas.microsoft.com/office/drawing/2014/main" id="{E6FAB0E1-EA3F-5447-4ED1-58FFD8231E5C}"/>
              </a:ext>
            </a:extLst>
          </p:cNvPr>
          <p:cNvSpPr/>
          <p:nvPr/>
        </p:nvSpPr>
        <p:spPr>
          <a:xfrm>
            <a:off x="3830902" y="881785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Freeform 98">
            <a:extLst>
              <a:ext uri="{FF2B5EF4-FFF2-40B4-BE49-F238E27FC236}">
                <a16:creationId xmlns:a16="http://schemas.microsoft.com/office/drawing/2014/main" id="{6F02DE50-25AC-EEEC-D396-02F2DFFC68D2}"/>
              </a:ext>
            </a:extLst>
          </p:cNvPr>
          <p:cNvSpPr/>
          <p:nvPr/>
        </p:nvSpPr>
        <p:spPr>
          <a:xfrm>
            <a:off x="3830902" y="951121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Freeform 33">
            <a:extLst>
              <a:ext uri="{FF2B5EF4-FFF2-40B4-BE49-F238E27FC236}">
                <a16:creationId xmlns:a16="http://schemas.microsoft.com/office/drawing/2014/main" id="{577FA88C-FA62-4D5C-9221-1A9EEE6D0320}"/>
              </a:ext>
            </a:extLst>
          </p:cNvPr>
          <p:cNvSpPr/>
          <p:nvPr/>
        </p:nvSpPr>
        <p:spPr>
          <a:xfrm>
            <a:off x="4834498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0" name="Freeform 30">
            <a:extLst>
              <a:ext uri="{FF2B5EF4-FFF2-40B4-BE49-F238E27FC236}">
                <a16:creationId xmlns:a16="http://schemas.microsoft.com/office/drawing/2014/main" id="{C52E58A3-A47F-AFC6-FF1C-9C8A0809849B}"/>
              </a:ext>
            </a:extLst>
          </p:cNvPr>
          <p:cNvSpPr/>
          <p:nvPr/>
        </p:nvSpPr>
        <p:spPr>
          <a:xfrm>
            <a:off x="4834498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02" name="Freeform 102">
            <a:extLst>
              <a:ext uri="{FF2B5EF4-FFF2-40B4-BE49-F238E27FC236}">
                <a16:creationId xmlns:a16="http://schemas.microsoft.com/office/drawing/2014/main" id="{4B8CD2B7-9402-F437-364C-9655E5975744}"/>
              </a:ext>
            </a:extLst>
          </p:cNvPr>
          <p:cNvSpPr/>
          <p:nvPr/>
        </p:nvSpPr>
        <p:spPr>
          <a:xfrm>
            <a:off x="8369914" y="87923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06">
            <a:extLst>
              <a:ext uri="{FF2B5EF4-FFF2-40B4-BE49-F238E27FC236}">
                <a16:creationId xmlns:a16="http://schemas.microsoft.com/office/drawing/2014/main" id="{C37B9A5E-279B-91B7-EB18-C6B70EBEE61A}"/>
              </a:ext>
            </a:extLst>
          </p:cNvPr>
          <p:cNvSpPr/>
          <p:nvPr/>
        </p:nvSpPr>
        <p:spPr>
          <a:xfrm>
            <a:off x="8369914" y="94857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BFD0CC71-D6A2-F695-0482-58225B4AF1DA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Freeform 33">
            <a:extLst>
              <a:ext uri="{FF2B5EF4-FFF2-40B4-BE49-F238E27FC236}">
                <a16:creationId xmlns:a16="http://schemas.microsoft.com/office/drawing/2014/main" id="{12004DE1-F9D7-6E35-EE8D-5F89EC01E241}"/>
              </a:ext>
            </a:extLst>
          </p:cNvPr>
          <p:cNvSpPr/>
          <p:nvPr/>
        </p:nvSpPr>
        <p:spPr>
          <a:xfrm>
            <a:off x="9372631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2" name="Freeform 30">
            <a:extLst>
              <a:ext uri="{FF2B5EF4-FFF2-40B4-BE49-F238E27FC236}">
                <a16:creationId xmlns:a16="http://schemas.microsoft.com/office/drawing/2014/main" id="{281EA8AC-31B3-5D12-1E05-67FCA7998B72}"/>
              </a:ext>
            </a:extLst>
          </p:cNvPr>
          <p:cNvSpPr/>
          <p:nvPr/>
        </p:nvSpPr>
        <p:spPr>
          <a:xfrm>
            <a:off x="9372631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13" name="Freeform 113">
            <a:extLst>
              <a:ext uri="{FF2B5EF4-FFF2-40B4-BE49-F238E27FC236}">
                <a16:creationId xmlns:a16="http://schemas.microsoft.com/office/drawing/2014/main" id="{A2DBEF5C-2291-F12F-33F1-A21C43B74817}"/>
              </a:ext>
            </a:extLst>
          </p:cNvPr>
          <p:cNvSpPr/>
          <p:nvPr/>
        </p:nvSpPr>
        <p:spPr>
          <a:xfrm>
            <a:off x="12902154" y="883397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117">
            <a:extLst>
              <a:ext uri="{FF2B5EF4-FFF2-40B4-BE49-F238E27FC236}">
                <a16:creationId xmlns:a16="http://schemas.microsoft.com/office/drawing/2014/main" id="{693B45A8-1FB1-A913-7E03-9FFC921FF187}"/>
              </a:ext>
            </a:extLst>
          </p:cNvPr>
          <p:cNvSpPr/>
          <p:nvPr/>
        </p:nvSpPr>
        <p:spPr>
          <a:xfrm>
            <a:off x="12902154" y="9527328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842E5B4B-70BF-F724-A666-F5CF11FC4A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4" name="Freeform 124">
            <a:extLst>
              <a:ext uri="{FF2B5EF4-FFF2-40B4-BE49-F238E27FC236}">
                <a16:creationId xmlns:a16="http://schemas.microsoft.com/office/drawing/2014/main" id="{255E4E82-85E4-B2EA-8681-73485A2C1F99}"/>
              </a:ext>
            </a:extLst>
          </p:cNvPr>
          <p:cNvSpPr/>
          <p:nvPr/>
        </p:nvSpPr>
        <p:spPr>
          <a:xfrm>
            <a:off x="12900207" y="36195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F93B08AE-6403-B216-4283-CFEDC1AED2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EF8E5988-8E8E-AA0E-5CE1-B726516E0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C0D49B0-E173-C652-F0A9-FDAADA377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31C4D943-3045-7F23-E62F-B2D05220B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2" name="Freeform 42">
            <a:extLst>
              <a:ext uri="{FF2B5EF4-FFF2-40B4-BE49-F238E27FC236}">
                <a16:creationId xmlns:a16="http://schemas.microsoft.com/office/drawing/2014/main" id="{B277D896-ADD2-63F7-0E70-3C0B1058D5E4}"/>
              </a:ext>
            </a:extLst>
          </p:cNvPr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33" name="Freeform 48">
            <a:extLst>
              <a:ext uri="{FF2B5EF4-FFF2-40B4-BE49-F238E27FC236}">
                <a16:creationId xmlns:a16="http://schemas.microsoft.com/office/drawing/2014/main" id="{7FF69A24-B835-59DB-42DB-A705644DD3A8}"/>
              </a:ext>
            </a:extLst>
          </p:cNvPr>
          <p:cNvSpPr/>
          <p:nvPr/>
        </p:nvSpPr>
        <p:spPr>
          <a:xfrm>
            <a:off x="296365" y="6269373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34" name="Freeform 51">
            <a:extLst>
              <a:ext uri="{FF2B5EF4-FFF2-40B4-BE49-F238E27FC236}">
                <a16:creationId xmlns:a16="http://schemas.microsoft.com/office/drawing/2014/main" id="{74093C17-B8DE-8B77-EC72-706E09757851}"/>
              </a:ext>
            </a:extLst>
          </p:cNvPr>
          <p:cNvSpPr/>
          <p:nvPr/>
        </p:nvSpPr>
        <p:spPr>
          <a:xfrm>
            <a:off x="296365" y="6962732"/>
            <a:ext cx="4093330" cy="610078"/>
          </a:xfrm>
          <a:custGeom>
            <a:avLst/>
            <a:gdLst/>
            <a:ahLst/>
            <a:cxnLst/>
            <a:rect l="l" t="t" r="r" b="b"/>
            <a:pathLst>
              <a:path w="1037242" h="195149">
                <a:moveTo>
                  <a:pt x="0" y="0"/>
                </a:moveTo>
                <a:lnTo>
                  <a:pt x="1037242" y="0"/>
                </a:lnTo>
                <a:lnTo>
                  <a:pt x="1037242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Sources mesures photométriques</a:t>
            </a:r>
          </a:p>
        </p:txBody>
      </p:sp>
      <p:sp>
        <p:nvSpPr>
          <p:cNvPr id="135" name="Freeform 45">
            <a:extLst>
              <a:ext uri="{FF2B5EF4-FFF2-40B4-BE49-F238E27FC236}">
                <a16:creationId xmlns:a16="http://schemas.microsoft.com/office/drawing/2014/main" id="{9B2A5E31-52CF-2199-4834-05B74B54A9F1}"/>
              </a:ext>
            </a:extLst>
          </p:cNvPr>
          <p:cNvSpPr/>
          <p:nvPr/>
        </p:nvSpPr>
        <p:spPr>
          <a:xfrm>
            <a:off x="296365" y="5573472"/>
            <a:ext cx="4094092" cy="501806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28956422-316B-A12C-F89B-9F4E01F1F025}"/>
              </a:ext>
            </a:extLst>
          </p:cNvPr>
          <p:cNvSpPr/>
          <p:nvPr/>
        </p:nvSpPr>
        <p:spPr>
          <a:xfrm>
            <a:off x="296365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Classe puzzle couches-minces</a:t>
            </a:r>
          </a:p>
        </p:txBody>
      </p:sp>
      <p:sp>
        <p:nvSpPr>
          <p:cNvPr id="143" name="TextBox 76">
            <a:extLst>
              <a:ext uri="{FF2B5EF4-FFF2-40B4-BE49-F238E27FC236}">
                <a16:creationId xmlns:a16="http://schemas.microsoft.com/office/drawing/2014/main" id="{AE47F6CB-44F5-AFD9-6411-217BB5B82C58}"/>
              </a:ext>
            </a:extLst>
          </p:cNvPr>
          <p:cNvSpPr txBox="1"/>
          <p:nvPr/>
        </p:nvSpPr>
        <p:spPr>
          <a:xfrm>
            <a:off x="13889590" y="2845876"/>
            <a:ext cx="4096383" cy="502859"/>
          </a:xfrm>
          <a:prstGeom prst="rect">
            <a:avLst/>
          </a:pr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algn="ctr">
              <a:defRPr sz="2000">
                <a:latin typeface="Gotham Medium" panose="02000604030000020004" pitchFamily="2" charset="0"/>
              </a:defRPr>
            </a:lvl1pPr>
          </a:lstStyle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45" name="Freeform 63">
            <a:extLst>
              <a:ext uri="{FF2B5EF4-FFF2-40B4-BE49-F238E27FC236}">
                <a16:creationId xmlns:a16="http://schemas.microsoft.com/office/drawing/2014/main" id="{1E596DBC-40AE-5EE6-3EE9-357B9DF468EA}"/>
              </a:ext>
            </a:extLst>
          </p:cNvPr>
          <p:cNvSpPr/>
          <p:nvPr/>
        </p:nvSpPr>
        <p:spPr>
          <a:xfrm>
            <a:off x="9363133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149" name="Freeform 45">
            <a:extLst>
              <a:ext uri="{FF2B5EF4-FFF2-40B4-BE49-F238E27FC236}">
                <a16:creationId xmlns:a16="http://schemas.microsoft.com/office/drawing/2014/main" id="{90530EEC-AAEC-0C6E-6D2F-0BD6477A43AB}"/>
              </a:ext>
            </a:extLst>
          </p:cNvPr>
          <p:cNvSpPr/>
          <p:nvPr/>
        </p:nvSpPr>
        <p:spPr>
          <a:xfrm>
            <a:off x="4825000" y="4927006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0" name="Freeform 45">
            <a:extLst>
              <a:ext uri="{FF2B5EF4-FFF2-40B4-BE49-F238E27FC236}">
                <a16:creationId xmlns:a16="http://schemas.microsoft.com/office/drawing/2014/main" id="{AA414E41-CC8E-B13F-6559-22DDA00A01D0}"/>
              </a:ext>
            </a:extLst>
          </p:cNvPr>
          <p:cNvSpPr/>
          <p:nvPr/>
        </p:nvSpPr>
        <p:spPr>
          <a:xfrm>
            <a:off x="4825000" y="5573472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46FB5200-24A9-952A-6A64-37474967FAF8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Freeform 45">
            <a:extLst>
              <a:ext uri="{FF2B5EF4-FFF2-40B4-BE49-F238E27FC236}">
                <a16:creationId xmlns:a16="http://schemas.microsoft.com/office/drawing/2014/main" id="{FC5CC929-4918-9B5E-1BED-FD14E5B4FFF0}"/>
              </a:ext>
            </a:extLst>
          </p:cNvPr>
          <p:cNvSpPr/>
          <p:nvPr/>
        </p:nvSpPr>
        <p:spPr>
          <a:xfrm>
            <a:off x="9361507" y="4233965"/>
            <a:ext cx="4094092" cy="501488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8" name="Freeform 48">
            <a:extLst>
              <a:ext uri="{FF2B5EF4-FFF2-40B4-BE49-F238E27FC236}">
                <a16:creationId xmlns:a16="http://schemas.microsoft.com/office/drawing/2014/main" id="{F1D38D4F-FD72-CCC5-DE17-39B557D7656F}"/>
              </a:ext>
            </a:extLst>
          </p:cNvPr>
          <p:cNvSpPr/>
          <p:nvPr/>
        </p:nvSpPr>
        <p:spPr>
          <a:xfrm>
            <a:off x="9372631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3131972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reeform 84">
            <a:extLst>
              <a:ext uri="{FF2B5EF4-FFF2-40B4-BE49-F238E27FC236}">
                <a16:creationId xmlns:a16="http://schemas.microsoft.com/office/drawing/2014/main" id="{EEFE47DE-964A-3E36-2C41-B83A444528C1}"/>
              </a:ext>
            </a:extLst>
          </p:cNvPr>
          <p:cNvSpPr/>
          <p:nvPr/>
        </p:nvSpPr>
        <p:spPr>
          <a:xfrm>
            <a:off x="151141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Freeform 87">
            <a:extLst>
              <a:ext uri="{FF2B5EF4-FFF2-40B4-BE49-F238E27FC236}">
                <a16:creationId xmlns:a16="http://schemas.microsoft.com/office/drawing/2014/main" id="{8CC5F216-5043-DB16-4672-DD66F0A760BA}"/>
              </a:ext>
            </a:extLst>
          </p:cNvPr>
          <p:cNvSpPr/>
          <p:nvPr/>
        </p:nvSpPr>
        <p:spPr>
          <a:xfrm>
            <a:off x="4684118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Freeform 90">
            <a:extLst>
              <a:ext uri="{FF2B5EF4-FFF2-40B4-BE49-F238E27FC236}">
                <a16:creationId xmlns:a16="http://schemas.microsoft.com/office/drawing/2014/main" id="{3C41A37C-F35F-2A7A-E831-4B25DF0B447C}"/>
              </a:ext>
            </a:extLst>
          </p:cNvPr>
          <p:cNvSpPr/>
          <p:nvPr/>
        </p:nvSpPr>
        <p:spPr>
          <a:xfrm>
            <a:off x="9225710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18">
            <a:extLst>
              <a:ext uri="{FF2B5EF4-FFF2-40B4-BE49-F238E27FC236}">
                <a16:creationId xmlns:a16="http://schemas.microsoft.com/office/drawing/2014/main" id="{5B069778-DD60-37DE-D5AE-600F51CDE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8" name="Freeform 9">
            <a:extLst>
              <a:ext uri="{FF2B5EF4-FFF2-40B4-BE49-F238E27FC236}">
                <a16:creationId xmlns:a16="http://schemas.microsoft.com/office/drawing/2014/main" id="{95E309B5-B85C-157A-734A-B6EE10230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4684118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9225710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0" name="Freeform 93">
            <a:extLst>
              <a:ext uri="{FF2B5EF4-FFF2-40B4-BE49-F238E27FC236}">
                <a16:creationId xmlns:a16="http://schemas.microsoft.com/office/drawing/2014/main" id="{34538AEB-8B72-FCD7-BF92-D228A8831E10}"/>
              </a:ext>
            </a:extLst>
          </p:cNvPr>
          <p:cNvSpPr/>
          <p:nvPr/>
        </p:nvSpPr>
        <p:spPr>
          <a:xfrm>
            <a:off x="4821001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1" name="Freeform 105">
            <a:extLst>
              <a:ext uri="{FF2B5EF4-FFF2-40B4-BE49-F238E27FC236}">
                <a16:creationId xmlns:a16="http://schemas.microsoft.com/office/drawing/2014/main" id="{8027E91F-57C6-F021-10C2-17FD5AE06DB2}"/>
              </a:ext>
            </a:extLst>
          </p:cNvPr>
          <p:cNvSpPr/>
          <p:nvPr/>
        </p:nvSpPr>
        <p:spPr>
          <a:xfrm>
            <a:off x="4821001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82" name="Freeform 93">
            <a:extLst>
              <a:ext uri="{FF2B5EF4-FFF2-40B4-BE49-F238E27FC236}">
                <a16:creationId xmlns:a16="http://schemas.microsoft.com/office/drawing/2014/main" id="{AE42691B-BD0D-7430-080F-65C2A1C2C6E3}"/>
              </a:ext>
            </a:extLst>
          </p:cNvPr>
          <p:cNvSpPr/>
          <p:nvPr/>
        </p:nvSpPr>
        <p:spPr>
          <a:xfrm>
            <a:off x="9360916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3" name="Freeform 105">
            <a:extLst>
              <a:ext uri="{FF2B5EF4-FFF2-40B4-BE49-F238E27FC236}">
                <a16:creationId xmlns:a16="http://schemas.microsoft.com/office/drawing/2014/main" id="{A246E220-515C-B7FF-F09B-1DFD4E98565D}"/>
              </a:ext>
            </a:extLst>
          </p:cNvPr>
          <p:cNvSpPr/>
          <p:nvPr/>
        </p:nvSpPr>
        <p:spPr>
          <a:xfrm>
            <a:off x="9360916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66" name="Freeform 24">
            <a:extLst>
              <a:ext uri="{FF2B5EF4-FFF2-40B4-BE49-F238E27FC236}">
                <a16:creationId xmlns:a16="http://schemas.microsoft.com/office/drawing/2014/main" id="{1CA84F22-C524-D0F6-6F85-49F97F98C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Freeform 3">
            <a:extLst>
              <a:ext uri="{FF2B5EF4-FFF2-40B4-BE49-F238E27FC236}">
                <a16:creationId xmlns:a16="http://schemas.microsoft.com/office/drawing/2014/main" id="{17FB0992-4391-7615-9A10-9008F968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3BCD9EEF-572D-98CD-EC2A-2568C8EC0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3B68984B-74D9-CC4E-7F0F-F2DBD846F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EDBCD3BE-29EA-2F1F-5ED3-DB19A3703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C9608FA7-F8AB-11B1-F82D-069D7E24CD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1626691" cy="446278"/>
          </a:xfrm>
          <a:custGeom>
            <a:avLst/>
            <a:gdLst/>
            <a:ahLst/>
            <a:cxnLst/>
            <a:rect l="l" t="t" r="r" b="b"/>
            <a:pathLst>
              <a:path w="412200" h="113086">
                <a:moveTo>
                  <a:pt x="0" y="0"/>
                </a:moveTo>
                <a:lnTo>
                  <a:pt x="412200" y="0"/>
                </a:lnTo>
                <a:lnTo>
                  <a:pt x="412200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96365" y="338740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Process-flow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4825000" y="3539235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Composant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296365" y="6303548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39" name="Freeform 39"/>
          <p:cNvSpPr/>
          <p:nvPr/>
        </p:nvSpPr>
        <p:spPr>
          <a:xfrm>
            <a:off x="296365" y="3985513"/>
            <a:ext cx="2308210" cy="502859"/>
          </a:xfrm>
          <a:custGeom>
            <a:avLst/>
            <a:gdLst/>
            <a:ahLst/>
            <a:cxnLst/>
            <a:rect l="l" t="t" r="r" b="b"/>
            <a:pathLst>
              <a:path w="584896" h="127423">
                <a:moveTo>
                  <a:pt x="0" y="0"/>
                </a:moveTo>
                <a:lnTo>
                  <a:pt x="584896" y="0"/>
                </a:lnTo>
                <a:lnTo>
                  <a:pt x="58489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42" name="Freeform 42"/>
          <p:cNvSpPr/>
          <p:nvPr/>
        </p:nvSpPr>
        <p:spPr>
          <a:xfrm>
            <a:off x="296365" y="4583622"/>
            <a:ext cx="4094092" cy="482008"/>
          </a:xfrm>
          <a:custGeom>
            <a:avLst/>
            <a:gdLst/>
            <a:ahLst/>
            <a:cxnLst/>
            <a:rect l="l" t="t" r="r" b="b"/>
            <a:pathLst>
              <a:path w="1037435" h="122140">
                <a:moveTo>
                  <a:pt x="0" y="0"/>
                </a:moveTo>
                <a:lnTo>
                  <a:pt x="1037435" y="0"/>
                </a:lnTo>
                <a:lnTo>
                  <a:pt x="1037435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Process-flow composants</a:t>
            </a:r>
          </a:p>
        </p:txBody>
      </p:sp>
      <p:sp>
        <p:nvSpPr>
          <p:cNvPr id="45" name="Freeform 45"/>
          <p:cNvSpPr/>
          <p:nvPr/>
        </p:nvSpPr>
        <p:spPr>
          <a:xfrm>
            <a:off x="297127" y="5156930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6365" y="5730239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TD interactions laser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25000" y="2733108"/>
            <a:ext cx="4098265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60" name="Freeform 60"/>
          <p:cNvSpPr/>
          <p:nvPr/>
        </p:nvSpPr>
        <p:spPr>
          <a:xfrm>
            <a:off x="9366686" y="5619311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63" name="Freeform 63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66" name="Freeform 66"/>
          <p:cNvSpPr/>
          <p:nvPr/>
        </p:nvSpPr>
        <p:spPr>
          <a:xfrm>
            <a:off x="9366686" y="2845876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9366686" y="3539235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72" name="Freeform 72"/>
          <p:cNvSpPr/>
          <p:nvPr/>
        </p:nvSpPr>
        <p:spPr>
          <a:xfrm>
            <a:off x="13889590" y="284587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Atelier enjeux environnementaux</a:t>
            </a:r>
          </a:p>
        </p:txBody>
      </p:sp>
      <p:sp>
        <p:nvSpPr>
          <p:cNvPr id="74" name="Freeform 74"/>
          <p:cNvSpPr/>
          <p:nvPr/>
        </p:nvSpPr>
        <p:spPr>
          <a:xfrm>
            <a:off x="3814874" y="347661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13889590" y="380105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78" name="Freeform 78"/>
          <p:cNvSpPr/>
          <p:nvPr/>
        </p:nvSpPr>
        <p:spPr>
          <a:xfrm>
            <a:off x="17423365" y="38798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3889590" y="449441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82" name="Freeform 82"/>
          <p:cNvSpPr/>
          <p:nvPr/>
        </p:nvSpPr>
        <p:spPr>
          <a:xfrm>
            <a:off x="17423365" y="45732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51141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Freeform 93"/>
          <p:cNvSpPr/>
          <p:nvPr/>
        </p:nvSpPr>
        <p:spPr>
          <a:xfrm>
            <a:off x="297127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3830902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8363878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Freeform 103"/>
          <p:cNvSpPr/>
          <p:nvPr/>
        </p:nvSpPr>
        <p:spPr>
          <a:xfrm>
            <a:off x="12905470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297127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13" name="Freeform 113"/>
          <p:cNvSpPr/>
          <p:nvPr/>
        </p:nvSpPr>
        <p:spPr>
          <a:xfrm>
            <a:off x="3830902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/>
          <p:cNvSpPr/>
          <p:nvPr/>
        </p:nvSpPr>
        <p:spPr>
          <a:xfrm>
            <a:off x="8363878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Freeform 115"/>
          <p:cNvSpPr/>
          <p:nvPr/>
        </p:nvSpPr>
        <p:spPr>
          <a:xfrm>
            <a:off x="12905470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120"/>
          <p:cNvSpPr/>
          <p:nvPr/>
        </p:nvSpPr>
        <p:spPr>
          <a:xfrm>
            <a:off x="296365" y="6880806"/>
            <a:ext cx="2847510" cy="502859"/>
          </a:xfrm>
          <a:custGeom>
            <a:avLst/>
            <a:gdLst/>
            <a:ahLst/>
            <a:cxnLst/>
            <a:rect l="l" t="t" r="r" b="b"/>
            <a:pathLst>
              <a:path w="697211" h="127423">
                <a:moveTo>
                  <a:pt x="0" y="0"/>
                </a:moveTo>
                <a:lnTo>
                  <a:pt x="697211" y="0"/>
                </a:lnTo>
                <a:lnTo>
                  <a:pt x="69721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3193399" y="6880806"/>
            <a:ext cx="1196296" cy="502859"/>
          </a:xfrm>
          <a:custGeom>
            <a:avLst/>
            <a:gdLst/>
            <a:ahLst/>
            <a:cxnLst/>
            <a:rect l="l" t="t" r="r" b="b"/>
            <a:pathLst>
              <a:path w="315207" h="127423">
                <a:moveTo>
                  <a:pt x="0" y="0"/>
                </a:moveTo>
                <a:lnTo>
                  <a:pt x="315207" y="0"/>
                </a:lnTo>
                <a:lnTo>
                  <a:pt x="315207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26" name="Freeform 126"/>
          <p:cNvSpPr/>
          <p:nvPr/>
        </p:nvSpPr>
        <p:spPr>
          <a:xfrm>
            <a:off x="297127" y="7478915"/>
            <a:ext cx="4092568" cy="485639"/>
          </a:xfrm>
          <a:custGeom>
            <a:avLst/>
            <a:gdLst/>
            <a:ahLst/>
            <a:cxnLst/>
            <a:rect l="l" t="t" r="r" b="b"/>
            <a:pathLst>
              <a:path w="1037049" h="123060">
                <a:moveTo>
                  <a:pt x="0" y="0"/>
                </a:moveTo>
                <a:lnTo>
                  <a:pt x="1037049" y="0"/>
                </a:lnTo>
                <a:lnTo>
                  <a:pt x="1037049" y="123060"/>
                </a:lnTo>
                <a:lnTo>
                  <a:pt x="0" y="12306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29" name="Freeform 129"/>
          <p:cNvSpPr/>
          <p:nvPr/>
        </p:nvSpPr>
        <p:spPr>
          <a:xfrm>
            <a:off x="296365" y="8041260"/>
            <a:ext cx="4097145" cy="446278"/>
          </a:xfrm>
          <a:custGeom>
            <a:avLst/>
            <a:gdLst/>
            <a:ahLst/>
            <a:cxnLst/>
            <a:rect l="l" t="t" r="r" b="b"/>
            <a:pathLst>
              <a:path w="1038209" h="113086">
                <a:moveTo>
                  <a:pt x="0" y="0"/>
                </a:moveTo>
                <a:lnTo>
                  <a:pt x="1038209" y="0"/>
                </a:lnTo>
                <a:lnTo>
                  <a:pt x="1038209" y="113086"/>
                </a:lnTo>
                <a:lnTo>
                  <a:pt x="0" y="113086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2696837" y="3985513"/>
            <a:ext cx="1703524" cy="502859"/>
          </a:xfrm>
          <a:custGeom>
            <a:avLst/>
            <a:gdLst/>
            <a:ahLst/>
            <a:cxnLst/>
            <a:rect l="l" t="t" r="r" b="b"/>
            <a:pathLst>
              <a:path w="431670" h="127423">
                <a:moveTo>
                  <a:pt x="0" y="0"/>
                </a:moveTo>
                <a:lnTo>
                  <a:pt x="431670" y="0"/>
                </a:lnTo>
                <a:lnTo>
                  <a:pt x="431670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MEB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999255" y="2845876"/>
            <a:ext cx="1194144" cy="446278"/>
          </a:xfrm>
          <a:custGeom>
            <a:avLst/>
            <a:gdLst/>
            <a:ahLst/>
            <a:cxnLst/>
            <a:rect l="l" t="t" r="r" b="b"/>
            <a:pathLst>
              <a:path w="302594" h="113086">
                <a:moveTo>
                  <a:pt x="0" y="0"/>
                </a:moveTo>
                <a:lnTo>
                  <a:pt x="302594" y="0"/>
                </a:lnTo>
                <a:lnTo>
                  <a:pt x="302594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3273008" y="2845876"/>
            <a:ext cx="1120501" cy="446278"/>
          </a:xfrm>
          <a:custGeom>
            <a:avLst/>
            <a:gdLst/>
            <a:ahLst/>
            <a:cxnLst/>
            <a:rect l="l" t="t" r="r" b="b"/>
            <a:pathLst>
              <a:path w="283933" h="113086">
                <a:moveTo>
                  <a:pt x="0" y="0"/>
                </a:moveTo>
                <a:lnTo>
                  <a:pt x="283933" y="0"/>
                </a:lnTo>
                <a:lnTo>
                  <a:pt x="283933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141" name="Freeform 141"/>
          <p:cNvSpPr/>
          <p:nvPr/>
        </p:nvSpPr>
        <p:spPr>
          <a:xfrm>
            <a:off x="4825000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Lecture livre CEM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9357161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9357161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0" name="Freeform 150"/>
          <p:cNvSpPr/>
          <p:nvPr/>
        </p:nvSpPr>
        <p:spPr>
          <a:xfrm>
            <a:off x="4825000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3" name="Freeform 153"/>
          <p:cNvSpPr/>
          <p:nvPr/>
        </p:nvSpPr>
        <p:spPr>
          <a:xfrm>
            <a:off x="4836139" y="7699387"/>
            <a:ext cx="4014487" cy="502859"/>
          </a:xfrm>
          <a:custGeom>
            <a:avLst/>
            <a:gdLst/>
            <a:ahLst/>
            <a:cxnLst/>
            <a:rect l="l" t="t" r="r" b="b"/>
            <a:pathLst>
              <a:path w="1017264" h="127423">
                <a:moveTo>
                  <a:pt x="0" y="0"/>
                </a:moveTo>
                <a:lnTo>
                  <a:pt x="1017264" y="0"/>
                </a:lnTo>
                <a:lnTo>
                  <a:pt x="10172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56" name="Freeform 156"/>
          <p:cNvSpPr/>
          <p:nvPr/>
        </p:nvSpPr>
        <p:spPr>
          <a:xfrm>
            <a:off x="4825000" y="4925952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159" name="Freeform 159"/>
          <p:cNvSpPr/>
          <p:nvPr/>
        </p:nvSpPr>
        <p:spPr>
          <a:xfrm>
            <a:off x="4825000" y="5619311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61" name="Freeform 161"/>
          <p:cNvSpPr/>
          <p:nvPr/>
        </p:nvSpPr>
        <p:spPr>
          <a:xfrm>
            <a:off x="8369914" y="570852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163"/>
          <p:cNvSpPr/>
          <p:nvPr/>
        </p:nvSpPr>
        <p:spPr>
          <a:xfrm>
            <a:off x="13899115" y="5187769"/>
            <a:ext cx="4086858" cy="502859"/>
          </a:xfrm>
          <a:custGeom>
            <a:avLst/>
            <a:gdLst/>
            <a:ahLst/>
            <a:cxnLst/>
            <a:rect l="l" t="t" r="r" b="b"/>
            <a:pathLst>
              <a:path w="1035602" h="127423">
                <a:moveTo>
                  <a:pt x="0" y="0"/>
                </a:moveTo>
                <a:lnTo>
                  <a:pt x="1035602" y="0"/>
                </a:lnTo>
                <a:lnTo>
                  <a:pt x="103560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65" name="Freeform 119">
            <a:extLst>
              <a:ext uri="{FF2B5EF4-FFF2-40B4-BE49-F238E27FC236}">
                <a16:creationId xmlns:a16="http://schemas.microsoft.com/office/drawing/2014/main" id="{8AB12A00-01E5-741A-A9BE-64E2EB632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75" name="Freeform 54">
            <a:extLst>
              <a:ext uri="{FF2B5EF4-FFF2-40B4-BE49-F238E27FC236}">
                <a16:creationId xmlns:a16="http://schemas.microsoft.com/office/drawing/2014/main" id="{88CF8510-6757-ED0E-9420-676EE041463A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Procédé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71">
            <a:extLst>
              <a:ext uri="{FF2B5EF4-FFF2-40B4-BE49-F238E27FC236}">
                <a16:creationId xmlns:a16="http://schemas.microsoft.com/office/drawing/2014/main" id="{F1B67D0E-2A5A-7556-77A3-30DFE6C57B3B}"/>
              </a:ext>
            </a:extLst>
          </p:cNvPr>
          <p:cNvSpPr/>
          <p:nvPr/>
        </p:nvSpPr>
        <p:spPr>
          <a:xfrm>
            <a:off x="151141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Freeform 74">
            <a:extLst>
              <a:ext uri="{FF2B5EF4-FFF2-40B4-BE49-F238E27FC236}">
                <a16:creationId xmlns:a16="http://schemas.microsoft.com/office/drawing/2014/main" id="{51004AA1-265E-CC52-F17A-0CDC51282D2F}"/>
              </a:ext>
            </a:extLst>
          </p:cNvPr>
          <p:cNvSpPr/>
          <p:nvPr/>
        </p:nvSpPr>
        <p:spPr>
          <a:xfrm>
            <a:off x="4684118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Freeform 77">
            <a:extLst>
              <a:ext uri="{FF2B5EF4-FFF2-40B4-BE49-F238E27FC236}">
                <a16:creationId xmlns:a16="http://schemas.microsoft.com/office/drawing/2014/main" id="{3AD62519-1ECB-09CE-CC8E-A1D0FE4AFFA0}"/>
              </a:ext>
            </a:extLst>
          </p:cNvPr>
          <p:cNvSpPr/>
          <p:nvPr/>
        </p:nvSpPr>
        <p:spPr>
          <a:xfrm>
            <a:off x="9227497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8">
            <a:extLst>
              <a:ext uri="{FF2B5EF4-FFF2-40B4-BE49-F238E27FC236}">
                <a16:creationId xmlns:a16="http://schemas.microsoft.com/office/drawing/2014/main" id="{E68CC88E-34BB-59BA-00AD-2AE95E274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F301B75B-BF9C-677A-C7CA-2ABA79576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4684118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9227497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80">
            <a:extLst>
              <a:ext uri="{FF2B5EF4-FFF2-40B4-BE49-F238E27FC236}">
                <a16:creationId xmlns:a16="http://schemas.microsoft.com/office/drawing/2014/main" id="{7F4DB156-53AC-B8CA-0EC0-8EADE763D1AB}"/>
              </a:ext>
            </a:extLst>
          </p:cNvPr>
          <p:cNvSpPr/>
          <p:nvPr/>
        </p:nvSpPr>
        <p:spPr>
          <a:xfrm>
            <a:off x="4833268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18" name="Freeform 92">
            <a:extLst>
              <a:ext uri="{FF2B5EF4-FFF2-40B4-BE49-F238E27FC236}">
                <a16:creationId xmlns:a16="http://schemas.microsoft.com/office/drawing/2014/main" id="{9AD65D4C-BBEA-C488-4B30-38282E0AF3BC}"/>
              </a:ext>
            </a:extLst>
          </p:cNvPr>
          <p:cNvSpPr/>
          <p:nvPr/>
        </p:nvSpPr>
        <p:spPr>
          <a:xfrm>
            <a:off x="4833268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19" name="Freeform 80">
            <a:extLst>
              <a:ext uri="{FF2B5EF4-FFF2-40B4-BE49-F238E27FC236}">
                <a16:creationId xmlns:a16="http://schemas.microsoft.com/office/drawing/2014/main" id="{7F28E3A9-2248-790F-1CB6-13E24466CCCA}"/>
              </a:ext>
            </a:extLst>
          </p:cNvPr>
          <p:cNvSpPr/>
          <p:nvPr/>
        </p:nvSpPr>
        <p:spPr>
          <a:xfrm>
            <a:off x="9351480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20" name="Freeform 92">
            <a:extLst>
              <a:ext uri="{FF2B5EF4-FFF2-40B4-BE49-F238E27FC236}">
                <a16:creationId xmlns:a16="http://schemas.microsoft.com/office/drawing/2014/main" id="{992CF300-5971-71F1-E7CE-E794FAE08871}"/>
              </a:ext>
            </a:extLst>
          </p:cNvPr>
          <p:cNvSpPr/>
          <p:nvPr/>
        </p:nvSpPr>
        <p:spPr>
          <a:xfrm>
            <a:off x="9351480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8" name="Freeform 24">
            <a:extLst>
              <a:ext uri="{FF2B5EF4-FFF2-40B4-BE49-F238E27FC236}">
                <a16:creationId xmlns:a16="http://schemas.microsoft.com/office/drawing/2014/main" id="{D97578DA-7477-F66B-90FC-697E3EA83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reeform 3">
            <a:extLst>
              <a:ext uri="{FF2B5EF4-FFF2-40B4-BE49-F238E27FC236}">
                <a16:creationId xmlns:a16="http://schemas.microsoft.com/office/drawing/2014/main" id="{B465D3AA-5DBB-977D-733F-759C3CB17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F08C2C98-7609-2B01-6DE3-15E8CE76D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23E6D467-BE67-7245-2AF8-08CD075B0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93060019-23C7-6583-0B5E-4A192E99E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0B6F1928-926B-80CB-81A0-BA30D9556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4" name="Freeform 119">
            <a:extLst>
              <a:ext uri="{FF2B5EF4-FFF2-40B4-BE49-F238E27FC236}">
                <a16:creationId xmlns:a16="http://schemas.microsoft.com/office/drawing/2014/main" id="{49CF58AA-345B-FBD9-8655-6BFC4BA093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9376536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9376536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4825000" y="3539235"/>
            <a:ext cx="4098265" cy="770128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296365" y="4925952"/>
            <a:ext cx="4094092" cy="502859"/>
          </a:xfrm>
          <a:custGeom>
            <a:avLst/>
            <a:gdLst/>
            <a:ahLst/>
            <a:cxnLst/>
            <a:rect l="l" t="t" r="r" b="b"/>
            <a:pathLst>
              <a:path w="1037435" h="127423">
                <a:moveTo>
                  <a:pt x="0" y="0"/>
                </a:moveTo>
                <a:lnTo>
                  <a:pt x="1037435" y="0"/>
                </a:lnTo>
                <a:lnTo>
                  <a:pt x="103743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FPGE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7127" y="561931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Plasma</a:t>
            </a:r>
          </a:p>
        </p:txBody>
      </p:sp>
      <p:sp>
        <p:nvSpPr>
          <p:cNvPr id="54" name="Freeform 54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770128"/>
          </a:xfrm>
          <a:custGeom>
            <a:avLst/>
            <a:gdLst/>
            <a:ahLst/>
            <a:cxnLst/>
            <a:rect l="l" t="t" r="r" b="b"/>
            <a:pathLst>
              <a:path w="1038445" h="195149">
                <a:moveTo>
                  <a:pt x="0" y="0"/>
                </a:moveTo>
                <a:lnTo>
                  <a:pt x="1038445" y="0"/>
                </a:lnTo>
                <a:lnTo>
                  <a:pt x="1038445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0" name="Freeform 60"/>
          <p:cNvSpPr/>
          <p:nvPr/>
        </p:nvSpPr>
        <p:spPr>
          <a:xfrm>
            <a:off x="13889590" y="2845876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63" name="Freeform 63"/>
          <p:cNvSpPr/>
          <p:nvPr/>
        </p:nvSpPr>
        <p:spPr>
          <a:xfrm>
            <a:off x="13889590" y="3539235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guidé</a:t>
            </a:r>
          </a:p>
        </p:txBody>
      </p:sp>
      <p:sp>
        <p:nvSpPr>
          <p:cNvPr id="65" name="Freeform 65"/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13889590" y="4232594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51141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297127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88" name="Freeform 88"/>
          <p:cNvSpPr/>
          <p:nvPr/>
        </p:nvSpPr>
        <p:spPr>
          <a:xfrm>
            <a:off x="3830902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89"/>
          <p:cNvSpPr/>
          <p:nvPr/>
        </p:nvSpPr>
        <p:spPr>
          <a:xfrm>
            <a:off x="8363878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Freeform 90"/>
          <p:cNvSpPr/>
          <p:nvPr/>
        </p:nvSpPr>
        <p:spPr>
          <a:xfrm>
            <a:off x="12907257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Freeform 92"/>
          <p:cNvSpPr/>
          <p:nvPr/>
        </p:nvSpPr>
        <p:spPr>
          <a:xfrm>
            <a:off x="297127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3830902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Freeform 101"/>
          <p:cNvSpPr/>
          <p:nvPr/>
        </p:nvSpPr>
        <p:spPr>
          <a:xfrm>
            <a:off x="8363878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12907257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dfcd33df7f21bc1d96cac68e309c354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e67dd59e0820bf22da62f711b406a14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6F0A0A-BBFC-4D41-995D-6FCF93F1D7C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E8C7A73-E19A-4B10-82FE-BF80DBAAD356}"/>
</file>

<file path=customXml/itemProps3.xml><?xml version="1.0" encoding="utf-8"?>
<ds:datastoreItem xmlns:ds="http://schemas.openxmlformats.org/officeDocument/2006/customXml" ds:itemID="{E267B8AD-384E-4782-B430-F82376292C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1539</Words>
  <Application>Microsoft Macintosh PowerPoint</Application>
  <PresentationFormat>Personnalisé</PresentationFormat>
  <Paragraphs>691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Calibri</vt:lpstr>
      <vt:lpstr>Segoe UI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157</cp:revision>
  <dcterms:created xsi:type="dcterms:W3CDTF">2006-08-16T00:00:00Z</dcterms:created>
  <dcterms:modified xsi:type="dcterms:W3CDTF">2025-06-15T19:15:24Z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Order">
    <vt:r8>60800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