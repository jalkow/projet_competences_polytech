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66" r:id="rId5"/>
    <p:sldId id="272" r:id="rId6"/>
    <p:sldId id="285" r:id="rId7"/>
    <p:sldId id="271" r:id="rId8"/>
    <p:sldId id="277" r:id="rId9"/>
    <p:sldId id="278" r:id="rId10"/>
    <p:sldId id="260" r:id="rId11"/>
    <p:sldId id="276" r:id="rId12"/>
    <p:sldId id="261" r:id="rId13"/>
    <p:sldId id="286" r:id="rId14"/>
    <p:sldId id="287" r:id="rId15"/>
    <p:sldId id="273" r:id="rId16"/>
    <p:sldId id="267" r:id="rId17"/>
    <p:sldId id="264" r:id="rId18"/>
    <p:sldId id="265" r:id="rId19"/>
    <p:sldId id="259" r:id="rId20"/>
    <p:sldId id="269" r:id="rId21"/>
    <p:sldId id="270" r:id="rId22"/>
    <p:sldId id="262" r:id="rId23"/>
    <p:sldId id="263" r:id="rId2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9FE3"/>
    <a:srgbClr val="DDDCDC"/>
    <a:srgbClr val="8C4BE2"/>
    <a:srgbClr val="FBD49E"/>
    <a:srgbClr val="A8DBBA"/>
    <a:srgbClr val="A0C9EB"/>
    <a:srgbClr val="545454"/>
    <a:srgbClr val="4FA954"/>
    <a:srgbClr val="1E7ACC"/>
    <a:srgbClr val="F498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9CE708-1B29-4505-BA72-DA43EF5001A8}" v="411" dt="2025-04-18T07:05:00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65"/>
    <p:restoredTop sz="94694"/>
  </p:normalViewPr>
  <p:slideViewPr>
    <p:cSldViewPr snapToGrid="0">
      <p:cViewPr varScale="1">
        <p:scale>
          <a:sx n="71" d="100"/>
          <a:sy n="71" d="100"/>
        </p:scale>
        <p:origin x="1352" y="4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Skerrett" userId="S::marc.skerrett@univ-smb.fr::5838212c-6006-4602-b097-e4ba2e4953e8" providerId="AD" clId="Web-{659CE708-1B29-4505-BA72-DA43EF5001A8}"/>
    <pc:docChg chg="addSld modSld sldOrd">
      <pc:chgData name="Marc Skerrett" userId="S::marc.skerrett@univ-smb.fr::5838212c-6006-4602-b097-e4ba2e4953e8" providerId="AD" clId="Web-{659CE708-1B29-4505-BA72-DA43EF5001A8}" dt="2025-04-18T07:05:00.202" v="347" actId="1076"/>
      <pc:docMkLst>
        <pc:docMk/>
      </pc:docMkLst>
      <pc:sldChg chg="addSp delSp modSp">
        <pc:chgData name="Marc Skerrett" userId="S::marc.skerrett@univ-smb.fr::5838212c-6006-4602-b097-e4ba2e4953e8" providerId="AD" clId="Web-{659CE708-1B29-4505-BA72-DA43EF5001A8}" dt="2025-04-18T07:01:34.829" v="301" actId="1076"/>
        <pc:sldMkLst>
          <pc:docMk/>
          <pc:sldMk cId="1605221697" sldId="271"/>
        </pc:sldMkLst>
        <pc:spChg chg="mod">
          <ac:chgData name="Marc Skerrett" userId="S::marc.skerrett@univ-smb.fr::5838212c-6006-4602-b097-e4ba2e4953e8" providerId="AD" clId="Web-{659CE708-1B29-4505-BA72-DA43EF5001A8}" dt="2025-04-18T07:00:37.434" v="273" actId="14100"/>
          <ac:spMkLst>
            <pc:docMk/>
            <pc:sldMk cId="1605221697" sldId="271"/>
            <ac:spMk id="3" creationId="{D9848453-1C4D-1F6D-1DDF-9A02C2FDDA15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57:12.655" v="210" actId="20577"/>
          <ac:spMkLst>
            <pc:docMk/>
            <pc:sldMk cId="1605221697" sldId="271"/>
            <ac:spMk id="5" creationId="{9018FF16-5C3D-770D-9A19-52619B7305B5}"/>
          </ac:spMkLst>
        </pc:spChg>
        <pc:spChg chg="mod">
          <ac:chgData name="Marc Skerrett" userId="S::marc.skerrett@univ-smb.fr::5838212c-6006-4602-b097-e4ba2e4953e8" providerId="AD" clId="Web-{659CE708-1B29-4505-BA72-DA43EF5001A8}" dt="2025-04-18T07:00:49.138" v="276" actId="20577"/>
          <ac:spMkLst>
            <pc:docMk/>
            <pc:sldMk cId="1605221697" sldId="271"/>
            <ac:spMk id="6" creationId="{6A84399E-F74B-332F-8F6D-188FE8A79215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56:57.388" v="196" actId="14100"/>
          <ac:spMkLst>
            <pc:docMk/>
            <pc:sldMk cId="1605221697" sldId="271"/>
            <ac:spMk id="7" creationId="{8DF5C6E7-8EA2-4C66-8FC7-AC5F454A989F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56:34.293" v="188" actId="14100"/>
          <ac:spMkLst>
            <pc:docMk/>
            <pc:sldMk cId="1605221697" sldId="271"/>
            <ac:spMk id="8" creationId="{C5F0D630-1B40-75B1-0A9E-B20D66327826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41:35.982" v="70" actId="14100"/>
          <ac:spMkLst>
            <pc:docMk/>
            <pc:sldMk cId="1605221697" sldId="271"/>
            <ac:spMk id="9" creationId="{8539CE36-66D0-A059-EFC5-DEDE70B8DECC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59:29.274" v="251" actId="20577"/>
          <ac:spMkLst>
            <pc:docMk/>
            <pc:sldMk cId="1605221697" sldId="271"/>
            <ac:spMk id="10" creationId="{EA186CEA-EBDE-FD53-B631-FC9D84F9F912}"/>
          </ac:spMkLst>
        </pc:spChg>
        <pc:spChg chg="mod">
          <ac:chgData name="Marc Skerrett" userId="S::marc.skerrett@univ-smb.fr::5838212c-6006-4602-b097-e4ba2e4953e8" providerId="AD" clId="Web-{659CE708-1B29-4505-BA72-DA43EF5001A8}" dt="2025-04-18T07:00:43.013" v="274" actId="14100"/>
          <ac:spMkLst>
            <pc:docMk/>
            <pc:sldMk cId="1605221697" sldId="271"/>
            <ac:spMk id="11" creationId="{80214908-714E-1D11-41D1-217CBBECA63B}"/>
          </ac:spMkLst>
        </pc:spChg>
        <pc:spChg chg="mod">
          <ac:chgData name="Marc Skerrett" userId="S::marc.skerrett@univ-smb.fr::5838212c-6006-4602-b097-e4ba2e4953e8" providerId="AD" clId="Web-{659CE708-1B29-4505-BA72-DA43EF5001A8}" dt="2025-04-18T07:00:12.589" v="269" actId="14100"/>
          <ac:spMkLst>
            <pc:docMk/>
            <pc:sldMk cId="1605221697" sldId="271"/>
            <ac:spMk id="13" creationId="{59F04523-5EDF-CA85-E2C8-BD34A1D63B2B}"/>
          </ac:spMkLst>
        </pc:spChg>
        <pc:spChg chg="del">
          <ac:chgData name="Marc Skerrett" userId="S::marc.skerrett@univ-smb.fr::5838212c-6006-4602-b097-e4ba2e4953e8" providerId="AD" clId="Web-{659CE708-1B29-4505-BA72-DA43EF5001A8}" dt="2025-04-18T06:55:51.165" v="181"/>
          <ac:spMkLst>
            <pc:docMk/>
            <pc:sldMk cId="1605221697" sldId="271"/>
            <ac:spMk id="14" creationId="{4F05B0EF-69E1-9C71-16FE-4A9B35C2F58A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58:42.942" v="233" actId="20577"/>
          <ac:spMkLst>
            <pc:docMk/>
            <pc:sldMk cId="1605221697" sldId="271"/>
            <ac:spMk id="15" creationId="{D1F7458B-B8F5-1CCF-449F-120FDBE9EF67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40:58.808" v="54" actId="1076"/>
          <ac:spMkLst>
            <pc:docMk/>
            <pc:sldMk cId="1605221697" sldId="271"/>
            <ac:spMk id="18" creationId="{BD111F8B-A1C4-7E4A-A185-008BEA03537D}"/>
          </ac:spMkLst>
        </pc:spChg>
        <pc:spChg chg="add del mod">
          <ac:chgData name="Marc Skerrett" userId="S::marc.skerrett@univ-smb.fr::5838212c-6006-4602-b097-e4ba2e4953e8" providerId="AD" clId="Web-{659CE708-1B29-4505-BA72-DA43EF5001A8}" dt="2025-04-18T06:53:24.124" v="168"/>
          <ac:spMkLst>
            <pc:docMk/>
            <pc:sldMk cId="1605221697" sldId="271"/>
            <ac:spMk id="20" creationId="{46E56EEF-DE3A-B296-7265-ACBAC327A4DC}"/>
          </ac:spMkLst>
        </pc:spChg>
        <pc:spChg chg="add del mod">
          <ac:chgData name="Marc Skerrett" userId="S::marc.skerrett@univ-smb.fr::5838212c-6006-4602-b097-e4ba2e4953e8" providerId="AD" clId="Web-{659CE708-1B29-4505-BA72-DA43EF5001A8}" dt="2025-04-18T06:51:13.818" v="148"/>
          <ac:spMkLst>
            <pc:docMk/>
            <pc:sldMk cId="1605221697" sldId="271"/>
            <ac:spMk id="21" creationId="{A0A7F260-1E19-BE00-BDFA-A74A5D7FE8B1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2:37.590" v="167" actId="20577"/>
          <ac:spMkLst>
            <pc:docMk/>
            <pc:sldMk cId="1605221697" sldId="271"/>
            <ac:spMk id="23" creationId="{8392B5D5-2C7F-35A3-2262-43AEF3D5C500}"/>
          </ac:spMkLst>
        </pc:spChg>
        <pc:spChg chg="add del mod">
          <ac:chgData name="Marc Skerrett" userId="S::marc.skerrett@univ-smb.fr::5838212c-6006-4602-b097-e4ba2e4953e8" providerId="AD" clId="Web-{659CE708-1B29-4505-BA72-DA43EF5001A8}" dt="2025-04-18T06:50:12.330" v="144"/>
          <ac:spMkLst>
            <pc:docMk/>
            <pc:sldMk cId="1605221697" sldId="271"/>
            <ac:spMk id="24" creationId="{D8FA6C41-AEAE-E326-38AF-1E1C38656ADD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1:44.367" v="160" actId="20577"/>
          <ac:spMkLst>
            <pc:docMk/>
            <pc:sldMk cId="1605221697" sldId="271"/>
            <ac:spMk id="25" creationId="{921D74FD-5807-C370-9217-4A86467D6E86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2:13.666" v="163" actId="1076"/>
          <ac:spMkLst>
            <pc:docMk/>
            <pc:sldMk cId="1605221697" sldId="271"/>
            <ac:spMk id="27" creationId="{CE6703FC-1285-BD50-F841-000FD21604A6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50:17.643" v="147" actId="20577"/>
          <ac:spMkLst>
            <pc:docMk/>
            <pc:sldMk cId="1605221697" sldId="271"/>
            <ac:spMk id="29" creationId="{528C85AC-D911-F784-5D64-FC15D2C924AD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2:13.666" v="164" actId="1076"/>
          <ac:spMkLst>
            <pc:docMk/>
            <pc:sldMk cId="1605221697" sldId="271"/>
            <ac:spMk id="30" creationId="{93C2915C-3FB0-E57F-5350-E0ADB6A1F8FA}"/>
          </ac:spMkLst>
        </pc:spChg>
        <pc:spChg chg="add del">
          <ac:chgData name="Marc Skerrett" userId="S::marc.skerrett@univ-smb.fr::5838212c-6006-4602-b097-e4ba2e4953e8" providerId="AD" clId="Web-{659CE708-1B29-4505-BA72-DA43EF5001A8}" dt="2025-04-18T06:53:37.453" v="172"/>
          <ac:spMkLst>
            <pc:docMk/>
            <pc:sldMk cId="1605221697" sldId="271"/>
            <ac:spMk id="32" creationId="{2233FF2E-5D89-97A5-289F-87B5FAB5F8DC}"/>
          </ac:spMkLst>
        </pc:spChg>
        <pc:spChg chg="add del">
          <ac:chgData name="Marc Skerrett" userId="S::marc.skerrett@univ-smb.fr::5838212c-6006-4602-b097-e4ba2e4953e8" providerId="AD" clId="Web-{659CE708-1B29-4505-BA72-DA43EF5001A8}" dt="2025-04-18T06:53:37.453" v="171"/>
          <ac:spMkLst>
            <pc:docMk/>
            <pc:sldMk cId="1605221697" sldId="271"/>
            <ac:spMk id="34" creationId="{DCAF70FB-DC59-75A5-7EAA-1C032B51A7D2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3:51.954" v="174" actId="1076"/>
          <ac:spMkLst>
            <pc:docMk/>
            <pc:sldMk cId="1605221697" sldId="271"/>
            <ac:spMk id="36" creationId="{0D07A047-4348-258B-1508-5795F1EEFDF5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6:24.417" v="186" actId="1076"/>
          <ac:spMkLst>
            <pc:docMk/>
            <pc:sldMk cId="1605221697" sldId="271"/>
            <ac:spMk id="38" creationId="{5A02324F-B201-2A08-DB17-2AD4C8EDD7BE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7:43.376" v="212" actId="1076"/>
          <ac:spMkLst>
            <pc:docMk/>
            <pc:sldMk cId="1605221697" sldId="271"/>
            <ac:spMk id="40" creationId="{A36866D9-9FD7-41C8-CED7-0DD76828454B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7:53.330" v="214" actId="1076"/>
          <ac:spMkLst>
            <pc:docMk/>
            <pc:sldMk cId="1605221697" sldId="271"/>
            <ac:spMk id="42" creationId="{A0A19221-A4F5-B375-E536-62477D31B2D0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9:02.272" v="235" actId="1076"/>
          <ac:spMkLst>
            <pc:docMk/>
            <pc:sldMk cId="1605221697" sldId="271"/>
            <ac:spMk id="44" creationId="{6A1FF58F-7E30-0CEA-9AF6-A341F1F4D78A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59:42.462" v="253" actId="1076"/>
          <ac:spMkLst>
            <pc:docMk/>
            <pc:sldMk cId="1605221697" sldId="271"/>
            <ac:spMk id="45" creationId="{D3CBE07D-6207-39CC-9AFD-DC09A6AE88C5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7:00:23.949" v="271" actId="1076"/>
          <ac:spMkLst>
            <pc:docMk/>
            <pc:sldMk cId="1605221697" sldId="271"/>
            <ac:spMk id="46" creationId="{86B1DE4B-BFD8-BEC5-B097-64C6F4ED66F3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7:01:10.952" v="299" actId="20577"/>
          <ac:spMkLst>
            <pc:docMk/>
            <pc:sldMk cId="1605221697" sldId="271"/>
            <ac:spMk id="47" creationId="{FB28B816-C0F9-4359-E1D3-163BABDE0A6C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7:01:34.829" v="301" actId="1076"/>
          <ac:spMkLst>
            <pc:docMk/>
            <pc:sldMk cId="1605221697" sldId="271"/>
            <ac:spMk id="49" creationId="{A7EEF6FD-55A6-22F2-62B9-E211BEB448B0}"/>
          </ac:spMkLst>
        </pc:spChg>
      </pc:sldChg>
      <pc:sldChg chg="addSp delSp modSp">
        <pc:chgData name="Marc Skerrett" userId="S::marc.skerrett@univ-smb.fr::5838212c-6006-4602-b097-e4ba2e4953e8" providerId="AD" clId="Web-{659CE708-1B29-4505-BA72-DA43EF5001A8}" dt="2025-04-18T06:45:23.779" v="114" actId="20577"/>
        <pc:sldMkLst>
          <pc:docMk/>
          <pc:sldMk cId="544100263" sldId="272"/>
        </pc:sldMkLst>
        <pc:spChg chg="mod">
          <ac:chgData name="Marc Skerrett" userId="S::marc.skerrett@univ-smb.fr::5838212c-6006-4602-b097-e4ba2e4953e8" providerId="AD" clId="Web-{659CE708-1B29-4505-BA72-DA43EF5001A8}" dt="2025-04-18T06:44:56.730" v="105" actId="20577"/>
          <ac:spMkLst>
            <pc:docMk/>
            <pc:sldMk cId="544100263" sldId="272"/>
            <ac:spMk id="5" creationId="{A6008B20-8A5D-C914-F5C0-2D8763AEC338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45:13.263" v="110" actId="20577"/>
          <ac:spMkLst>
            <pc:docMk/>
            <pc:sldMk cId="544100263" sldId="272"/>
            <ac:spMk id="9" creationId="{C0FA1059-5EB0-37E3-9372-EF55C572C2A7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43:44.069" v="86" actId="1076"/>
          <ac:spMkLst>
            <pc:docMk/>
            <pc:sldMk cId="544100263" sldId="272"/>
            <ac:spMk id="12" creationId="{623468CE-6B90-8DC2-8B50-893B7BEC4704}"/>
          </ac:spMkLst>
        </pc:spChg>
        <pc:spChg chg="mod">
          <ac:chgData name="Marc Skerrett" userId="S::marc.skerrett@univ-smb.fr::5838212c-6006-4602-b097-e4ba2e4953e8" providerId="AD" clId="Web-{659CE708-1B29-4505-BA72-DA43EF5001A8}" dt="2025-04-18T06:43:44.085" v="87" actId="1076"/>
          <ac:spMkLst>
            <pc:docMk/>
            <pc:sldMk cId="544100263" sldId="272"/>
            <ac:spMk id="13" creationId="{3E82B7BC-8A74-AE24-DB63-91CA69E19BE7}"/>
          </ac:spMkLst>
        </pc:spChg>
        <pc:spChg chg="add del">
          <ac:chgData name="Marc Skerrett" userId="S::marc.skerrett@univ-smb.fr::5838212c-6006-4602-b097-e4ba2e4953e8" providerId="AD" clId="Web-{659CE708-1B29-4505-BA72-DA43EF5001A8}" dt="2025-04-18T06:43:20.099" v="79"/>
          <ac:spMkLst>
            <pc:docMk/>
            <pc:sldMk cId="544100263" sldId="272"/>
            <ac:spMk id="17" creationId="{E8A5A033-D1FA-F877-A943-0F58EBB8827C}"/>
          </ac:spMkLst>
        </pc:spChg>
        <pc:spChg chg="add del">
          <ac:chgData name="Marc Skerrett" userId="S::marc.skerrett@univ-smb.fr::5838212c-6006-4602-b097-e4ba2e4953e8" providerId="AD" clId="Web-{659CE708-1B29-4505-BA72-DA43EF5001A8}" dt="2025-04-18T06:43:20.099" v="78"/>
          <ac:spMkLst>
            <pc:docMk/>
            <pc:sldMk cId="544100263" sldId="272"/>
            <ac:spMk id="18" creationId="{5CF7C8E6-599D-9324-CBA5-42091C853EE1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45:05.512" v="107" actId="20577"/>
          <ac:spMkLst>
            <pc:docMk/>
            <pc:sldMk cId="544100263" sldId="272"/>
            <ac:spMk id="19" creationId="{D24148EB-7232-C382-83FF-FC992C54670A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45:18.029" v="112" actId="20577"/>
          <ac:spMkLst>
            <pc:docMk/>
            <pc:sldMk cId="544100263" sldId="272"/>
            <ac:spMk id="20" creationId="{DB1FE784-D587-DDA7-A3AE-7736E352DE99}"/>
          </ac:spMkLst>
        </pc:spChg>
        <pc:spChg chg="add del">
          <ac:chgData name="Marc Skerrett" userId="S::marc.skerrett@univ-smb.fr::5838212c-6006-4602-b097-e4ba2e4953e8" providerId="AD" clId="Web-{659CE708-1B29-4505-BA72-DA43EF5001A8}" dt="2025-04-18T06:44:17.634" v="95"/>
          <ac:spMkLst>
            <pc:docMk/>
            <pc:sldMk cId="544100263" sldId="272"/>
            <ac:spMk id="21" creationId="{678AF7DF-902A-C471-07E5-31FD3F48E079}"/>
          </ac:spMkLst>
        </pc:spChg>
        <pc:spChg chg="add del">
          <ac:chgData name="Marc Skerrett" userId="S::marc.skerrett@univ-smb.fr::5838212c-6006-4602-b097-e4ba2e4953e8" providerId="AD" clId="Web-{659CE708-1B29-4505-BA72-DA43EF5001A8}" dt="2025-04-18T06:44:17.634" v="94"/>
          <ac:spMkLst>
            <pc:docMk/>
            <pc:sldMk cId="544100263" sldId="272"/>
            <ac:spMk id="22" creationId="{D620F930-86F1-6F4D-33BB-DAE9046AEEB7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45:08.122" v="109" actId="20577"/>
          <ac:spMkLst>
            <pc:docMk/>
            <pc:sldMk cId="544100263" sldId="272"/>
            <ac:spMk id="23" creationId="{569B8359-DA1C-83BD-F32C-F89FDBA92340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6:45:23.779" v="114" actId="20577"/>
          <ac:spMkLst>
            <pc:docMk/>
            <pc:sldMk cId="544100263" sldId="272"/>
            <ac:spMk id="24" creationId="{C935BB48-3B5D-3F69-E8D2-78F7A8145E8D}"/>
          </ac:spMkLst>
        </pc:spChg>
      </pc:sldChg>
      <pc:sldChg chg="addSp modSp">
        <pc:chgData name="Marc Skerrett" userId="S::marc.skerrett@univ-smb.fr::5838212c-6006-4602-b097-e4ba2e4953e8" providerId="AD" clId="Web-{659CE708-1B29-4505-BA72-DA43EF5001A8}" dt="2025-04-18T07:05:00.202" v="347" actId="1076"/>
        <pc:sldMkLst>
          <pc:docMk/>
          <pc:sldMk cId="2230396808" sldId="274"/>
        </pc:sldMkLst>
        <pc:spChg chg="add mod">
          <ac:chgData name="Marc Skerrett" userId="S::marc.skerrett@univ-smb.fr::5838212c-6006-4602-b097-e4ba2e4953e8" providerId="AD" clId="Web-{659CE708-1B29-4505-BA72-DA43EF5001A8}" dt="2025-04-18T07:04:54.780" v="345" actId="1076"/>
          <ac:spMkLst>
            <pc:docMk/>
            <pc:sldMk cId="2230396808" sldId="274"/>
            <ac:spMk id="5" creationId="{ACDD1FF5-6D3A-832A-48DA-562AD25BC4C9}"/>
          </ac:spMkLst>
        </pc:spChg>
        <pc:spChg chg="add mod">
          <ac:chgData name="Marc Skerrett" userId="S::marc.skerrett@univ-smb.fr::5838212c-6006-4602-b097-e4ba2e4953e8" providerId="AD" clId="Web-{659CE708-1B29-4505-BA72-DA43EF5001A8}" dt="2025-04-18T07:05:00.202" v="347" actId="1076"/>
          <ac:spMkLst>
            <pc:docMk/>
            <pc:sldMk cId="2230396808" sldId="274"/>
            <ac:spMk id="6" creationId="{2CB5FD04-6EDD-1A31-5C11-1BFF6B004C2C}"/>
          </ac:spMkLst>
        </pc:spChg>
        <pc:spChg chg="mod">
          <ac:chgData name="Marc Skerrett" userId="S::marc.skerrett@univ-smb.fr::5838212c-6006-4602-b097-e4ba2e4953e8" providerId="AD" clId="Web-{659CE708-1B29-4505-BA72-DA43EF5001A8}" dt="2025-04-18T07:03:05.366" v="325" actId="20577"/>
          <ac:spMkLst>
            <pc:docMk/>
            <pc:sldMk cId="2230396808" sldId="274"/>
            <ac:spMk id="115" creationId="{B58614F3-CF7F-FE29-8856-6D12EB0AFC68}"/>
          </ac:spMkLst>
        </pc:spChg>
        <pc:spChg chg="mod">
          <ac:chgData name="Marc Skerrett" userId="S::marc.skerrett@univ-smb.fr::5838212c-6006-4602-b097-e4ba2e4953e8" providerId="AD" clId="Web-{659CE708-1B29-4505-BA72-DA43EF5001A8}" dt="2025-04-18T07:03:23.492" v="330" actId="20577"/>
          <ac:spMkLst>
            <pc:docMk/>
            <pc:sldMk cId="2230396808" sldId="274"/>
            <ac:spMk id="116" creationId="{2F80FC56-E00A-AD90-9E14-7FE8169DCE44}"/>
          </ac:spMkLst>
        </pc:spChg>
      </pc:sldChg>
      <pc:sldChg chg="modSp ord">
        <pc:chgData name="Marc Skerrett" userId="S::marc.skerrett@univ-smb.fr::5838212c-6006-4602-b097-e4ba2e4953e8" providerId="AD" clId="Web-{659CE708-1B29-4505-BA72-DA43EF5001A8}" dt="2025-04-18T07:03:48.166" v="341" actId="20577"/>
        <pc:sldMkLst>
          <pc:docMk/>
          <pc:sldMk cId="3998302640" sldId="275"/>
        </pc:sldMkLst>
        <pc:spChg chg="mod">
          <ac:chgData name="Marc Skerrett" userId="S::marc.skerrett@univ-smb.fr::5838212c-6006-4602-b097-e4ba2e4953e8" providerId="AD" clId="Web-{659CE708-1B29-4505-BA72-DA43EF5001A8}" dt="2025-04-18T07:03:43.259" v="337" actId="20577"/>
          <ac:spMkLst>
            <pc:docMk/>
            <pc:sldMk cId="3998302640" sldId="275"/>
            <ac:spMk id="115" creationId="{2DC7768E-7F2E-4677-168A-0A2E6CED815F}"/>
          </ac:spMkLst>
        </pc:spChg>
        <pc:spChg chg="mod">
          <ac:chgData name="Marc Skerrett" userId="S::marc.skerrett@univ-smb.fr::5838212c-6006-4602-b097-e4ba2e4953e8" providerId="AD" clId="Web-{659CE708-1B29-4505-BA72-DA43EF5001A8}" dt="2025-04-18T07:03:48.166" v="341" actId="20577"/>
          <ac:spMkLst>
            <pc:docMk/>
            <pc:sldMk cId="3998302640" sldId="275"/>
            <ac:spMk id="116" creationId="{0CDA02DE-1B1C-52F9-49F3-82BB6DA33645}"/>
          </ac:spMkLst>
        </pc:spChg>
      </pc:sldChg>
      <pc:sldChg chg="modSp add replId">
        <pc:chgData name="Marc Skerrett" userId="S::marc.skerrett@univ-smb.fr::5838212c-6006-4602-b097-e4ba2e4953e8" providerId="AD" clId="Web-{659CE708-1B29-4505-BA72-DA43EF5001A8}" dt="2025-04-18T07:02:33.395" v="305" actId="20577"/>
        <pc:sldMkLst>
          <pc:docMk/>
          <pc:sldMk cId="1677895718" sldId="277"/>
        </pc:sldMkLst>
        <pc:spChg chg="mod">
          <ac:chgData name="Marc Skerrett" userId="S::marc.skerrett@univ-smb.fr::5838212c-6006-4602-b097-e4ba2e4953e8" providerId="AD" clId="Web-{659CE708-1B29-4505-BA72-DA43EF5001A8}" dt="2025-04-18T07:02:33.395" v="305" actId="20577"/>
          <ac:spMkLst>
            <pc:docMk/>
            <pc:sldMk cId="1677895718" sldId="277"/>
            <ac:spMk id="115" creationId="{9D53C310-F455-3FDC-BD98-6CD54CC8B6B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AMS MECA – MC</a:t>
            </a:r>
          </a:p>
          <a:p>
            <a:pPr algn="ctr"/>
            <a:r>
              <a:rPr lang="fr-FR" sz="8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Matériaux composites </a:t>
            </a:r>
          </a:p>
        </p:txBody>
      </p:sp>
      <p:pic>
        <p:nvPicPr>
          <p:cNvPr id="2" name="Image 1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867CD3C6-BB37-45A9-7C8B-838E563C1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3" name="Image 2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402E38A4-D23F-1ABB-A9A8-D073C0884C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4" name="Picture 2" descr="Réseau Polytech — Wikipédia">
            <a:extLst>
              <a:ext uri="{FF2B5EF4-FFF2-40B4-BE49-F238E27FC236}">
                <a16:creationId xmlns:a16="http://schemas.microsoft.com/office/drawing/2014/main" id="{50C7185E-4171-D2C2-357F-077FEBFCF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6D63B-7070-7F65-5789-F8E880B6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31">
            <a:extLst>
              <a:ext uri="{FF2B5EF4-FFF2-40B4-BE49-F238E27FC236}">
                <a16:creationId xmlns:a16="http://schemas.microsoft.com/office/drawing/2014/main" id="{35516B13-A767-6CDC-8662-504C247F2E51}"/>
              </a:ext>
            </a:extLst>
          </p:cNvPr>
          <p:cNvSpPr/>
          <p:nvPr/>
        </p:nvSpPr>
        <p:spPr>
          <a:xfrm>
            <a:off x="1217459" y="8413693"/>
            <a:ext cx="5487573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évaluée avec un soutenance</a:t>
            </a:r>
          </a:p>
        </p:txBody>
      </p:sp>
      <p:sp>
        <p:nvSpPr>
          <p:cNvPr id="121" name="Freeform 119">
            <a:extLst>
              <a:ext uri="{FF2B5EF4-FFF2-40B4-BE49-F238E27FC236}">
                <a16:creationId xmlns:a16="http://schemas.microsoft.com/office/drawing/2014/main" id="{2F14D7F4-4EC2-A04C-21B6-E64D15659519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LÉGENDE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E8564C5-85DD-05A2-58D7-6DFFEA5DAF03}"/>
              </a:ext>
            </a:extLst>
          </p:cNvPr>
          <p:cNvSpPr/>
          <p:nvPr/>
        </p:nvSpPr>
        <p:spPr>
          <a:xfrm>
            <a:off x="1222904" y="415290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0E8FA7-1413-F0C8-6D87-5DC1ED1BD690}"/>
              </a:ext>
            </a:extLst>
          </p:cNvPr>
          <p:cNvSpPr/>
          <p:nvPr/>
        </p:nvSpPr>
        <p:spPr>
          <a:xfrm>
            <a:off x="1981200" y="415729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DEA27EB-B6DB-3CA4-7D0C-18537DE3764A}"/>
              </a:ext>
            </a:extLst>
          </p:cNvPr>
          <p:cNvSpPr/>
          <p:nvPr/>
        </p:nvSpPr>
        <p:spPr>
          <a:xfrm>
            <a:off x="2743977" y="415434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6008B20-8A5D-C914-F5C0-2D8763AEC338}"/>
              </a:ext>
            </a:extLst>
          </p:cNvPr>
          <p:cNvSpPr/>
          <p:nvPr/>
        </p:nvSpPr>
        <p:spPr>
          <a:xfrm>
            <a:off x="3502273" y="415290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16968B5-FC40-5AAF-AF42-56187E861708}"/>
              </a:ext>
            </a:extLst>
          </p:cNvPr>
          <p:cNvSpPr/>
          <p:nvPr/>
        </p:nvSpPr>
        <p:spPr>
          <a:xfrm>
            <a:off x="1222904" y="537434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D9CB7DB-21D5-247D-AD63-A370E58DFC2D}"/>
              </a:ext>
            </a:extLst>
          </p:cNvPr>
          <p:cNvSpPr/>
          <p:nvPr/>
        </p:nvSpPr>
        <p:spPr>
          <a:xfrm>
            <a:off x="1981200" y="537873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B6C557C-8EFF-4BBE-CC26-D2A0559AB8E9}"/>
              </a:ext>
            </a:extLst>
          </p:cNvPr>
          <p:cNvSpPr/>
          <p:nvPr/>
        </p:nvSpPr>
        <p:spPr>
          <a:xfrm>
            <a:off x="2743977" y="537578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0FA1059-5EB0-37E3-9372-EF55C572C2A7}"/>
              </a:ext>
            </a:extLst>
          </p:cNvPr>
          <p:cNvSpPr/>
          <p:nvPr/>
        </p:nvSpPr>
        <p:spPr>
          <a:xfrm>
            <a:off x="3502273" y="5374340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C4B9547A-06C6-B855-067D-7421E7F1DA9B}"/>
              </a:ext>
            </a:extLst>
          </p:cNvPr>
          <p:cNvSpPr/>
          <p:nvPr/>
        </p:nvSpPr>
        <p:spPr>
          <a:xfrm>
            <a:off x="1217461" y="6633878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non évaluée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3198A92A-00D1-F32B-1ADE-3A5374E663C7}"/>
              </a:ext>
            </a:extLst>
          </p:cNvPr>
          <p:cNvSpPr/>
          <p:nvPr/>
        </p:nvSpPr>
        <p:spPr>
          <a:xfrm>
            <a:off x="1217461" y="7523785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évaluée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23468CE-6B90-8DC2-8B50-893B7BEC4704}"/>
              </a:ext>
            </a:extLst>
          </p:cNvPr>
          <p:cNvSpPr/>
          <p:nvPr/>
        </p:nvSpPr>
        <p:spPr>
          <a:xfrm>
            <a:off x="6885524" y="4152900"/>
            <a:ext cx="6489706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travaillées dans l’AMS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3E82B7BC-8A74-AE24-DB63-91CA69E19BE7}"/>
              </a:ext>
            </a:extLst>
          </p:cNvPr>
          <p:cNvSpPr/>
          <p:nvPr/>
        </p:nvSpPr>
        <p:spPr>
          <a:xfrm>
            <a:off x="6885524" y="5374339"/>
            <a:ext cx="684941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à choisir au début de l’AMS</a:t>
            </a:r>
          </a:p>
        </p:txBody>
      </p:sp>
      <p:sp>
        <p:nvSpPr>
          <p:cNvPr id="14" name="Freeform 118">
            <a:extLst>
              <a:ext uri="{FF2B5EF4-FFF2-40B4-BE49-F238E27FC236}">
                <a16:creationId xmlns:a16="http://schemas.microsoft.com/office/drawing/2014/main" id="{7E7E61CE-3C34-7DCD-0ED1-A5C26D251017}"/>
              </a:ext>
            </a:extLst>
          </p:cNvPr>
          <p:cNvSpPr/>
          <p:nvPr/>
        </p:nvSpPr>
        <p:spPr>
          <a:xfrm>
            <a:off x="6889857" y="8470161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CC4E1216-18AA-3F98-8E50-335F4C0120A3}"/>
              </a:ext>
            </a:extLst>
          </p:cNvPr>
          <p:cNvSpPr/>
          <p:nvPr/>
        </p:nvSpPr>
        <p:spPr>
          <a:xfrm>
            <a:off x="1217459" y="9303600"/>
            <a:ext cx="5487571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optionnelle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D24148EB-7232-C382-83FF-FC992C54670A}"/>
              </a:ext>
            </a:extLst>
          </p:cNvPr>
          <p:cNvSpPr/>
          <p:nvPr/>
        </p:nvSpPr>
        <p:spPr>
          <a:xfrm>
            <a:off x="4183813" y="416000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C4-2</a:t>
            </a:r>
            <a:endParaRPr lang="fr-FR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B1FE784-D587-DDA7-A3AE-7736E352DE99}"/>
              </a:ext>
            </a:extLst>
          </p:cNvPr>
          <p:cNvSpPr/>
          <p:nvPr/>
        </p:nvSpPr>
        <p:spPr>
          <a:xfrm>
            <a:off x="4183813" y="5381439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C4-2</a:t>
            </a:r>
            <a:endParaRPr lang="fr-FR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69B8359-DA1C-83BD-F32C-F89FDBA92340}"/>
              </a:ext>
            </a:extLst>
          </p:cNvPr>
          <p:cNvSpPr/>
          <p:nvPr/>
        </p:nvSpPr>
        <p:spPr>
          <a:xfrm>
            <a:off x="4829856" y="416709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C935BB48-3B5D-3F69-E8D2-78F7A8145E8D}"/>
              </a:ext>
            </a:extLst>
          </p:cNvPr>
          <p:cNvSpPr/>
          <p:nvPr/>
        </p:nvSpPr>
        <p:spPr>
          <a:xfrm>
            <a:off x="4829856" y="5388538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410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6F3F-389C-EF42-EE20-C93A43BAA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043BACEF-4590-BAEC-8402-430F18950721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COMPÉTENCES</a:t>
            </a:r>
          </a:p>
        </p:txBody>
      </p:sp>
      <p:sp>
        <p:nvSpPr>
          <p:cNvPr id="16" name="Freeform 119">
            <a:extLst>
              <a:ext uri="{FF2B5EF4-FFF2-40B4-BE49-F238E27FC236}">
                <a16:creationId xmlns:a16="http://schemas.microsoft.com/office/drawing/2014/main" id="{52EFAAD6-CB88-8C56-523F-C972FB2DBE71}"/>
              </a:ext>
            </a:extLst>
          </p:cNvPr>
          <p:cNvSpPr/>
          <p:nvPr/>
        </p:nvSpPr>
        <p:spPr>
          <a:xfrm>
            <a:off x="1296955" y="32385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C1 - Concevoir des produits manufacturés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C3E70761-33B4-149B-AE08-EF2913266CCA}"/>
              </a:ext>
            </a:extLst>
          </p:cNvPr>
          <p:cNvSpPr/>
          <p:nvPr/>
        </p:nvSpPr>
        <p:spPr>
          <a:xfrm>
            <a:off x="1295400" y="65913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C4 - 1 - Optimiser les procédés de fabrication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42260754-BBD6-1968-A164-4FDEC18DD63A}"/>
              </a:ext>
            </a:extLst>
          </p:cNvPr>
          <p:cNvSpPr/>
          <p:nvPr/>
        </p:nvSpPr>
        <p:spPr>
          <a:xfrm>
            <a:off x="6630955" y="3248608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C2 - Industrialiser des produits manufacturés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277A4D4A-E1DE-A69C-31D9-38652415BFA8}"/>
              </a:ext>
            </a:extLst>
          </p:cNvPr>
          <p:cNvSpPr/>
          <p:nvPr/>
        </p:nvSpPr>
        <p:spPr>
          <a:xfrm>
            <a:off x="6630954" y="65913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C4 - 2 - Concevoir des systèmes mécatroniques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CE120826-407C-00C1-F8AB-7562B1A0F6E8}"/>
              </a:ext>
            </a:extLst>
          </p:cNvPr>
          <p:cNvSpPr/>
          <p:nvPr/>
        </p:nvSpPr>
        <p:spPr>
          <a:xfrm>
            <a:off x="11964954" y="32385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C3 - Piloter les procédés de fabrication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6E10922B-F0DE-D2A8-9226-1FDA6BEFF0D5}"/>
              </a:ext>
            </a:extLst>
          </p:cNvPr>
          <p:cNvSpPr/>
          <p:nvPr/>
        </p:nvSpPr>
        <p:spPr>
          <a:xfrm>
            <a:off x="11964953" y="6581192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C4 - 3 - Concevoir des produits en matériaux composites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</p:spTree>
    <p:extLst>
      <p:ext uri="{BB962C8B-B14F-4D97-AF65-F5344CB8AC3E}">
        <p14:creationId xmlns:p14="http://schemas.microsoft.com/office/powerpoint/2010/main" val="1015950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ACDF-F7F3-E3A5-EA49-DBB4640FB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BD57DD1A-B2E0-C6A9-8DA7-320194D619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A41BE71-3279-679C-F159-01BEF143C3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8D62148-34D9-7B53-804E-2004F689C7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45538A11-71D4-C1B4-6840-6C009355D8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F50BA23A-81C9-E98D-4374-446CE2CBDB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D9848453-1C4D-1F6D-1DDF-9A02C2FDDA15}"/>
              </a:ext>
            </a:extLst>
          </p:cNvPr>
          <p:cNvSpPr>
            <a:spLocks/>
          </p:cNvSpPr>
          <p:nvPr/>
        </p:nvSpPr>
        <p:spPr>
          <a:xfrm>
            <a:off x="441380" y="1623493"/>
            <a:ext cx="17419438" cy="1195998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80214908-714E-1D11-41D1-217CBBECA63B}"/>
              </a:ext>
            </a:extLst>
          </p:cNvPr>
          <p:cNvSpPr>
            <a:spLocks/>
          </p:cNvSpPr>
          <p:nvPr/>
        </p:nvSpPr>
        <p:spPr>
          <a:xfrm>
            <a:off x="434281" y="3176972"/>
            <a:ext cx="17426537" cy="5121602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07EE84B-735D-9AAF-E93B-5AE3B55C9063}"/>
              </a:ext>
            </a:extLst>
          </p:cNvPr>
          <p:cNvSpPr>
            <a:spLocks/>
          </p:cNvSpPr>
          <p:nvPr/>
        </p:nvSpPr>
        <p:spPr>
          <a:xfrm>
            <a:off x="427182" y="8804460"/>
            <a:ext cx="17433636" cy="1173218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88DDC145-8B3D-45C5-13D2-FE2A57B227BF}"/>
              </a:ext>
            </a:extLst>
          </p:cNvPr>
          <p:cNvSpPr>
            <a:spLocks/>
          </p:cNvSpPr>
          <p:nvPr/>
        </p:nvSpPr>
        <p:spPr>
          <a:xfrm>
            <a:off x="771011" y="8417362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t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Stage</a:t>
            </a:r>
            <a:endParaRPr lang="fr-FR" dirty="0">
              <a:ea typeface="Calibri"/>
              <a:cs typeface="Calibri"/>
            </a:endParaRP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528C85AC-D911-F784-5D64-FC15D2C924AD}"/>
              </a:ext>
            </a:extLst>
          </p:cNvPr>
          <p:cNvSpPr>
            <a:spLocks/>
          </p:cNvSpPr>
          <p:nvPr/>
        </p:nvSpPr>
        <p:spPr>
          <a:xfrm>
            <a:off x="771011" y="2988318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t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19ABAAD2-03F8-5218-3DBE-B633C5CA00E4}"/>
              </a:ext>
            </a:extLst>
          </p:cNvPr>
          <p:cNvSpPr>
            <a:spLocks/>
          </p:cNvSpPr>
          <p:nvPr/>
        </p:nvSpPr>
        <p:spPr>
          <a:xfrm>
            <a:off x="771012" y="1364241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Projets</a:t>
            </a:r>
            <a:endParaRPr lang="fr-FR" b="1" dirty="0"/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6A84399E-F74B-332F-8F6D-188FE8A79215}"/>
              </a:ext>
            </a:extLst>
          </p:cNvPr>
          <p:cNvSpPr/>
          <p:nvPr/>
        </p:nvSpPr>
        <p:spPr>
          <a:xfrm>
            <a:off x="771222" y="2042629"/>
            <a:ext cx="381696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????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8539CE36-66D0-A059-EFC5-DEDE70B8DECC}"/>
              </a:ext>
            </a:extLst>
          </p:cNvPr>
          <p:cNvSpPr/>
          <p:nvPr/>
        </p:nvSpPr>
        <p:spPr>
          <a:xfrm>
            <a:off x="778942" y="3652786"/>
            <a:ext cx="3824095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CAO et prototypage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EA186CEA-EBDE-FD53-B631-FC9D84F9F912}"/>
              </a:ext>
            </a:extLst>
          </p:cNvPr>
          <p:cNvSpPr/>
          <p:nvPr/>
        </p:nvSpPr>
        <p:spPr>
          <a:xfrm>
            <a:off x="9172280" y="4707130"/>
            <a:ext cx="4403289" cy="4961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latin typeface="Calibri"/>
                <a:ea typeface="Calibri"/>
                <a:cs typeface="Calibri"/>
              </a:rPr>
              <a:t>Conception et technologies mécanique</a:t>
            </a:r>
            <a:endParaRPr lang="fr-FR" dirty="0"/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59F04523-5EDF-CA85-E2C8-BD34A1D63B2B}"/>
              </a:ext>
            </a:extLst>
          </p:cNvPr>
          <p:cNvSpPr/>
          <p:nvPr/>
        </p:nvSpPr>
        <p:spPr>
          <a:xfrm>
            <a:off x="9143882" y="3961244"/>
            <a:ext cx="4439469" cy="56202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latin typeface="Calibri"/>
                <a:ea typeface="Calibri"/>
                <a:cs typeface="Calibri"/>
              </a:rPr>
              <a:t>Mise en œuvre des métaux</a:t>
            </a:r>
            <a:endParaRPr lang="fr-FR" dirty="0"/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9018FF16-5C3D-770D-9A19-52619B7305B5}"/>
              </a:ext>
            </a:extLst>
          </p:cNvPr>
          <p:cNvSpPr/>
          <p:nvPr/>
        </p:nvSpPr>
        <p:spPr>
          <a:xfrm>
            <a:off x="9158080" y="6840259"/>
            <a:ext cx="4417487" cy="57665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Dimensionnement des structures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8DF5C6E7-8EA2-4C66-8FC7-AC5F454A989F}"/>
              </a:ext>
            </a:extLst>
          </p:cNvPr>
          <p:cNvSpPr/>
          <p:nvPr/>
        </p:nvSpPr>
        <p:spPr>
          <a:xfrm>
            <a:off x="9158081" y="6076554"/>
            <a:ext cx="4439468" cy="54825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Dynamique des mécanismes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C5F0D630-1B40-75B1-0A9E-B20D66327826}"/>
              </a:ext>
            </a:extLst>
          </p:cNvPr>
          <p:cNvSpPr/>
          <p:nvPr/>
        </p:nvSpPr>
        <p:spPr>
          <a:xfrm>
            <a:off x="9150981" y="5396126"/>
            <a:ext cx="4424587" cy="53156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Electronique</a:t>
            </a: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D1F7458B-B8F5-1CCF-449F-120FDBE9EF67}"/>
              </a:ext>
            </a:extLst>
          </p:cNvPr>
          <p:cNvSpPr/>
          <p:nvPr/>
        </p:nvSpPr>
        <p:spPr>
          <a:xfrm>
            <a:off x="9158081" y="7603963"/>
            <a:ext cx="4432123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Outils numériques pour l'ingénieur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589FF1F8-07A3-27B2-B1CA-412F1B36CE83}"/>
              </a:ext>
            </a:extLst>
          </p:cNvPr>
          <p:cNvSpPr/>
          <p:nvPr/>
        </p:nvSpPr>
        <p:spPr>
          <a:xfrm>
            <a:off x="9158082" y="9113673"/>
            <a:ext cx="2645698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ouvrier </a:t>
            </a:r>
            <a:r>
              <a:rPr lang="fr-FR" sz="2000" dirty="0">
                <a:ea typeface="Calibri"/>
                <a:cs typeface="Calibri"/>
              </a:rPr>
              <a:t>(Fi3)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BD111F8B-A1C4-7E4A-A185-008BEA03537D}"/>
              </a:ext>
            </a:extLst>
          </p:cNvPr>
          <p:cNvSpPr/>
          <p:nvPr/>
        </p:nvSpPr>
        <p:spPr>
          <a:xfrm>
            <a:off x="4810462" y="3697296"/>
            <a:ext cx="496901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392B5D5-2C7F-35A3-2262-43AEF3D5C500}"/>
              </a:ext>
            </a:extLst>
          </p:cNvPr>
          <p:cNvSpPr/>
          <p:nvPr/>
        </p:nvSpPr>
        <p:spPr>
          <a:xfrm>
            <a:off x="778942" y="5254540"/>
            <a:ext cx="3832026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Bilan carbone (DDRS)</a:t>
            </a:r>
            <a:endParaRPr lang="fr-FR" dirty="0" err="1"/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921D74FD-5807-C370-9217-4A86467D6E86}"/>
              </a:ext>
            </a:extLst>
          </p:cNvPr>
          <p:cNvSpPr/>
          <p:nvPr/>
        </p:nvSpPr>
        <p:spPr>
          <a:xfrm>
            <a:off x="771011" y="4453756"/>
            <a:ext cx="3832026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CE6703FC-1285-BD50-F841-000FD21604A6}"/>
              </a:ext>
            </a:extLst>
          </p:cNvPr>
          <p:cNvSpPr/>
          <p:nvPr/>
        </p:nvSpPr>
        <p:spPr>
          <a:xfrm>
            <a:off x="4817196" y="443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93C2915C-3FB0-E57F-5350-E0ADB6A1F8FA}"/>
              </a:ext>
            </a:extLst>
          </p:cNvPr>
          <p:cNvSpPr/>
          <p:nvPr/>
        </p:nvSpPr>
        <p:spPr>
          <a:xfrm>
            <a:off x="5396199" y="444132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0D07A047-4348-258B-1508-5795F1EEFDF5}"/>
              </a:ext>
            </a:extLst>
          </p:cNvPr>
          <p:cNvSpPr/>
          <p:nvPr/>
        </p:nvSpPr>
        <p:spPr>
          <a:xfrm>
            <a:off x="5380081" y="369729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C4-2</a:t>
            </a:r>
            <a:endParaRPr lang="fr-FR" dirty="0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5A02324F-B201-2A08-DB17-2AD4C8EDD7BE}"/>
              </a:ext>
            </a:extLst>
          </p:cNvPr>
          <p:cNvSpPr/>
          <p:nvPr/>
        </p:nvSpPr>
        <p:spPr>
          <a:xfrm>
            <a:off x="13762965" y="542369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A36866D9-9FD7-41C8-CED7-0DD76828454B}"/>
              </a:ext>
            </a:extLst>
          </p:cNvPr>
          <p:cNvSpPr/>
          <p:nvPr/>
        </p:nvSpPr>
        <p:spPr>
          <a:xfrm>
            <a:off x="13762965" y="609813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A0A19221-A4F5-B375-E536-62477D31B2D0}"/>
              </a:ext>
            </a:extLst>
          </p:cNvPr>
          <p:cNvSpPr/>
          <p:nvPr/>
        </p:nvSpPr>
        <p:spPr>
          <a:xfrm>
            <a:off x="13762965" y="689699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6A1FF58F-7E30-0CEA-9AF6-A341F1F4D78A}"/>
              </a:ext>
            </a:extLst>
          </p:cNvPr>
          <p:cNvSpPr/>
          <p:nvPr/>
        </p:nvSpPr>
        <p:spPr>
          <a:xfrm>
            <a:off x="13762965" y="760319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D3CBE07D-6207-39CC-9AFD-DC09A6AE88C5}"/>
              </a:ext>
            </a:extLst>
          </p:cNvPr>
          <p:cNvSpPr/>
          <p:nvPr/>
        </p:nvSpPr>
        <p:spPr>
          <a:xfrm>
            <a:off x="13762965" y="469955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86B1DE4B-BFD8-BEC5-B097-64C6F4ED66F3}"/>
              </a:ext>
            </a:extLst>
          </p:cNvPr>
          <p:cNvSpPr/>
          <p:nvPr/>
        </p:nvSpPr>
        <p:spPr>
          <a:xfrm>
            <a:off x="13762965" y="401530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7" name="Freeform 31">
            <a:extLst>
              <a:ext uri="{FF2B5EF4-FFF2-40B4-BE49-F238E27FC236}">
                <a16:creationId xmlns:a16="http://schemas.microsoft.com/office/drawing/2014/main" id="{FB28B816-C0F9-4359-E1D3-163BABDE0A6C}"/>
              </a:ext>
            </a:extLst>
          </p:cNvPr>
          <p:cNvSpPr/>
          <p:nvPr/>
        </p:nvSpPr>
        <p:spPr>
          <a:xfrm>
            <a:off x="9169787" y="3313417"/>
            <a:ext cx="440578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Plastic, composite et céramique</a:t>
            </a:r>
            <a:endParaRPr lang="fr-FR" dirty="0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A7EEF6FD-55A6-22F2-62B9-E211BEB448B0}"/>
              </a:ext>
            </a:extLst>
          </p:cNvPr>
          <p:cNvSpPr/>
          <p:nvPr/>
        </p:nvSpPr>
        <p:spPr>
          <a:xfrm>
            <a:off x="13762965" y="332937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05221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20E37-A5CB-D22B-7524-CB265EE9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82CF365F-A37B-45A1-03EE-F4D4512E36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E7A7F8E-8B1F-F01A-8882-1EFCE2FC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E6B54E8-C581-88C8-238F-96496998B4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9D53C310-F455-3FDC-BD98-6CD54CC8B6B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S7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AF02A07E-8B6F-96F1-83FE-CB353324A7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S8</a:t>
            </a:r>
            <a:endParaRPr lang="en-US" sz="4800" spc="-96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D7A1A26A-4767-3384-ED22-B3FD06A61689}"/>
              </a:ext>
            </a:extLst>
          </p:cNvPr>
          <p:cNvSpPr>
            <a:spLocks/>
          </p:cNvSpPr>
          <p:nvPr/>
        </p:nvSpPr>
        <p:spPr>
          <a:xfrm>
            <a:off x="427182" y="164479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24573D3D-CEEC-408B-7839-BFF6F3F2C5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605477"/>
            <a:ext cx="17433636" cy="4830407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ea typeface="+mn-lt"/>
              <a:cs typeface="+mn-lt"/>
            </a:endParaRPr>
          </a:p>
          <a:p>
            <a:endParaRPr lang="fr-FR" dirty="0">
              <a:ea typeface="+mn-lt"/>
              <a:cs typeface="+mn-lt"/>
            </a:endParaRPr>
          </a:p>
          <a:p>
            <a:endParaRPr lang="fr-FR" dirty="0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A87C1FC-41A5-76B0-DD37-A7C8DCDAF3CD}"/>
              </a:ext>
            </a:extLst>
          </p:cNvPr>
          <p:cNvSpPr>
            <a:spLocks/>
          </p:cNvSpPr>
          <p:nvPr/>
        </p:nvSpPr>
        <p:spPr>
          <a:xfrm>
            <a:off x="427182" y="8752740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5BE24AD3-2114-6AD0-6B3D-543C4162FC00}"/>
              </a:ext>
            </a:extLst>
          </p:cNvPr>
          <p:cNvSpPr>
            <a:spLocks/>
          </p:cNvSpPr>
          <p:nvPr/>
        </p:nvSpPr>
        <p:spPr>
          <a:xfrm>
            <a:off x="774582" y="8464917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4DE60CCC-27FA-8D43-430E-A86678DCCDBD}"/>
              </a:ext>
            </a:extLst>
          </p:cNvPr>
          <p:cNvSpPr>
            <a:spLocks/>
          </p:cNvSpPr>
          <p:nvPr/>
        </p:nvSpPr>
        <p:spPr>
          <a:xfrm>
            <a:off x="774581" y="3494762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90707DEB-7868-DB96-CC26-21B2DA6A85B2}"/>
              </a:ext>
            </a:extLst>
          </p:cNvPr>
          <p:cNvSpPr>
            <a:spLocks/>
          </p:cNvSpPr>
          <p:nvPr/>
        </p:nvSpPr>
        <p:spPr>
          <a:xfrm>
            <a:off x="774582" y="1368347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1926ABB0-7BCE-5BC9-FDD5-7CE1469F28B1}"/>
              </a:ext>
            </a:extLst>
          </p:cNvPr>
          <p:cNvSpPr/>
          <p:nvPr/>
        </p:nvSpPr>
        <p:spPr>
          <a:xfrm>
            <a:off x="9144000" y="9100891"/>
            <a:ext cx="3970274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assistant ingénieur (Fi4)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1BC9DC02-5C29-6848-539A-8C5485C06AD7}"/>
              </a:ext>
            </a:extLst>
          </p:cNvPr>
          <p:cNvSpPr/>
          <p:nvPr/>
        </p:nvSpPr>
        <p:spPr>
          <a:xfrm>
            <a:off x="715797" y="4345875"/>
            <a:ext cx="3296676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Chimie macromoléculaire I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E76F12D5-9BCD-AC13-47D2-583D3AB1E44B}"/>
              </a:ext>
            </a:extLst>
          </p:cNvPr>
          <p:cNvSpPr/>
          <p:nvPr/>
        </p:nvSpPr>
        <p:spPr>
          <a:xfrm>
            <a:off x="4807202" y="440659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20B6CD9B-D076-DE01-7264-0E7355BE866E}"/>
              </a:ext>
            </a:extLst>
          </p:cNvPr>
          <p:cNvSpPr/>
          <p:nvPr/>
        </p:nvSpPr>
        <p:spPr>
          <a:xfrm>
            <a:off x="715797" y="5355092"/>
            <a:ext cx="3298580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Éléments finis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D2336464-CEB2-2DE8-55C6-0CA4207C358E}"/>
              </a:ext>
            </a:extLst>
          </p:cNvPr>
          <p:cNvSpPr/>
          <p:nvPr/>
        </p:nvSpPr>
        <p:spPr>
          <a:xfrm>
            <a:off x="4265612" y="531528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3CEDAEE9-6557-DF16-A8CB-A9E77DBA34D0}"/>
              </a:ext>
            </a:extLst>
          </p:cNvPr>
          <p:cNvSpPr/>
          <p:nvPr/>
        </p:nvSpPr>
        <p:spPr>
          <a:xfrm>
            <a:off x="715796" y="2098739"/>
            <a:ext cx="328821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Outils Bureau d’études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21B356B-785B-70BA-8B08-17218EE8970E}"/>
              </a:ext>
            </a:extLst>
          </p:cNvPr>
          <p:cNvSpPr/>
          <p:nvPr/>
        </p:nvSpPr>
        <p:spPr>
          <a:xfrm>
            <a:off x="4161744" y="211555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55833B1A-6F3A-E3A2-2AD0-4013485E62A5}"/>
              </a:ext>
            </a:extLst>
          </p:cNvPr>
          <p:cNvSpPr/>
          <p:nvPr/>
        </p:nvSpPr>
        <p:spPr>
          <a:xfrm>
            <a:off x="715797" y="6363497"/>
            <a:ext cx="333725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Intro. à la gestion industrielle 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9753CD85-D4DB-0915-C74E-BC30BB87668C}"/>
              </a:ext>
            </a:extLst>
          </p:cNvPr>
          <p:cNvSpPr/>
          <p:nvPr/>
        </p:nvSpPr>
        <p:spPr>
          <a:xfrm>
            <a:off x="4292281" y="6378661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DB2A17C9-3E11-5601-B83E-C852F572FB5A}"/>
              </a:ext>
            </a:extLst>
          </p:cNvPr>
          <p:cNvSpPr/>
          <p:nvPr/>
        </p:nvSpPr>
        <p:spPr>
          <a:xfrm>
            <a:off x="682219" y="7351074"/>
            <a:ext cx="3368276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Rhéologie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9FD39EB-BF82-5C9B-9FA0-006E9ED5FE55}"/>
              </a:ext>
            </a:extLst>
          </p:cNvPr>
          <p:cNvSpPr/>
          <p:nvPr/>
        </p:nvSpPr>
        <p:spPr>
          <a:xfrm>
            <a:off x="4291205" y="73459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52F60C6C-C9FB-DCE3-8C4D-0D27BAEA25CE}"/>
              </a:ext>
            </a:extLst>
          </p:cNvPr>
          <p:cNvSpPr/>
          <p:nvPr/>
        </p:nvSpPr>
        <p:spPr>
          <a:xfrm>
            <a:off x="4838828" y="736097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C2C8A50C-BC03-852D-6B7F-D6C92F9743FC}"/>
              </a:ext>
            </a:extLst>
          </p:cNvPr>
          <p:cNvSpPr/>
          <p:nvPr/>
        </p:nvSpPr>
        <p:spPr>
          <a:xfrm>
            <a:off x="9181209" y="3853704"/>
            <a:ext cx="393306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Fabrication composite I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774F8B5C-18FB-CED0-A0A4-B0D2DE169B89}"/>
              </a:ext>
            </a:extLst>
          </p:cNvPr>
          <p:cNvSpPr/>
          <p:nvPr/>
        </p:nvSpPr>
        <p:spPr>
          <a:xfrm>
            <a:off x="13307542" y="38873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9FB94E0A-69CF-D6D0-6F2F-6D0136151EA0}"/>
              </a:ext>
            </a:extLst>
          </p:cNvPr>
          <p:cNvSpPr/>
          <p:nvPr/>
        </p:nvSpPr>
        <p:spPr>
          <a:xfrm>
            <a:off x="13855171" y="388439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7E09014D-1F28-98BC-AA51-B98629DEF62D}"/>
              </a:ext>
            </a:extLst>
          </p:cNvPr>
          <p:cNvSpPr/>
          <p:nvPr/>
        </p:nvSpPr>
        <p:spPr>
          <a:xfrm>
            <a:off x="9181211" y="4733244"/>
            <a:ext cx="391405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Propriété des matériaux polymères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A60282B3-7135-8C38-97EB-3FD55A4D22AB}"/>
              </a:ext>
            </a:extLst>
          </p:cNvPr>
          <p:cNvSpPr/>
          <p:nvPr/>
        </p:nvSpPr>
        <p:spPr>
          <a:xfrm>
            <a:off x="13335877" y="476297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27" name="Freeform 31">
            <a:extLst>
              <a:ext uri="{FF2B5EF4-FFF2-40B4-BE49-F238E27FC236}">
                <a16:creationId xmlns:a16="http://schemas.microsoft.com/office/drawing/2014/main" id="{E94D4C36-D9B2-96AF-E98D-3FDF2818016F}"/>
              </a:ext>
            </a:extLst>
          </p:cNvPr>
          <p:cNvSpPr/>
          <p:nvPr/>
        </p:nvSpPr>
        <p:spPr>
          <a:xfrm>
            <a:off x="9171603" y="5519951"/>
            <a:ext cx="394267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Qualité en production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BE11A499-91F3-6243-CF14-6AEF065FE78F}"/>
              </a:ext>
            </a:extLst>
          </p:cNvPr>
          <p:cNvSpPr/>
          <p:nvPr/>
        </p:nvSpPr>
        <p:spPr>
          <a:xfrm>
            <a:off x="13335682" y="5574791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0" name="Freeform 31">
            <a:extLst>
              <a:ext uri="{FF2B5EF4-FFF2-40B4-BE49-F238E27FC236}">
                <a16:creationId xmlns:a16="http://schemas.microsoft.com/office/drawing/2014/main" id="{C1C042CF-F109-0A22-8054-D1C15501FD29}"/>
              </a:ext>
            </a:extLst>
          </p:cNvPr>
          <p:cNvSpPr/>
          <p:nvPr/>
        </p:nvSpPr>
        <p:spPr>
          <a:xfrm>
            <a:off x="9160245" y="6370037"/>
            <a:ext cx="4002807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Calcul de structure dynamique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F854B30F-5FD8-4679-81A2-F5009B1024CF}"/>
              </a:ext>
            </a:extLst>
          </p:cNvPr>
          <p:cNvSpPr/>
          <p:nvPr/>
        </p:nvSpPr>
        <p:spPr>
          <a:xfrm>
            <a:off x="13317946" y="640284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699C3D16-5A52-87A5-DD98-F31D12762A71}"/>
              </a:ext>
            </a:extLst>
          </p:cNvPr>
          <p:cNvSpPr/>
          <p:nvPr/>
        </p:nvSpPr>
        <p:spPr>
          <a:xfrm>
            <a:off x="9179256" y="7345988"/>
            <a:ext cx="3983796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Gestion du cycle de vie des produits 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74877470-A36E-B718-BC8C-9954C267435E}"/>
              </a:ext>
            </a:extLst>
          </p:cNvPr>
          <p:cNvSpPr/>
          <p:nvPr/>
        </p:nvSpPr>
        <p:spPr>
          <a:xfrm>
            <a:off x="13312099" y="736311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661907A1-715C-D855-6091-63918D873B47}"/>
              </a:ext>
            </a:extLst>
          </p:cNvPr>
          <p:cNvSpPr/>
          <p:nvPr/>
        </p:nvSpPr>
        <p:spPr>
          <a:xfrm>
            <a:off x="13855832" y="736421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35" name="Freeform 31">
            <a:extLst>
              <a:ext uri="{FF2B5EF4-FFF2-40B4-BE49-F238E27FC236}">
                <a16:creationId xmlns:a16="http://schemas.microsoft.com/office/drawing/2014/main" id="{53A1ED0E-7C1E-5419-C160-F8BCE3409046}"/>
              </a:ext>
            </a:extLst>
          </p:cNvPr>
          <p:cNvSpPr/>
          <p:nvPr/>
        </p:nvSpPr>
        <p:spPr>
          <a:xfrm>
            <a:off x="9143999" y="2108397"/>
            <a:ext cx="3951266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C7A1D950-2790-50E9-00FE-406A1D83B1CF}"/>
              </a:ext>
            </a:extLst>
          </p:cNvPr>
          <p:cNvSpPr/>
          <p:nvPr/>
        </p:nvSpPr>
        <p:spPr>
          <a:xfrm>
            <a:off x="13309170" y="210839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2DA37F05-96B1-831F-C65B-21DB4650199C}"/>
              </a:ext>
            </a:extLst>
          </p:cNvPr>
          <p:cNvSpPr/>
          <p:nvPr/>
        </p:nvSpPr>
        <p:spPr>
          <a:xfrm>
            <a:off x="13891690" y="211555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AD720F2B-F552-9B8E-9BE9-F87E38FCB0DE}"/>
              </a:ext>
            </a:extLst>
          </p:cNvPr>
          <p:cNvSpPr/>
          <p:nvPr/>
        </p:nvSpPr>
        <p:spPr>
          <a:xfrm>
            <a:off x="4252407" y="439563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00AF1F46-E287-46DD-C0CE-E15642F856AF}"/>
              </a:ext>
            </a:extLst>
          </p:cNvPr>
          <p:cNvSpPr/>
          <p:nvPr/>
        </p:nvSpPr>
        <p:spPr>
          <a:xfrm>
            <a:off x="13343178" y="9121579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8DFE9BAA-E6F4-F6C2-4EBB-D5651F4D12FF}"/>
              </a:ext>
            </a:extLst>
          </p:cNvPr>
          <p:cNvSpPr/>
          <p:nvPr/>
        </p:nvSpPr>
        <p:spPr>
          <a:xfrm>
            <a:off x="13904252" y="9143898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9E1C430A-CD39-75ED-B490-414201210F65}"/>
              </a:ext>
            </a:extLst>
          </p:cNvPr>
          <p:cNvSpPr/>
          <p:nvPr/>
        </p:nvSpPr>
        <p:spPr>
          <a:xfrm>
            <a:off x="14487736" y="914095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ED276A7F-6BD9-C3EE-EE41-7016EB8C0B97}"/>
              </a:ext>
            </a:extLst>
          </p:cNvPr>
          <p:cNvSpPr/>
          <p:nvPr/>
        </p:nvSpPr>
        <p:spPr>
          <a:xfrm>
            <a:off x="15066971" y="9146607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7895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122AB-4FAB-DB84-038E-2B7FF053D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ABD3C338-A1A5-06BC-C373-72359C01D2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A7102F31-0B0F-67EA-64A1-C1D3555E7E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9E1A803E-47D8-703D-D240-7B02B882D6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EF690A8-A9B2-455D-D16D-7E0FAB091F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0ECE9EBD-DBD2-974F-B048-191DDCDE180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1553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Calibri"/>
                <a:cs typeface="Calibri"/>
                <a:sym typeface="Downtempo"/>
              </a:rPr>
              <a:t>S9</a:t>
            </a:r>
            <a:endParaRPr lang="en-US" sz="4800" spc="-96" dirty="0">
              <a:solidFill>
                <a:srgbClr val="000000"/>
              </a:solidFill>
              <a:latin typeface="Calibri"/>
              <a:ea typeface="Calibri"/>
              <a:cs typeface="Calibri"/>
              <a:sym typeface="Downtempo"/>
            </a:endParaRPr>
          </a:p>
          <a:p>
            <a:pPr algn="ctr">
              <a:lnSpc>
                <a:spcPts val="6240"/>
              </a:lnSpc>
            </a:pP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486B202B-5E1F-E2CB-B1ED-57D8DE0338F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1553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S10</a:t>
            </a:r>
            <a:endParaRPr lang="en-US" sz="4800" spc="-96" dirty="0">
              <a:solidFill>
                <a:srgbClr val="000000"/>
              </a:solidFill>
              <a:latin typeface="Calibri"/>
              <a:ea typeface="Calibri"/>
              <a:cs typeface="Calibri"/>
              <a:sym typeface="Downtempo"/>
            </a:endParaRPr>
          </a:p>
          <a:p>
            <a:pPr algn="ctr">
              <a:lnSpc>
                <a:spcPts val="6240"/>
              </a:lnSpc>
            </a:pP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2DA7E6EA-8CB0-9B95-9B8F-CB3A834A1163}"/>
              </a:ext>
            </a:extLst>
          </p:cNvPr>
          <p:cNvSpPr>
            <a:spLocks/>
          </p:cNvSpPr>
          <p:nvPr/>
        </p:nvSpPr>
        <p:spPr>
          <a:xfrm>
            <a:off x="427182" y="1644791"/>
            <a:ext cx="17433636" cy="1974586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4E5A3ADE-A45E-EC29-37EA-A9591D51C150}"/>
              </a:ext>
            </a:extLst>
          </p:cNvPr>
          <p:cNvSpPr>
            <a:spLocks/>
          </p:cNvSpPr>
          <p:nvPr/>
        </p:nvSpPr>
        <p:spPr>
          <a:xfrm>
            <a:off x="427182" y="4181926"/>
            <a:ext cx="17433636" cy="4262468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7DEAEEC1-160A-169D-8034-C71728AE8FAB}"/>
              </a:ext>
            </a:extLst>
          </p:cNvPr>
          <p:cNvSpPr>
            <a:spLocks/>
          </p:cNvSpPr>
          <p:nvPr/>
        </p:nvSpPr>
        <p:spPr>
          <a:xfrm>
            <a:off x="917085" y="3893417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5D2E956B-68D5-4677-C628-A38EE21C2B31}"/>
              </a:ext>
            </a:extLst>
          </p:cNvPr>
          <p:cNvSpPr>
            <a:spLocks/>
          </p:cNvSpPr>
          <p:nvPr/>
        </p:nvSpPr>
        <p:spPr>
          <a:xfrm>
            <a:off x="771147" y="8550299"/>
            <a:ext cx="2505608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1CFF240B-EFC1-02BC-893A-507BC3E4BBF0}"/>
              </a:ext>
            </a:extLst>
          </p:cNvPr>
          <p:cNvSpPr>
            <a:spLocks/>
          </p:cNvSpPr>
          <p:nvPr/>
        </p:nvSpPr>
        <p:spPr>
          <a:xfrm>
            <a:off x="900584" y="1389513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FD643A41-3225-D351-8E5F-88CCE86358C8}"/>
              </a:ext>
            </a:extLst>
          </p:cNvPr>
          <p:cNvSpPr/>
          <p:nvPr/>
        </p:nvSpPr>
        <p:spPr>
          <a:xfrm>
            <a:off x="9264888" y="9071691"/>
            <a:ext cx="2926492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ingénieur (Fi5)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E443F2A4-19F9-D779-DE82-6C362C25EAA5}"/>
              </a:ext>
            </a:extLst>
          </p:cNvPr>
          <p:cNvSpPr/>
          <p:nvPr/>
        </p:nvSpPr>
        <p:spPr>
          <a:xfrm>
            <a:off x="900584" y="2192123"/>
            <a:ext cx="439007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recherche &amp; développement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198F663-C6B3-2D21-4DD4-6112EE845A57}"/>
              </a:ext>
            </a:extLst>
          </p:cNvPr>
          <p:cNvSpPr/>
          <p:nvPr/>
        </p:nvSpPr>
        <p:spPr>
          <a:xfrm>
            <a:off x="5433104" y="2210588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E833D25-B5E3-BA2F-79AE-2A84838DB179}"/>
              </a:ext>
            </a:extLst>
          </p:cNvPr>
          <p:cNvSpPr/>
          <p:nvPr/>
        </p:nvSpPr>
        <p:spPr>
          <a:xfrm>
            <a:off x="5976249" y="2214978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50243D7-6CCA-6F0E-63CD-432A362CA9A8}"/>
              </a:ext>
            </a:extLst>
          </p:cNvPr>
          <p:cNvSpPr/>
          <p:nvPr/>
        </p:nvSpPr>
        <p:spPr>
          <a:xfrm>
            <a:off x="6529141" y="2210588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1DF3D33B-79A5-E3C9-5D60-4098B6EB3469}"/>
              </a:ext>
            </a:extLst>
          </p:cNvPr>
          <p:cNvSpPr/>
          <p:nvPr/>
        </p:nvSpPr>
        <p:spPr>
          <a:xfrm>
            <a:off x="900583" y="6228806"/>
            <a:ext cx="439000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Comportements non linéaires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DB2D37FF-1FD8-C9DD-189D-793B54F0DE62}"/>
              </a:ext>
            </a:extLst>
          </p:cNvPr>
          <p:cNvSpPr/>
          <p:nvPr/>
        </p:nvSpPr>
        <p:spPr>
          <a:xfrm>
            <a:off x="900583" y="4783894"/>
            <a:ext cx="439237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Mécanique des structures composites II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5F508F60-FA4C-3964-929F-6BB8FBE9B507}"/>
              </a:ext>
            </a:extLst>
          </p:cNvPr>
          <p:cNvSpPr/>
          <p:nvPr/>
        </p:nvSpPr>
        <p:spPr>
          <a:xfrm>
            <a:off x="898213" y="5503941"/>
            <a:ext cx="439237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Conception et calculs composites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E26240E3-72FD-4CD3-15AB-4FA7B583A88C}"/>
              </a:ext>
            </a:extLst>
          </p:cNvPr>
          <p:cNvSpPr/>
          <p:nvPr/>
        </p:nvSpPr>
        <p:spPr>
          <a:xfrm>
            <a:off x="917085" y="7741707"/>
            <a:ext cx="439000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Fabrication composite II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F405DECE-6D06-D536-02BE-6175BF4F564C}"/>
              </a:ext>
            </a:extLst>
          </p:cNvPr>
          <p:cNvSpPr/>
          <p:nvPr/>
        </p:nvSpPr>
        <p:spPr>
          <a:xfrm>
            <a:off x="5463470" y="706573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D7EF28B8-4529-A655-ACA9-ABDF30AACB9F}"/>
              </a:ext>
            </a:extLst>
          </p:cNvPr>
          <p:cNvSpPr/>
          <p:nvPr/>
        </p:nvSpPr>
        <p:spPr>
          <a:xfrm>
            <a:off x="6016017" y="77732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1A2AB472-2700-C737-CBB3-9265760FAFCF}"/>
              </a:ext>
            </a:extLst>
          </p:cNvPr>
          <p:cNvSpPr/>
          <p:nvPr/>
        </p:nvSpPr>
        <p:spPr>
          <a:xfrm>
            <a:off x="898213" y="7018723"/>
            <a:ext cx="439000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Chimie macromoléculaire II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557BD2C-CEF9-1450-B44E-E4BB38731EDA}"/>
              </a:ext>
            </a:extLst>
          </p:cNvPr>
          <p:cNvSpPr/>
          <p:nvPr/>
        </p:nvSpPr>
        <p:spPr>
          <a:xfrm>
            <a:off x="5467978" y="773938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7D1898C9-5ADF-EBB7-A10F-B69C7A7284DD}"/>
              </a:ext>
            </a:extLst>
          </p:cNvPr>
          <p:cNvSpPr/>
          <p:nvPr/>
        </p:nvSpPr>
        <p:spPr>
          <a:xfrm>
            <a:off x="6010140" y="706573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0E5ED43A-B215-C441-21AE-78D271B386C6}"/>
              </a:ext>
            </a:extLst>
          </p:cNvPr>
          <p:cNvSpPr/>
          <p:nvPr/>
        </p:nvSpPr>
        <p:spPr>
          <a:xfrm>
            <a:off x="5454746" y="627661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93610F95-A728-40D4-7E8F-0C5CDCB0679E}"/>
              </a:ext>
            </a:extLst>
          </p:cNvPr>
          <p:cNvSpPr/>
          <p:nvPr/>
        </p:nvSpPr>
        <p:spPr>
          <a:xfrm>
            <a:off x="5454746" y="554376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5FD7E08A-FCAF-1904-321C-FC2E4B623618}"/>
              </a:ext>
            </a:extLst>
          </p:cNvPr>
          <p:cNvSpPr/>
          <p:nvPr/>
        </p:nvSpPr>
        <p:spPr>
          <a:xfrm>
            <a:off x="5454746" y="4820732"/>
            <a:ext cx="504000" cy="464941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42" name="Freeform 31">
            <a:extLst>
              <a:ext uri="{FF2B5EF4-FFF2-40B4-BE49-F238E27FC236}">
                <a16:creationId xmlns:a16="http://schemas.microsoft.com/office/drawing/2014/main" id="{7387E295-DC09-80F8-8DC2-E07FA0B1C883}"/>
              </a:ext>
            </a:extLst>
          </p:cNvPr>
          <p:cNvSpPr/>
          <p:nvPr/>
        </p:nvSpPr>
        <p:spPr>
          <a:xfrm>
            <a:off x="900584" y="2882462"/>
            <a:ext cx="439007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conception composite 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E617DAE9-4AB5-1306-D16F-B931D8D87C9E}"/>
              </a:ext>
            </a:extLst>
          </p:cNvPr>
          <p:cNvSpPr/>
          <p:nvPr/>
        </p:nvSpPr>
        <p:spPr>
          <a:xfrm>
            <a:off x="5435450" y="288052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DC1E4DD0-1C57-9DB5-48BA-90BAB0C40EB7}"/>
              </a:ext>
            </a:extLst>
          </p:cNvPr>
          <p:cNvSpPr/>
          <p:nvPr/>
        </p:nvSpPr>
        <p:spPr>
          <a:xfrm>
            <a:off x="12357070" y="910365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7EAF832-8B09-A618-6FC4-13549AB2F958}"/>
              </a:ext>
            </a:extLst>
          </p:cNvPr>
          <p:cNvSpPr/>
          <p:nvPr/>
        </p:nvSpPr>
        <p:spPr>
          <a:xfrm>
            <a:off x="12918144" y="9125969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94373CA4-3B7C-68E5-ECA0-B00397F4FA13}"/>
              </a:ext>
            </a:extLst>
          </p:cNvPr>
          <p:cNvSpPr/>
          <p:nvPr/>
        </p:nvSpPr>
        <p:spPr>
          <a:xfrm>
            <a:off x="13501628" y="9123024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581312C-956D-64D3-2791-2CB63725C282}"/>
              </a:ext>
            </a:extLst>
          </p:cNvPr>
          <p:cNvSpPr/>
          <p:nvPr/>
        </p:nvSpPr>
        <p:spPr>
          <a:xfrm>
            <a:off x="14080863" y="9128678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5644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1ACD8479-A752-5998-837F-E46B3B7B9A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3" name="Freeform 8">
            <a:extLst>
              <a:ext uri="{FF2B5EF4-FFF2-40B4-BE49-F238E27FC236}">
                <a16:creationId xmlns:a16="http://schemas.microsoft.com/office/drawing/2014/main" id="{E0A6F864-C4D7-10E3-C7BA-02459AF66D5B}"/>
              </a:ext>
            </a:extLst>
          </p:cNvPr>
          <p:cNvSpPr>
            <a:spLocks/>
          </p:cNvSpPr>
          <p:nvPr/>
        </p:nvSpPr>
        <p:spPr>
          <a:xfrm>
            <a:off x="198111" y="8183070"/>
            <a:ext cx="17835899" cy="1906325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F22B95-F381-AC17-9672-C791D69BB0A7}"/>
              </a:ext>
            </a:extLst>
          </p:cNvPr>
          <p:cNvSpPr>
            <a:spLocks/>
          </p:cNvSpPr>
          <p:nvPr/>
        </p:nvSpPr>
        <p:spPr>
          <a:xfrm>
            <a:off x="198111" y="2051427"/>
            <a:ext cx="17835899" cy="3273608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782958" y="7473380"/>
            <a:ext cx="15923220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C240A31D-8072-6757-52B2-09FB6A0F0ABD}"/>
              </a:ext>
            </a:extLst>
          </p:cNvPr>
          <p:cNvSpPr>
            <a:spLocks/>
          </p:cNvSpPr>
          <p:nvPr/>
        </p:nvSpPr>
        <p:spPr>
          <a:xfrm>
            <a:off x="407199" y="7885621"/>
            <a:ext cx="24778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0CEA72B-D696-8FF0-A29B-18B7B3331463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37" name="Freeform 31">
            <a:extLst>
              <a:ext uri="{FF2B5EF4-FFF2-40B4-BE49-F238E27FC236}">
                <a16:creationId xmlns:a16="http://schemas.microsoft.com/office/drawing/2014/main" id="{3FFFF1E2-B3A4-078E-6787-F14326E9E0DA}"/>
              </a:ext>
            </a:extLst>
          </p:cNvPr>
          <p:cNvSpPr/>
          <p:nvPr/>
        </p:nvSpPr>
        <p:spPr>
          <a:xfrm>
            <a:off x="6409619" y="2431634"/>
            <a:ext cx="267372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Outils bureau d’études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B682E9BE-925C-0D57-8565-4546222974C7}"/>
              </a:ext>
            </a:extLst>
          </p:cNvPr>
          <p:cNvSpPr/>
          <p:nvPr/>
        </p:nvSpPr>
        <p:spPr>
          <a:xfrm>
            <a:off x="6463722" y="30068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ED21C6A5-2575-1440-8D4F-93225F6A5D9C}"/>
              </a:ext>
            </a:extLst>
          </p:cNvPr>
          <p:cNvSpPr/>
          <p:nvPr/>
        </p:nvSpPr>
        <p:spPr>
          <a:xfrm>
            <a:off x="3510732" y="8555382"/>
            <a:ext cx="2529876" cy="7320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Outils numériques pour l'ingénieur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FE69D353-C8F7-4165-28AE-05CC0434FFFE}"/>
              </a:ext>
            </a:extLst>
          </p:cNvPr>
          <p:cNvSpPr/>
          <p:nvPr/>
        </p:nvSpPr>
        <p:spPr>
          <a:xfrm>
            <a:off x="3597000" y="932441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55558942-A070-A40D-161C-67EAC94C74AF}"/>
              </a:ext>
            </a:extLst>
          </p:cNvPr>
          <p:cNvSpPr>
            <a:spLocks/>
          </p:cNvSpPr>
          <p:nvPr/>
        </p:nvSpPr>
        <p:spPr>
          <a:xfrm>
            <a:off x="187673" y="5622096"/>
            <a:ext cx="17835899" cy="2000958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4" name="Freeform 25">
            <a:extLst>
              <a:ext uri="{FF2B5EF4-FFF2-40B4-BE49-F238E27FC236}">
                <a16:creationId xmlns:a16="http://schemas.microsoft.com/office/drawing/2014/main" id="{C8566721-D6A8-1A70-5F48-1E90B0D74139}"/>
              </a:ext>
            </a:extLst>
          </p:cNvPr>
          <p:cNvSpPr>
            <a:spLocks/>
          </p:cNvSpPr>
          <p:nvPr/>
        </p:nvSpPr>
        <p:spPr>
          <a:xfrm>
            <a:off x="430570" y="5493007"/>
            <a:ext cx="24778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Stages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FD289CED-D6FF-12CC-3C5E-C3A52580CF51}"/>
              </a:ext>
            </a:extLst>
          </p:cNvPr>
          <p:cNvSpPr/>
          <p:nvPr/>
        </p:nvSpPr>
        <p:spPr>
          <a:xfrm>
            <a:off x="9396202" y="2431634"/>
            <a:ext cx="261705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8BFE62D-3F7D-B03B-A111-66ECB66E5406}"/>
              </a:ext>
            </a:extLst>
          </p:cNvPr>
          <p:cNvSpPr/>
          <p:nvPr/>
        </p:nvSpPr>
        <p:spPr>
          <a:xfrm>
            <a:off x="9473473" y="300537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8608985-48DC-B7E6-747F-98D362991E11}"/>
              </a:ext>
            </a:extLst>
          </p:cNvPr>
          <p:cNvSpPr/>
          <p:nvPr/>
        </p:nvSpPr>
        <p:spPr>
          <a:xfrm>
            <a:off x="10055993" y="301253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F8A858C-F7FE-D207-F4F4-F927628FB070}"/>
              </a:ext>
            </a:extLst>
          </p:cNvPr>
          <p:cNvSpPr/>
          <p:nvPr/>
        </p:nvSpPr>
        <p:spPr>
          <a:xfrm>
            <a:off x="12340969" y="2431634"/>
            <a:ext cx="2538062" cy="91086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recherche &amp; développement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21899B7-E2BB-2336-3BEF-2D4BCC3521C5}"/>
              </a:ext>
            </a:extLst>
          </p:cNvPr>
          <p:cNvSpPr/>
          <p:nvPr/>
        </p:nvSpPr>
        <p:spPr>
          <a:xfrm>
            <a:off x="12409066" y="338242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BC7F8770-3D31-D89D-2268-4CCF273B380E}"/>
              </a:ext>
            </a:extLst>
          </p:cNvPr>
          <p:cNvSpPr/>
          <p:nvPr/>
        </p:nvSpPr>
        <p:spPr>
          <a:xfrm>
            <a:off x="12952211" y="338681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00440D5-D181-14E9-5111-3FECDA2BD603}"/>
              </a:ext>
            </a:extLst>
          </p:cNvPr>
          <p:cNvSpPr/>
          <p:nvPr/>
        </p:nvSpPr>
        <p:spPr>
          <a:xfrm>
            <a:off x="13505103" y="3382423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C4-2</a:t>
            </a:r>
            <a:endParaRPr lang="fr-FR" dirty="0"/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DF41D2F2-E7F4-FB5A-38D0-AFDF3EBCD8F0}"/>
              </a:ext>
            </a:extLst>
          </p:cNvPr>
          <p:cNvSpPr/>
          <p:nvPr/>
        </p:nvSpPr>
        <p:spPr>
          <a:xfrm>
            <a:off x="12340969" y="4034187"/>
            <a:ext cx="2538062" cy="68208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conception composite 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98E2F10-EEE5-A258-E237-4E832FBFEEE5}"/>
              </a:ext>
            </a:extLst>
          </p:cNvPr>
          <p:cNvSpPr/>
          <p:nvPr/>
        </p:nvSpPr>
        <p:spPr>
          <a:xfrm>
            <a:off x="12393494" y="474942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65C96FAC-C1FE-C3B9-2530-0FEEDF8F0688}"/>
              </a:ext>
            </a:extLst>
          </p:cNvPr>
          <p:cNvSpPr/>
          <p:nvPr/>
        </p:nvSpPr>
        <p:spPr>
          <a:xfrm>
            <a:off x="3402663" y="5911610"/>
            <a:ext cx="2645698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ouvrier </a:t>
            </a:r>
            <a:r>
              <a:rPr lang="fr-FR" sz="2000" dirty="0">
                <a:ea typeface="Calibri"/>
                <a:cs typeface="Calibri"/>
              </a:rPr>
              <a:t>(Fi3)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E40F10B4-3DBF-BDE7-F3C2-3655804D5826}"/>
              </a:ext>
            </a:extLst>
          </p:cNvPr>
          <p:cNvSpPr/>
          <p:nvPr/>
        </p:nvSpPr>
        <p:spPr>
          <a:xfrm>
            <a:off x="9359913" y="5910298"/>
            <a:ext cx="2635412" cy="80069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assistant ingénieur (Fi4)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A3203F1A-EC7D-5801-E110-4525EB7FEF79}"/>
              </a:ext>
            </a:extLst>
          </p:cNvPr>
          <p:cNvSpPr/>
          <p:nvPr/>
        </p:nvSpPr>
        <p:spPr>
          <a:xfrm>
            <a:off x="9435335" y="6755738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D57F3599-8B25-7F26-C69B-A9242A1BCDB9}"/>
              </a:ext>
            </a:extLst>
          </p:cNvPr>
          <p:cNvSpPr/>
          <p:nvPr/>
        </p:nvSpPr>
        <p:spPr>
          <a:xfrm>
            <a:off x="9996409" y="6778057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F7F6794A-9851-C6C3-E59E-ECF7290589F7}"/>
              </a:ext>
            </a:extLst>
          </p:cNvPr>
          <p:cNvSpPr/>
          <p:nvPr/>
        </p:nvSpPr>
        <p:spPr>
          <a:xfrm>
            <a:off x="10579893" y="6775112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89EFA174-DB89-4E3F-4FC5-053C1F3BF449}"/>
              </a:ext>
            </a:extLst>
          </p:cNvPr>
          <p:cNvSpPr/>
          <p:nvPr/>
        </p:nvSpPr>
        <p:spPr>
          <a:xfrm>
            <a:off x="11159128" y="6780766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575E41EF-890B-B93C-98A0-657380D8E66D}"/>
              </a:ext>
            </a:extLst>
          </p:cNvPr>
          <p:cNvSpPr/>
          <p:nvPr/>
        </p:nvSpPr>
        <p:spPr>
          <a:xfrm>
            <a:off x="15244768" y="5911610"/>
            <a:ext cx="2612662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ingénieur (Fi5)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F5384669-B079-1914-47C0-DE923445EC65}"/>
              </a:ext>
            </a:extLst>
          </p:cNvPr>
          <p:cNvSpPr/>
          <p:nvPr/>
        </p:nvSpPr>
        <p:spPr>
          <a:xfrm>
            <a:off x="15336425" y="6535234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2487BA1F-248E-1964-3B54-186BC27CF101}"/>
              </a:ext>
            </a:extLst>
          </p:cNvPr>
          <p:cNvSpPr/>
          <p:nvPr/>
        </p:nvSpPr>
        <p:spPr>
          <a:xfrm>
            <a:off x="15897499" y="655755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9E72AE0F-9966-E8F6-0C31-411984425E98}"/>
              </a:ext>
            </a:extLst>
          </p:cNvPr>
          <p:cNvSpPr/>
          <p:nvPr/>
        </p:nvSpPr>
        <p:spPr>
          <a:xfrm>
            <a:off x="16480983" y="655460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32907C80-0C8E-9EFF-B173-457B3B8378FA}"/>
              </a:ext>
            </a:extLst>
          </p:cNvPr>
          <p:cNvSpPr/>
          <p:nvPr/>
        </p:nvSpPr>
        <p:spPr>
          <a:xfrm>
            <a:off x="17060218" y="6560262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5561-7228-61C1-58F0-884D92DB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612E82CD-F237-E15B-9FFF-2D4AE12039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98D997-2C4E-ACBB-C6B7-8A3D37F8D7A9}"/>
              </a:ext>
            </a:extLst>
          </p:cNvPr>
          <p:cNvSpPr>
            <a:spLocks/>
          </p:cNvSpPr>
          <p:nvPr/>
        </p:nvSpPr>
        <p:spPr>
          <a:xfrm>
            <a:off x="198111" y="1780991"/>
            <a:ext cx="17835899" cy="8470113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B6B764-B705-4D5B-F179-81EC03587EA6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CC692E9-2AFD-3267-1566-990694F094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DE2EBF7-24E4-4BDE-9891-71347F4B7037}"/>
              </a:ext>
            </a:extLst>
          </p:cNvPr>
          <p:cNvSpPr>
            <a:spLocks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28560BB-3E5E-E44C-53AD-B0C5120C5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289126F-0915-E188-8528-7498C8EA37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DDDDD3B-408C-A8A8-DD5B-8D44102816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CBBAAE4-7C54-120E-4FE6-06814A1501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D382CC2F-3A21-7B3B-9102-F8E5F3F27E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E644B751-C7C3-6F33-2767-6130FE3F2F2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46BDBE6-CE35-18BE-862F-8CD5DCCA2B7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38F40A07-D8F5-A15B-3F28-272967224A5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0B8B9C16-335A-FD78-4F70-AD9B9AC831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9D433BC-9482-66F6-91AC-6C9AB4F6E6E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17A8F86-52B9-BDF8-487B-A9CF759933C2}"/>
              </a:ext>
            </a:extLst>
          </p:cNvPr>
          <p:cNvSpPr>
            <a:spLocks/>
          </p:cNvSpPr>
          <p:nvPr/>
        </p:nvSpPr>
        <p:spPr>
          <a:xfrm>
            <a:off x="400614" y="1518304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1022A3A9-482F-99F5-5803-0A78DE823FC4}"/>
              </a:ext>
            </a:extLst>
          </p:cNvPr>
          <p:cNvSpPr/>
          <p:nvPr/>
        </p:nvSpPr>
        <p:spPr>
          <a:xfrm>
            <a:off x="434797" y="2180342"/>
            <a:ext cx="2660177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CAO et prototypage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0C5E4B7D-7662-D9A3-D312-FECED721FB8B}"/>
              </a:ext>
            </a:extLst>
          </p:cNvPr>
          <p:cNvSpPr/>
          <p:nvPr/>
        </p:nvSpPr>
        <p:spPr>
          <a:xfrm>
            <a:off x="505937" y="2726656"/>
            <a:ext cx="496901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EA40FFE6-D164-AF61-FA7D-1A227A32D3FD}"/>
              </a:ext>
            </a:extLst>
          </p:cNvPr>
          <p:cNvSpPr/>
          <p:nvPr/>
        </p:nvSpPr>
        <p:spPr>
          <a:xfrm>
            <a:off x="428105" y="3556231"/>
            <a:ext cx="2648338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E1C35F8D-9A20-13C0-F2CE-93E83C6FF88E}"/>
              </a:ext>
            </a:extLst>
          </p:cNvPr>
          <p:cNvSpPr/>
          <p:nvPr/>
        </p:nvSpPr>
        <p:spPr>
          <a:xfrm>
            <a:off x="476811" y="409383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F7B263A8-B95D-0A42-7AF9-4591D5EBD8ED}"/>
              </a:ext>
            </a:extLst>
          </p:cNvPr>
          <p:cNvSpPr/>
          <p:nvPr/>
        </p:nvSpPr>
        <p:spPr>
          <a:xfrm>
            <a:off x="1055814" y="409822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40EBAB41-36D6-BC31-9B1F-4D9B9AB943CD}"/>
              </a:ext>
            </a:extLst>
          </p:cNvPr>
          <p:cNvSpPr/>
          <p:nvPr/>
        </p:nvSpPr>
        <p:spPr>
          <a:xfrm>
            <a:off x="1075556" y="272665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C4-2</a:t>
            </a:r>
            <a:endParaRPr lang="fr-FR" dirty="0"/>
          </a:p>
        </p:txBody>
      </p:sp>
      <p:sp>
        <p:nvSpPr>
          <p:cNvPr id="61" name="Freeform 31">
            <a:extLst>
              <a:ext uri="{FF2B5EF4-FFF2-40B4-BE49-F238E27FC236}">
                <a16:creationId xmlns:a16="http://schemas.microsoft.com/office/drawing/2014/main" id="{9CBFB25E-E25E-9A26-8978-42E6DD51BDA7}"/>
              </a:ext>
            </a:extLst>
          </p:cNvPr>
          <p:cNvSpPr/>
          <p:nvPr/>
        </p:nvSpPr>
        <p:spPr>
          <a:xfrm>
            <a:off x="3528759" y="4807723"/>
            <a:ext cx="2571703" cy="100151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latin typeface="Calibri"/>
                <a:ea typeface="Calibri"/>
                <a:cs typeface="Calibri"/>
              </a:rPr>
              <a:t>Conception et technologies mécanique</a:t>
            </a:r>
            <a:endParaRPr lang="fr-FR" dirty="0"/>
          </a:p>
        </p:txBody>
      </p:sp>
      <p:sp>
        <p:nvSpPr>
          <p:cNvPr id="62" name="Freeform 31">
            <a:extLst>
              <a:ext uri="{FF2B5EF4-FFF2-40B4-BE49-F238E27FC236}">
                <a16:creationId xmlns:a16="http://schemas.microsoft.com/office/drawing/2014/main" id="{E772D35E-9C45-7F06-1B54-DB36A9530B32}"/>
              </a:ext>
            </a:extLst>
          </p:cNvPr>
          <p:cNvSpPr/>
          <p:nvPr/>
        </p:nvSpPr>
        <p:spPr>
          <a:xfrm>
            <a:off x="3528759" y="3503117"/>
            <a:ext cx="2573549" cy="6511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latin typeface="Calibri"/>
                <a:ea typeface="Calibri"/>
                <a:cs typeface="Calibri"/>
              </a:rPr>
              <a:t>Mise en œuvre des métaux</a:t>
            </a:r>
            <a:endParaRPr lang="fr-FR" dirty="0"/>
          </a:p>
        </p:txBody>
      </p:sp>
      <p:sp>
        <p:nvSpPr>
          <p:cNvPr id="63" name="Freeform 31">
            <a:extLst>
              <a:ext uri="{FF2B5EF4-FFF2-40B4-BE49-F238E27FC236}">
                <a16:creationId xmlns:a16="http://schemas.microsoft.com/office/drawing/2014/main" id="{F5819BB6-EFB6-20E6-AFA9-18C381A7E3DB}"/>
              </a:ext>
            </a:extLst>
          </p:cNvPr>
          <p:cNvSpPr/>
          <p:nvPr/>
        </p:nvSpPr>
        <p:spPr>
          <a:xfrm>
            <a:off x="3547504" y="9021185"/>
            <a:ext cx="2534210" cy="57665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Dimensionnement des structures</a:t>
            </a:r>
          </a:p>
        </p:txBody>
      </p:sp>
      <p:sp>
        <p:nvSpPr>
          <p:cNvPr id="64" name="Freeform 31">
            <a:extLst>
              <a:ext uri="{FF2B5EF4-FFF2-40B4-BE49-F238E27FC236}">
                <a16:creationId xmlns:a16="http://schemas.microsoft.com/office/drawing/2014/main" id="{FE84865F-EE45-02FD-4DE7-E8AD68B08CB9}"/>
              </a:ext>
            </a:extLst>
          </p:cNvPr>
          <p:cNvSpPr/>
          <p:nvPr/>
        </p:nvSpPr>
        <p:spPr>
          <a:xfrm>
            <a:off x="3524176" y="7677677"/>
            <a:ext cx="2551176" cy="69760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Dynamique des mécanismes</a:t>
            </a:r>
          </a:p>
        </p:txBody>
      </p:sp>
      <p:sp>
        <p:nvSpPr>
          <p:cNvPr id="65" name="Freeform 31">
            <a:extLst>
              <a:ext uri="{FF2B5EF4-FFF2-40B4-BE49-F238E27FC236}">
                <a16:creationId xmlns:a16="http://schemas.microsoft.com/office/drawing/2014/main" id="{CAE2442C-06EF-CD44-B573-F762FC0B191A}"/>
              </a:ext>
            </a:extLst>
          </p:cNvPr>
          <p:cNvSpPr/>
          <p:nvPr/>
        </p:nvSpPr>
        <p:spPr>
          <a:xfrm>
            <a:off x="3524176" y="6478480"/>
            <a:ext cx="2559601" cy="53156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Electronique</a:t>
            </a:r>
          </a:p>
        </p:txBody>
      </p:sp>
      <p:sp>
        <p:nvSpPr>
          <p:cNvPr id="67" name="Freeform 31">
            <a:extLst>
              <a:ext uri="{FF2B5EF4-FFF2-40B4-BE49-F238E27FC236}">
                <a16:creationId xmlns:a16="http://schemas.microsoft.com/office/drawing/2014/main" id="{ACA66CF8-E96F-EE05-DC61-1FF85E9F66F5}"/>
              </a:ext>
            </a:extLst>
          </p:cNvPr>
          <p:cNvSpPr/>
          <p:nvPr/>
        </p:nvSpPr>
        <p:spPr>
          <a:xfrm>
            <a:off x="3527835" y="2180342"/>
            <a:ext cx="2573549" cy="6511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Plastic, composite et céramique</a:t>
            </a:r>
            <a:endParaRPr lang="fr-FR" dirty="0"/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CEB6D4FF-B5E4-5A13-1AC3-1C2E72D25803}"/>
              </a:ext>
            </a:extLst>
          </p:cNvPr>
          <p:cNvSpPr/>
          <p:nvPr/>
        </p:nvSpPr>
        <p:spPr>
          <a:xfrm>
            <a:off x="3594634" y="286112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92DD2ECB-F513-E224-2CC0-5C3AEB20A54A}"/>
              </a:ext>
            </a:extLst>
          </p:cNvPr>
          <p:cNvSpPr/>
          <p:nvPr/>
        </p:nvSpPr>
        <p:spPr>
          <a:xfrm>
            <a:off x="3610758" y="417890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BC0AD115-5018-157C-68C1-C90B530E567D}"/>
              </a:ext>
            </a:extLst>
          </p:cNvPr>
          <p:cNvSpPr/>
          <p:nvPr/>
        </p:nvSpPr>
        <p:spPr>
          <a:xfrm>
            <a:off x="3598759" y="5855338"/>
            <a:ext cx="496901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1C903A0C-C341-F00F-B770-7072C0C75AAC}"/>
              </a:ext>
            </a:extLst>
          </p:cNvPr>
          <p:cNvSpPr/>
          <p:nvPr/>
        </p:nvSpPr>
        <p:spPr>
          <a:xfrm>
            <a:off x="3579069" y="705526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5CBCF067-03CD-D3E7-85B8-589F420BE090}"/>
              </a:ext>
            </a:extLst>
          </p:cNvPr>
          <p:cNvSpPr/>
          <p:nvPr/>
        </p:nvSpPr>
        <p:spPr>
          <a:xfrm>
            <a:off x="3614925" y="841103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76CA6789-C339-1EB8-AFD4-29D0B912FDCE}"/>
              </a:ext>
            </a:extLst>
          </p:cNvPr>
          <p:cNvSpPr/>
          <p:nvPr/>
        </p:nvSpPr>
        <p:spPr>
          <a:xfrm>
            <a:off x="3623890" y="963918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46FCD55F-DB43-71A1-7B52-A18BDD2B648E}"/>
              </a:ext>
            </a:extLst>
          </p:cNvPr>
          <p:cNvSpPr/>
          <p:nvPr/>
        </p:nvSpPr>
        <p:spPr>
          <a:xfrm>
            <a:off x="6545791" y="2189016"/>
            <a:ext cx="2421370" cy="67210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Chimie macromoléculaire I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51C9A75-D793-9986-0775-15D3311F5C1A}"/>
              </a:ext>
            </a:extLst>
          </p:cNvPr>
          <p:cNvSpPr/>
          <p:nvPr/>
        </p:nvSpPr>
        <p:spPr>
          <a:xfrm>
            <a:off x="7194756" y="291311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B9971D59-B03E-18D0-7CC4-E368268C8CE9}"/>
              </a:ext>
            </a:extLst>
          </p:cNvPr>
          <p:cNvSpPr/>
          <p:nvPr/>
        </p:nvSpPr>
        <p:spPr>
          <a:xfrm>
            <a:off x="6545791" y="3503031"/>
            <a:ext cx="2421370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Éléments finis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5888DA9-8A0E-8120-4EBC-EE9C72BE8328}"/>
              </a:ext>
            </a:extLst>
          </p:cNvPr>
          <p:cNvSpPr/>
          <p:nvPr/>
        </p:nvSpPr>
        <p:spPr>
          <a:xfrm>
            <a:off x="6617302" y="407281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7A71EFC5-998F-EBE4-9D76-55451A030EF7}"/>
              </a:ext>
            </a:extLst>
          </p:cNvPr>
          <p:cNvSpPr/>
          <p:nvPr/>
        </p:nvSpPr>
        <p:spPr>
          <a:xfrm>
            <a:off x="6545791" y="4834164"/>
            <a:ext cx="2420448" cy="68852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Intro. à la gestion industrielle 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22C02AC0-7EE6-FEE7-E519-C4FB6FDB5922}"/>
              </a:ext>
            </a:extLst>
          </p:cNvPr>
          <p:cNvSpPr/>
          <p:nvPr/>
        </p:nvSpPr>
        <p:spPr>
          <a:xfrm>
            <a:off x="6608119" y="556650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7FBC33A4-334C-58A5-D821-AC838422FB99}"/>
              </a:ext>
            </a:extLst>
          </p:cNvPr>
          <p:cNvSpPr/>
          <p:nvPr/>
        </p:nvSpPr>
        <p:spPr>
          <a:xfrm>
            <a:off x="6571815" y="6442172"/>
            <a:ext cx="2401437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Rhéologie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A4269F5-E667-5C4F-9C75-2F1290E40DD4}"/>
              </a:ext>
            </a:extLst>
          </p:cNvPr>
          <p:cNvSpPr/>
          <p:nvPr/>
        </p:nvSpPr>
        <p:spPr>
          <a:xfrm>
            <a:off x="6624974" y="699999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7A33FDF1-2F91-94B5-0552-63C67C3E8E59}"/>
              </a:ext>
            </a:extLst>
          </p:cNvPr>
          <p:cNvSpPr/>
          <p:nvPr/>
        </p:nvSpPr>
        <p:spPr>
          <a:xfrm>
            <a:off x="7172597" y="701497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4EC2E4DD-2665-956C-4158-6E86D01A94DE}"/>
              </a:ext>
            </a:extLst>
          </p:cNvPr>
          <p:cNvSpPr/>
          <p:nvPr/>
        </p:nvSpPr>
        <p:spPr>
          <a:xfrm>
            <a:off x="6639961" y="290215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D9EF6362-7D67-7EC3-740A-00F300EBA686}"/>
              </a:ext>
            </a:extLst>
          </p:cNvPr>
          <p:cNvSpPr/>
          <p:nvPr/>
        </p:nvSpPr>
        <p:spPr>
          <a:xfrm>
            <a:off x="9373319" y="2189017"/>
            <a:ext cx="263372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Fabrication composite I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2121B061-17ED-5EA7-94EF-FCCD0F1B7A2D}"/>
              </a:ext>
            </a:extLst>
          </p:cNvPr>
          <p:cNvSpPr/>
          <p:nvPr/>
        </p:nvSpPr>
        <p:spPr>
          <a:xfrm>
            <a:off x="9447607" y="274260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6956671-926C-6672-15E7-6895ACB5CDE6}"/>
              </a:ext>
            </a:extLst>
          </p:cNvPr>
          <p:cNvSpPr/>
          <p:nvPr/>
        </p:nvSpPr>
        <p:spPr>
          <a:xfrm>
            <a:off x="9995236" y="2739661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" name="Freeform 31">
            <a:extLst>
              <a:ext uri="{FF2B5EF4-FFF2-40B4-BE49-F238E27FC236}">
                <a16:creationId xmlns:a16="http://schemas.microsoft.com/office/drawing/2014/main" id="{01306C2F-B039-77A5-28E5-CD41BDAE93FA}"/>
              </a:ext>
            </a:extLst>
          </p:cNvPr>
          <p:cNvSpPr/>
          <p:nvPr/>
        </p:nvSpPr>
        <p:spPr>
          <a:xfrm>
            <a:off x="9373320" y="3534721"/>
            <a:ext cx="2633721" cy="61955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Propriété des matériaux polymères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A03BB577-7FAE-6AF4-FE59-015552AA96B5}"/>
              </a:ext>
            </a:extLst>
          </p:cNvPr>
          <p:cNvSpPr/>
          <p:nvPr/>
        </p:nvSpPr>
        <p:spPr>
          <a:xfrm>
            <a:off x="9440088" y="417404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29" name="Freeform 31">
            <a:extLst>
              <a:ext uri="{FF2B5EF4-FFF2-40B4-BE49-F238E27FC236}">
                <a16:creationId xmlns:a16="http://schemas.microsoft.com/office/drawing/2014/main" id="{5FE4F221-5E11-D033-6CA2-532520295BC2}"/>
              </a:ext>
            </a:extLst>
          </p:cNvPr>
          <p:cNvSpPr/>
          <p:nvPr/>
        </p:nvSpPr>
        <p:spPr>
          <a:xfrm>
            <a:off x="9363712" y="4823448"/>
            <a:ext cx="2643326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Qualité en production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77DC1A8C-9E6A-9A83-5404-5B7925D38798}"/>
              </a:ext>
            </a:extLst>
          </p:cNvPr>
          <p:cNvSpPr/>
          <p:nvPr/>
        </p:nvSpPr>
        <p:spPr>
          <a:xfrm>
            <a:off x="9439889" y="538031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70171D31-00F2-A97E-323E-A799751D62EE}"/>
              </a:ext>
            </a:extLst>
          </p:cNvPr>
          <p:cNvSpPr/>
          <p:nvPr/>
        </p:nvSpPr>
        <p:spPr>
          <a:xfrm>
            <a:off x="9352355" y="6444495"/>
            <a:ext cx="2643326" cy="6745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Calcul de structure dynamique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CBC7BF01-8E0F-F4F1-BBAB-0782DBC04274}"/>
              </a:ext>
            </a:extLst>
          </p:cNvPr>
          <p:cNvSpPr/>
          <p:nvPr/>
        </p:nvSpPr>
        <p:spPr>
          <a:xfrm>
            <a:off x="9404228" y="714070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A3CA3E5E-24A7-B694-5B1A-6BA9D43CA413}"/>
              </a:ext>
            </a:extLst>
          </p:cNvPr>
          <p:cNvSpPr/>
          <p:nvPr/>
        </p:nvSpPr>
        <p:spPr>
          <a:xfrm>
            <a:off x="9352355" y="7841422"/>
            <a:ext cx="2624315" cy="69121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Gestion du cycle de vie des produits 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EFCE1BE5-BFBE-B3C2-227A-CBA7D3643CA0}"/>
              </a:ext>
            </a:extLst>
          </p:cNvPr>
          <p:cNvSpPr/>
          <p:nvPr/>
        </p:nvSpPr>
        <p:spPr>
          <a:xfrm>
            <a:off x="9434238" y="856712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06DD107B-82A5-5423-D5F6-4ED5DA72A72D}"/>
              </a:ext>
            </a:extLst>
          </p:cNvPr>
          <p:cNvSpPr/>
          <p:nvPr/>
        </p:nvSpPr>
        <p:spPr>
          <a:xfrm>
            <a:off x="9977971" y="856823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37" name="Freeform 31">
            <a:extLst>
              <a:ext uri="{FF2B5EF4-FFF2-40B4-BE49-F238E27FC236}">
                <a16:creationId xmlns:a16="http://schemas.microsoft.com/office/drawing/2014/main" id="{87BCED3F-FE5B-3FC3-BD73-ADB05D438A87}"/>
              </a:ext>
            </a:extLst>
          </p:cNvPr>
          <p:cNvSpPr/>
          <p:nvPr/>
        </p:nvSpPr>
        <p:spPr>
          <a:xfrm>
            <a:off x="12324894" y="4830268"/>
            <a:ext cx="2547921" cy="73623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Comportements non linéaires</a:t>
            </a:r>
          </a:p>
        </p:txBody>
      </p:sp>
      <p:sp>
        <p:nvSpPr>
          <p:cNvPr id="38" name="Freeform 31">
            <a:extLst>
              <a:ext uri="{FF2B5EF4-FFF2-40B4-BE49-F238E27FC236}">
                <a16:creationId xmlns:a16="http://schemas.microsoft.com/office/drawing/2014/main" id="{5139F092-6A96-B71D-61D9-305543B8EDD7}"/>
              </a:ext>
            </a:extLst>
          </p:cNvPr>
          <p:cNvSpPr/>
          <p:nvPr/>
        </p:nvSpPr>
        <p:spPr>
          <a:xfrm>
            <a:off x="12324894" y="1888877"/>
            <a:ext cx="2435271" cy="85078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Mécanique des structures composites II</a:t>
            </a:r>
          </a:p>
        </p:txBody>
      </p:sp>
      <p:sp>
        <p:nvSpPr>
          <p:cNvPr id="39" name="Freeform 31">
            <a:extLst>
              <a:ext uri="{FF2B5EF4-FFF2-40B4-BE49-F238E27FC236}">
                <a16:creationId xmlns:a16="http://schemas.microsoft.com/office/drawing/2014/main" id="{D606E0D0-56DB-B931-49A4-2D6E57AAF0C3}"/>
              </a:ext>
            </a:extLst>
          </p:cNvPr>
          <p:cNvSpPr/>
          <p:nvPr/>
        </p:nvSpPr>
        <p:spPr>
          <a:xfrm>
            <a:off x="12322525" y="3549595"/>
            <a:ext cx="2498736" cy="67408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Conception et calculs composites</a:t>
            </a:r>
          </a:p>
        </p:txBody>
      </p:sp>
      <p:sp>
        <p:nvSpPr>
          <p:cNvPr id="40" name="Freeform 31">
            <a:extLst>
              <a:ext uri="{FF2B5EF4-FFF2-40B4-BE49-F238E27FC236}">
                <a16:creationId xmlns:a16="http://schemas.microsoft.com/office/drawing/2014/main" id="{EA234914-1420-CE46-E9EE-E22FC884B833}"/>
              </a:ext>
            </a:extLst>
          </p:cNvPr>
          <p:cNvSpPr/>
          <p:nvPr/>
        </p:nvSpPr>
        <p:spPr>
          <a:xfrm>
            <a:off x="12341396" y="7849232"/>
            <a:ext cx="2572721" cy="71789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Fabrication composite II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931DE372-9395-C8B1-83CC-C394E2068FBD}"/>
              </a:ext>
            </a:extLst>
          </p:cNvPr>
          <p:cNvSpPr/>
          <p:nvPr/>
        </p:nvSpPr>
        <p:spPr>
          <a:xfrm>
            <a:off x="12387508" y="715534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1C4D002B-2940-D991-3A6F-144C9C617335}"/>
              </a:ext>
            </a:extLst>
          </p:cNvPr>
          <p:cNvSpPr/>
          <p:nvPr/>
        </p:nvSpPr>
        <p:spPr>
          <a:xfrm>
            <a:off x="12993839" y="859793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3" name="Freeform 31">
            <a:extLst>
              <a:ext uri="{FF2B5EF4-FFF2-40B4-BE49-F238E27FC236}">
                <a16:creationId xmlns:a16="http://schemas.microsoft.com/office/drawing/2014/main" id="{B5D7945F-ABC7-47C0-ACA7-D44600850BAD}"/>
              </a:ext>
            </a:extLst>
          </p:cNvPr>
          <p:cNvSpPr/>
          <p:nvPr/>
        </p:nvSpPr>
        <p:spPr>
          <a:xfrm>
            <a:off x="12322525" y="6444933"/>
            <a:ext cx="2572582" cy="67408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Chimie macromoléculaire II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587DC78F-879E-89E8-5D98-310AC1DCD30B}"/>
              </a:ext>
            </a:extLst>
          </p:cNvPr>
          <p:cNvSpPr/>
          <p:nvPr/>
        </p:nvSpPr>
        <p:spPr>
          <a:xfrm>
            <a:off x="12445800" y="8599954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9E675CD9-0BBE-B83A-0FC1-561BB2CCF67B}"/>
              </a:ext>
            </a:extLst>
          </p:cNvPr>
          <p:cNvSpPr/>
          <p:nvPr/>
        </p:nvSpPr>
        <p:spPr>
          <a:xfrm>
            <a:off x="12934178" y="715534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7CF1B509-0B8F-33D8-9717-9D09E39C0B10}"/>
              </a:ext>
            </a:extLst>
          </p:cNvPr>
          <p:cNvSpPr/>
          <p:nvPr/>
        </p:nvSpPr>
        <p:spPr>
          <a:xfrm>
            <a:off x="12396709" y="559525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C38E4AAA-EE2F-7B60-537C-91573C66D60D}"/>
              </a:ext>
            </a:extLst>
          </p:cNvPr>
          <p:cNvSpPr/>
          <p:nvPr/>
        </p:nvSpPr>
        <p:spPr>
          <a:xfrm>
            <a:off x="12414638" y="425280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5B0736E5-6B38-571B-4356-F50CB27A0403}"/>
              </a:ext>
            </a:extLst>
          </p:cNvPr>
          <p:cNvSpPr/>
          <p:nvPr/>
        </p:nvSpPr>
        <p:spPr>
          <a:xfrm>
            <a:off x="12396705" y="2776741"/>
            <a:ext cx="504000" cy="464941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5372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A9C7A302-E4A0-1C25-EE28-4E031A3E91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CA3E26DF-4776-E449-94E5-254854AC1E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3FC70CEF-184B-ED27-1416-824325F176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52E39F20-6B78-B060-B8D8-7962CBB09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/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/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D1FEB683-06A4-CCD3-8562-BDF42EE98F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1AA48609-46E1-0F2C-13FC-5F1EAB8305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D7578E63-72AC-34B8-B80E-5026EEB545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BACF490B-1AD1-405D-E822-8D000B3B66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311D30B4-DB52-4606-7D3A-8D41AAD76160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A01E554A-C7A8-6AF5-CFB5-DED4CB949D14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255B75E5-EC03-7E85-0C5B-BB46BB71459D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0E0281FE-BF1F-6D9B-C1FB-5E4E66886E41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DA48E357-B4AB-097D-A567-208FBAB0AFC8}"/>
              </a:ext>
            </a:extLst>
          </p:cNvPr>
          <p:cNvSpPr/>
          <p:nvPr/>
        </p:nvSpPr>
        <p:spPr>
          <a:xfrm>
            <a:off x="13754680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FE5C4A09-C5AB-B55F-1E8D-6D473362C23E}"/>
              </a:ext>
            </a:extLst>
          </p:cNvPr>
          <p:cNvSpPr/>
          <p:nvPr/>
        </p:nvSpPr>
        <p:spPr>
          <a:xfrm>
            <a:off x="446325" y="2841598"/>
            <a:ext cx="3824095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CAO et prototypage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EC3FB026-794C-EC81-8405-34ABE6A6DA20}"/>
              </a:ext>
            </a:extLst>
          </p:cNvPr>
          <p:cNvSpPr/>
          <p:nvPr/>
        </p:nvSpPr>
        <p:spPr>
          <a:xfrm>
            <a:off x="438394" y="3642568"/>
            <a:ext cx="3832026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A5D70C3D-2A18-4573-C11A-CD01F894C588}"/>
              </a:ext>
            </a:extLst>
          </p:cNvPr>
          <p:cNvSpPr/>
          <p:nvPr/>
        </p:nvSpPr>
        <p:spPr>
          <a:xfrm>
            <a:off x="4958119" y="2841598"/>
            <a:ext cx="3832026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52036221-FE88-55B6-1256-1FB9BC6DC288}"/>
              </a:ext>
            </a:extLst>
          </p:cNvPr>
          <p:cNvSpPr/>
          <p:nvPr/>
        </p:nvSpPr>
        <p:spPr>
          <a:xfrm>
            <a:off x="14025319" y="2841597"/>
            <a:ext cx="3824095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CAO et prototypage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6D245013-79F0-038D-413F-826162AA6908}"/>
              </a:ext>
            </a:extLst>
          </p:cNvPr>
          <p:cNvSpPr/>
          <p:nvPr/>
        </p:nvSpPr>
        <p:spPr>
          <a:xfrm>
            <a:off x="446325" y="4440580"/>
            <a:ext cx="3824095" cy="68661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latin typeface="Calibri"/>
                <a:ea typeface="Calibri"/>
                <a:cs typeface="Calibri"/>
              </a:rPr>
              <a:t>Conception et technologies mécanique</a:t>
            </a:r>
            <a:endParaRPr lang="fr-FR" dirty="0"/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C2CE335E-3F63-4766-F619-41ADF6932EA2}"/>
              </a:ext>
            </a:extLst>
          </p:cNvPr>
          <p:cNvSpPr/>
          <p:nvPr/>
        </p:nvSpPr>
        <p:spPr>
          <a:xfrm>
            <a:off x="470235" y="6205839"/>
            <a:ext cx="3768343" cy="39533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Dimensionnement des structures</a:t>
            </a:r>
          </a:p>
        </p:txBody>
      </p:sp>
      <p:sp>
        <p:nvSpPr>
          <p:cNvPr id="22" name="Freeform 31">
            <a:extLst>
              <a:ext uri="{FF2B5EF4-FFF2-40B4-BE49-F238E27FC236}">
                <a16:creationId xmlns:a16="http://schemas.microsoft.com/office/drawing/2014/main" id="{56ADCE43-86D5-407F-EC8F-36A3C8BCD1FD}"/>
              </a:ext>
            </a:extLst>
          </p:cNvPr>
          <p:cNvSpPr/>
          <p:nvPr/>
        </p:nvSpPr>
        <p:spPr>
          <a:xfrm>
            <a:off x="476848" y="5427386"/>
            <a:ext cx="3793572" cy="47825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Dynamique des mécanismes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C2001F74-936C-8FC5-FEEA-BAEE0F1C1BA1}"/>
              </a:ext>
            </a:extLst>
          </p:cNvPr>
          <p:cNvSpPr/>
          <p:nvPr/>
        </p:nvSpPr>
        <p:spPr>
          <a:xfrm>
            <a:off x="4958119" y="3642568"/>
            <a:ext cx="3832026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latin typeface="Calibri"/>
                <a:ea typeface="Calibri"/>
                <a:cs typeface="Calibri"/>
              </a:rPr>
              <a:t>Mise en œuvre des métaux</a:t>
            </a:r>
            <a:endParaRPr lang="fr-FR" dirty="0"/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F5557664-DB1B-482B-8595-10AD896239C9}"/>
              </a:ext>
            </a:extLst>
          </p:cNvPr>
          <p:cNvSpPr/>
          <p:nvPr/>
        </p:nvSpPr>
        <p:spPr>
          <a:xfrm>
            <a:off x="14025319" y="4440580"/>
            <a:ext cx="3803369" cy="53156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Electronique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C553C24E-5B50-BD78-7BC1-49DA339CCA53}"/>
              </a:ext>
            </a:extLst>
          </p:cNvPr>
          <p:cNvSpPr/>
          <p:nvPr/>
        </p:nvSpPr>
        <p:spPr>
          <a:xfrm>
            <a:off x="14025319" y="3556425"/>
            <a:ext cx="3824095" cy="6511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Plastic, composite et céramique</a:t>
            </a:r>
            <a:endParaRPr lang="fr-FR" dirty="0"/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F487BB2F-ED24-39E9-CF24-0C2804ECBF62}"/>
              </a:ext>
            </a:extLst>
          </p:cNvPr>
          <p:cNvSpPr/>
          <p:nvPr/>
        </p:nvSpPr>
        <p:spPr>
          <a:xfrm>
            <a:off x="14025318" y="5205138"/>
            <a:ext cx="3785833" cy="7320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Outils numériques pour l'ingénieur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B7B70-AE9D-4DA4-C14C-46D37D0AB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C0C42AB2-C176-31FA-88C3-421FE22BE9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B1835322-F0DC-54A1-E669-97757870A2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010460B4-9FB5-34A4-E33B-D70A1A22E4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E2C2AB23-BC47-A599-05E9-20E6A5DA51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F88AABC7-CAA7-07AA-F392-7798120DFC94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9F5ED1E-84C0-6DA3-4FE3-12040D91C9BD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80B9C7D-930F-7870-9ED8-9A95BF5887B6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A75BFC4-B217-B4B3-0856-1F4A7849CDFB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C04C8C9B-AB6C-CAA6-5053-9F20E7572113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90ED1CEC-7B66-57E6-2D89-7538BD93FF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36095106-1CF2-3D63-FDF0-E3864BDBF2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F50477B7-1342-83DF-13F7-4DF1968F0F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A979D9E6-17F7-CF78-6700-8DBA7F1C46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E7357E8A-39FD-2772-B2F7-702EAB227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96989A78-2C58-5A2C-C853-55D7D83AFB6E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E099CE1F-0DE9-AAD7-B601-54E1D690844A}"/>
              </a:ext>
            </a:extLst>
          </p:cNvPr>
          <p:cNvSpPr/>
          <p:nvPr/>
        </p:nvSpPr>
        <p:spPr>
          <a:xfrm>
            <a:off x="9218539" y="8229600"/>
            <a:ext cx="4380029" cy="1914844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97F59A78-2D32-FCA6-80BC-202495652B9C}"/>
              </a:ext>
            </a:extLst>
          </p:cNvPr>
          <p:cNvSpPr/>
          <p:nvPr/>
        </p:nvSpPr>
        <p:spPr>
          <a:xfrm>
            <a:off x="4684118" y="8229600"/>
            <a:ext cx="4380029" cy="1914844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CC4576CB-59B5-9069-FEC5-0244FB0237A4}"/>
              </a:ext>
            </a:extLst>
          </p:cNvPr>
          <p:cNvSpPr/>
          <p:nvPr/>
        </p:nvSpPr>
        <p:spPr>
          <a:xfrm>
            <a:off x="151141" y="8229599"/>
            <a:ext cx="4380029" cy="1911693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57472D0D-AAFA-E90E-5846-DFC847C7AEDF}"/>
              </a:ext>
            </a:extLst>
          </p:cNvPr>
          <p:cNvSpPr/>
          <p:nvPr/>
        </p:nvSpPr>
        <p:spPr>
          <a:xfrm>
            <a:off x="13754680" y="8229600"/>
            <a:ext cx="4380029" cy="1914844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CF94AF4-4F00-6BD7-C394-CBBEA64AF92C}"/>
              </a:ext>
            </a:extLst>
          </p:cNvPr>
          <p:cNvSpPr/>
          <p:nvPr/>
        </p:nvSpPr>
        <p:spPr>
          <a:xfrm>
            <a:off x="414632" y="2747451"/>
            <a:ext cx="3852567" cy="67210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Chimie macromoléculaire I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124ECA89-0BC6-85D4-3552-29E247B75640}"/>
              </a:ext>
            </a:extLst>
          </p:cNvPr>
          <p:cNvSpPr/>
          <p:nvPr/>
        </p:nvSpPr>
        <p:spPr>
          <a:xfrm>
            <a:off x="414633" y="3778323"/>
            <a:ext cx="3852566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Éléments finis</a:t>
            </a:r>
          </a:p>
        </p:txBody>
      </p:sp>
      <p:sp>
        <p:nvSpPr>
          <p:cNvPr id="27" name="Freeform 31">
            <a:extLst>
              <a:ext uri="{FF2B5EF4-FFF2-40B4-BE49-F238E27FC236}">
                <a16:creationId xmlns:a16="http://schemas.microsoft.com/office/drawing/2014/main" id="{ED56B264-D2AE-B620-E900-F87FD4DDE518}"/>
              </a:ext>
            </a:extLst>
          </p:cNvPr>
          <p:cNvSpPr/>
          <p:nvPr/>
        </p:nvSpPr>
        <p:spPr>
          <a:xfrm>
            <a:off x="414632" y="4596732"/>
            <a:ext cx="3878937" cy="69121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Gestion du cycle de vie des produits </a:t>
            </a:r>
          </a:p>
        </p:txBody>
      </p:sp>
      <p:sp>
        <p:nvSpPr>
          <p:cNvPr id="28" name="Freeform 31">
            <a:extLst>
              <a:ext uri="{FF2B5EF4-FFF2-40B4-BE49-F238E27FC236}">
                <a16:creationId xmlns:a16="http://schemas.microsoft.com/office/drawing/2014/main" id="{EE842529-072C-9864-5979-A953AD3B8152}"/>
              </a:ext>
            </a:extLst>
          </p:cNvPr>
          <p:cNvSpPr/>
          <p:nvPr/>
        </p:nvSpPr>
        <p:spPr>
          <a:xfrm>
            <a:off x="4960409" y="3778323"/>
            <a:ext cx="3842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Rhéologie</a:t>
            </a:r>
          </a:p>
        </p:txBody>
      </p:sp>
      <p:sp>
        <p:nvSpPr>
          <p:cNvPr id="29" name="Freeform 31">
            <a:extLst>
              <a:ext uri="{FF2B5EF4-FFF2-40B4-BE49-F238E27FC236}">
                <a16:creationId xmlns:a16="http://schemas.microsoft.com/office/drawing/2014/main" id="{FEBB804D-07F8-8E32-E731-38FB080B1912}"/>
              </a:ext>
            </a:extLst>
          </p:cNvPr>
          <p:cNvSpPr/>
          <p:nvPr/>
        </p:nvSpPr>
        <p:spPr>
          <a:xfrm>
            <a:off x="4960409" y="2744396"/>
            <a:ext cx="3842931" cy="6751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Fabrication composite I</a:t>
            </a:r>
          </a:p>
        </p:txBody>
      </p:sp>
      <p:sp>
        <p:nvSpPr>
          <p:cNvPr id="30" name="Freeform 31">
            <a:extLst>
              <a:ext uri="{FF2B5EF4-FFF2-40B4-BE49-F238E27FC236}">
                <a16:creationId xmlns:a16="http://schemas.microsoft.com/office/drawing/2014/main" id="{5184EE26-7680-F251-9AE3-9F1305711E4B}"/>
              </a:ext>
            </a:extLst>
          </p:cNvPr>
          <p:cNvSpPr/>
          <p:nvPr/>
        </p:nvSpPr>
        <p:spPr>
          <a:xfrm>
            <a:off x="13983646" y="8453639"/>
            <a:ext cx="383818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Outils bureau d’études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24E41D7C-3F23-7F2F-8AEC-BFABE4170631}"/>
              </a:ext>
            </a:extLst>
          </p:cNvPr>
          <p:cNvSpPr/>
          <p:nvPr/>
        </p:nvSpPr>
        <p:spPr>
          <a:xfrm>
            <a:off x="13983646" y="9185445"/>
            <a:ext cx="383818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27410F03-8EA1-F0F0-2267-BF4A22E40BBD}"/>
              </a:ext>
            </a:extLst>
          </p:cNvPr>
          <p:cNvSpPr/>
          <p:nvPr/>
        </p:nvSpPr>
        <p:spPr>
          <a:xfrm>
            <a:off x="414632" y="8436990"/>
            <a:ext cx="383818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33" name="Freeform 31">
            <a:extLst>
              <a:ext uri="{FF2B5EF4-FFF2-40B4-BE49-F238E27FC236}">
                <a16:creationId xmlns:a16="http://schemas.microsoft.com/office/drawing/2014/main" id="{A82548EF-90A1-971F-0892-EB2565A02325}"/>
              </a:ext>
            </a:extLst>
          </p:cNvPr>
          <p:cNvSpPr/>
          <p:nvPr/>
        </p:nvSpPr>
        <p:spPr>
          <a:xfrm>
            <a:off x="9485225" y="4596732"/>
            <a:ext cx="3862581" cy="68852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Intro. à la gestion industrielle </a:t>
            </a:r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C561B382-6E78-FAEC-A4A8-DEC267F7AE35}"/>
              </a:ext>
            </a:extLst>
          </p:cNvPr>
          <p:cNvSpPr/>
          <p:nvPr/>
        </p:nvSpPr>
        <p:spPr>
          <a:xfrm>
            <a:off x="9485225" y="5564287"/>
            <a:ext cx="386258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Rhéologie</a:t>
            </a:r>
          </a:p>
        </p:txBody>
      </p:sp>
      <p:sp>
        <p:nvSpPr>
          <p:cNvPr id="35" name="Freeform 31">
            <a:extLst>
              <a:ext uri="{FF2B5EF4-FFF2-40B4-BE49-F238E27FC236}">
                <a16:creationId xmlns:a16="http://schemas.microsoft.com/office/drawing/2014/main" id="{DA8CF76E-7D5A-134B-E7B4-03F07042CCCC}"/>
              </a:ext>
            </a:extLst>
          </p:cNvPr>
          <p:cNvSpPr/>
          <p:nvPr/>
        </p:nvSpPr>
        <p:spPr>
          <a:xfrm>
            <a:off x="9494830" y="2744396"/>
            <a:ext cx="3862581" cy="6751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Fabrication composite I</a:t>
            </a:r>
          </a:p>
        </p:txBody>
      </p:sp>
      <p:sp>
        <p:nvSpPr>
          <p:cNvPr id="36" name="Freeform 31">
            <a:extLst>
              <a:ext uri="{FF2B5EF4-FFF2-40B4-BE49-F238E27FC236}">
                <a16:creationId xmlns:a16="http://schemas.microsoft.com/office/drawing/2014/main" id="{F5F67DC1-3AA6-10B8-16C0-681C640CD8B8}"/>
              </a:ext>
            </a:extLst>
          </p:cNvPr>
          <p:cNvSpPr/>
          <p:nvPr/>
        </p:nvSpPr>
        <p:spPr>
          <a:xfrm>
            <a:off x="9485226" y="3778323"/>
            <a:ext cx="386258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Qualité en production</a:t>
            </a:r>
          </a:p>
        </p:txBody>
      </p:sp>
      <p:sp>
        <p:nvSpPr>
          <p:cNvPr id="37" name="Freeform 31">
            <a:extLst>
              <a:ext uri="{FF2B5EF4-FFF2-40B4-BE49-F238E27FC236}">
                <a16:creationId xmlns:a16="http://schemas.microsoft.com/office/drawing/2014/main" id="{21ED2C83-8B77-84A8-98B5-B043A1A61678}"/>
              </a:ext>
            </a:extLst>
          </p:cNvPr>
          <p:cNvSpPr/>
          <p:nvPr/>
        </p:nvSpPr>
        <p:spPr>
          <a:xfrm>
            <a:off x="14014544" y="2753197"/>
            <a:ext cx="3859327" cy="6745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Calcul de structure dynamique</a:t>
            </a:r>
          </a:p>
        </p:txBody>
      </p:sp>
      <p:sp>
        <p:nvSpPr>
          <p:cNvPr id="38" name="Freeform 31">
            <a:extLst>
              <a:ext uri="{FF2B5EF4-FFF2-40B4-BE49-F238E27FC236}">
                <a16:creationId xmlns:a16="http://schemas.microsoft.com/office/drawing/2014/main" id="{23383F5B-3A5C-659E-9756-D8601646F054}"/>
              </a:ext>
            </a:extLst>
          </p:cNvPr>
          <p:cNvSpPr/>
          <p:nvPr/>
        </p:nvSpPr>
        <p:spPr>
          <a:xfrm>
            <a:off x="13994430" y="3778323"/>
            <a:ext cx="3878937" cy="69121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Gestion du cycle de vie des produits </a:t>
            </a:r>
          </a:p>
        </p:txBody>
      </p:sp>
      <p:sp>
        <p:nvSpPr>
          <p:cNvPr id="39" name="Freeform 31">
            <a:extLst>
              <a:ext uri="{FF2B5EF4-FFF2-40B4-BE49-F238E27FC236}">
                <a16:creationId xmlns:a16="http://schemas.microsoft.com/office/drawing/2014/main" id="{F258576A-6D1B-2482-6242-A2372E623F09}"/>
              </a:ext>
            </a:extLst>
          </p:cNvPr>
          <p:cNvSpPr/>
          <p:nvPr/>
        </p:nvSpPr>
        <p:spPr>
          <a:xfrm>
            <a:off x="13976456" y="4711503"/>
            <a:ext cx="3852567" cy="67210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Chimie macromoléculaire I</a:t>
            </a:r>
          </a:p>
        </p:txBody>
      </p:sp>
      <p:sp>
        <p:nvSpPr>
          <p:cNvPr id="40" name="Freeform 31">
            <a:extLst>
              <a:ext uri="{FF2B5EF4-FFF2-40B4-BE49-F238E27FC236}">
                <a16:creationId xmlns:a16="http://schemas.microsoft.com/office/drawing/2014/main" id="{30801E3B-7E8F-F0CE-4BE0-A9D37D85B699}"/>
              </a:ext>
            </a:extLst>
          </p:cNvPr>
          <p:cNvSpPr/>
          <p:nvPr/>
        </p:nvSpPr>
        <p:spPr>
          <a:xfrm>
            <a:off x="13976456" y="5607494"/>
            <a:ext cx="3845378" cy="61955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Propriété des matériaux polymères</a:t>
            </a:r>
          </a:p>
        </p:txBody>
      </p:sp>
    </p:spTree>
    <p:extLst>
      <p:ext uri="{BB962C8B-B14F-4D97-AF65-F5344CB8AC3E}">
        <p14:creationId xmlns:p14="http://schemas.microsoft.com/office/powerpoint/2010/main" val="2737131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5BC16-AFC2-2C7B-748F-2BD6C3C24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64C29AEA-CAAA-7173-AB3D-A209E9D620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A6AB286F-38A5-5954-7D8C-C753DC2EB9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53E73733-9410-B548-7BEC-44800F3D18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E96C572C-8281-3854-9B72-EAC30F8248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738397D8-99CF-870B-B4B6-9AD1B1A9C8D8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3C7287F-9A50-B231-4FE8-C79B5EDDD866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33AC98C-4DBA-D4B0-B2CD-1E17A395CE40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EA25CD4-49ED-36DA-AA0B-A8A207698B20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FC0AF06C-9CA6-05A5-F676-98AEBE910D43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3327FA26-2A65-371A-9320-0E1FE370B6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3 (S9 et S10)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8EEF420E-9632-6C58-4C71-6B4E999B69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9E2C8E72-C76C-D1F8-B561-D5A69FB1FD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13F408F6-CD91-74B7-8169-E83539B09F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C1A650F7-2EC7-66D6-35C4-365F030C4A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F929E37C-D109-0E6B-B124-549F7F41E47E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9A56E0B7-CD10-941E-0C4E-A6E89779FE12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94A36C64-94D0-1CF3-1670-3A3DEDD2D662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E95B2C3B-EABC-D5C3-8D50-1C12246DF190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0AD10C11-B890-E929-39A7-AD637D755642}"/>
              </a:ext>
            </a:extLst>
          </p:cNvPr>
          <p:cNvSpPr/>
          <p:nvPr/>
        </p:nvSpPr>
        <p:spPr>
          <a:xfrm>
            <a:off x="13754680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27189E8F-90AC-68D5-387B-A529C7107666}"/>
              </a:ext>
            </a:extLst>
          </p:cNvPr>
          <p:cNvSpPr/>
          <p:nvPr/>
        </p:nvSpPr>
        <p:spPr>
          <a:xfrm>
            <a:off x="13997361" y="4728100"/>
            <a:ext cx="3840033" cy="73623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Comportements non linéaires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F6049681-505A-A84F-3085-27CD4BEC8C91}"/>
              </a:ext>
            </a:extLst>
          </p:cNvPr>
          <p:cNvSpPr/>
          <p:nvPr/>
        </p:nvSpPr>
        <p:spPr>
          <a:xfrm>
            <a:off x="13999731" y="2748372"/>
            <a:ext cx="3840034" cy="85078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Mécanique des structures composites II</a:t>
            </a: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58ED7D54-153E-D84E-E9B0-E4163737EE86}"/>
              </a:ext>
            </a:extLst>
          </p:cNvPr>
          <p:cNvSpPr/>
          <p:nvPr/>
        </p:nvSpPr>
        <p:spPr>
          <a:xfrm>
            <a:off x="13997361" y="3826587"/>
            <a:ext cx="3840033" cy="67408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Conception et calculs composites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17BF3EEE-840C-1348-F06B-3669938DDE52}"/>
              </a:ext>
            </a:extLst>
          </p:cNvPr>
          <p:cNvSpPr/>
          <p:nvPr/>
        </p:nvSpPr>
        <p:spPr>
          <a:xfrm>
            <a:off x="13997360" y="5691762"/>
            <a:ext cx="3840033" cy="67408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Chimie macromoléculaire II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4C97B089-3787-D563-E398-83DD3D793EA5}"/>
              </a:ext>
            </a:extLst>
          </p:cNvPr>
          <p:cNvSpPr/>
          <p:nvPr/>
        </p:nvSpPr>
        <p:spPr>
          <a:xfrm>
            <a:off x="4867771" y="2748372"/>
            <a:ext cx="4053675" cy="71789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Fabrication composite II</a:t>
            </a: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209BF8FE-4A44-4EE7-66A1-4B636FF14350}"/>
              </a:ext>
            </a:extLst>
          </p:cNvPr>
          <p:cNvSpPr/>
          <p:nvPr/>
        </p:nvSpPr>
        <p:spPr>
          <a:xfrm>
            <a:off x="9400790" y="2726298"/>
            <a:ext cx="4053675" cy="71789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Fabrication composite II</a:t>
            </a:r>
          </a:p>
        </p:txBody>
      </p:sp>
      <p:sp>
        <p:nvSpPr>
          <p:cNvPr id="22" name="Freeform 31">
            <a:extLst>
              <a:ext uri="{FF2B5EF4-FFF2-40B4-BE49-F238E27FC236}">
                <a16:creationId xmlns:a16="http://schemas.microsoft.com/office/drawing/2014/main" id="{E178F41F-438B-1514-4FEA-E1208A061450}"/>
              </a:ext>
            </a:extLst>
          </p:cNvPr>
          <p:cNvSpPr/>
          <p:nvPr/>
        </p:nvSpPr>
        <p:spPr>
          <a:xfrm>
            <a:off x="412376" y="2805127"/>
            <a:ext cx="3940783" cy="66113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Chimie macromoléculaire II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F703E8F-9163-5CA1-D37F-B1E63A3AF2AB}"/>
              </a:ext>
            </a:extLst>
          </p:cNvPr>
          <p:cNvSpPr/>
          <p:nvPr/>
        </p:nvSpPr>
        <p:spPr>
          <a:xfrm>
            <a:off x="412375" y="8668777"/>
            <a:ext cx="3940783" cy="63658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recherche &amp; développement</a:t>
            </a: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0160273A-584B-FD91-6D54-CA546E734711}"/>
              </a:ext>
            </a:extLst>
          </p:cNvPr>
          <p:cNvSpPr/>
          <p:nvPr/>
        </p:nvSpPr>
        <p:spPr>
          <a:xfrm>
            <a:off x="4903740" y="8684079"/>
            <a:ext cx="3940783" cy="63658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recherche &amp; développement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2324AFC4-C81D-B9F2-4FC3-69FAB5E312AF}"/>
              </a:ext>
            </a:extLst>
          </p:cNvPr>
          <p:cNvSpPr/>
          <p:nvPr/>
        </p:nvSpPr>
        <p:spPr>
          <a:xfrm>
            <a:off x="13973816" y="8684079"/>
            <a:ext cx="3940783" cy="63658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recherche &amp; développement</a:t>
            </a:r>
          </a:p>
        </p:txBody>
      </p:sp>
      <p:sp>
        <p:nvSpPr>
          <p:cNvPr id="26" name="Freeform 31">
            <a:extLst>
              <a:ext uri="{FF2B5EF4-FFF2-40B4-BE49-F238E27FC236}">
                <a16:creationId xmlns:a16="http://schemas.microsoft.com/office/drawing/2014/main" id="{D0C32D18-B4F3-C8A4-5367-E13144EFBAA4}"/>
              </a:ext>
            </a:extLst>
          </p:cNvPr>
          <p:cNvSpPr/>
          <p:nvPr/>
        </p:nvSpPr>
        <p:spPr>
          <a:xfrm>
            <a:off x="13973816" y="9443402"/>
            <a:ext cx="3940783" cy="60455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conception composite </a:t>
            </a:r>
          </a:p>
        </p:txBody>
      </p:sp>
    </p:spTree>
    <p:extLst>
      <p:ext uri="{BB962C8B-B14F-4D97-AF65-F5344CB8AC3E}">
        <p14:creationId xmlns:p14="http://schemas.microsoft.com/office/powerpoint/2010/main" val="2828021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AE528-8157-8C3D-7311-480F987B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1DBB8293-AF5E-1D4E-8F68-29E5FB252FFD}"/>
              </a:ext>
            </a:extLst>
          </p:cNvPr>
          <p:cNvSpPr/>
          <p:nvPr/>
        </p:nvSpPr>
        <p:spPr>
          <a:xfrm>
            <a:off x="0" y="1866900"/>
            <a:ext cx="18287999" cy="4953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EXEMPLE</a:t>
            </a:r>
          </a:p>
        </p:txBody>
      </p:sp>
      <p:sp>
        <p:nvSpPr>
          <p:cNvPr id="17" name="Freeform 119">
            <a:extLst>
              <a:ext uri="{FF2B5EF4-FFF2-40B4-BE49-F238E27FC236}">
                <a16:creationId xmlns:a16="http://schemas.microsoft.com/office/drawing/2014/main" id="{F8A4DEB3-66AC-E0D3-4294-3121F791F729}"/>
              </a:ext>
            </a:extLst>
          </p:cNvPr>
          <p:cNvSpPr/>
          <p:nvPr/>
        </p:nvSpPr>
        <p:spPr>
          <a:xfrm>
            <a:off x="1" y="5721016"/>
            <a:ext cx="18287999" cy="2197768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t"/>
          <a:lstStyle/>
          <a:p>
            <a:pPr algn="ctr"/>
            <a:r>
              <a:rPr lang="fr-FR" sz="7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Issu de la spécialité GPSE, Polytech Orléans</a:t>
            </a:r>
          </a:p>
        </p:txBody>
      </p:sp>
      <p:pic>
        <p:nvPicPr>
          <p:cNvPr id="18" name="Image 17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7CBC3AE8-C142-D203-8812-AE6BA155C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9" name="Image 18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E88C8335-C6EC-670A-14C7-84E41C1E01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20" name="Picture 2" descr="Réseau Polytech — Wikipédia">
            <a:extLst>
              <a:ext uri="{FF2B5EF4-FFF2-40B4-BE49-F238E27FC236}">
                <a16:creationId xmlns:a16="http://schemas.microsoft.com/office/drawing/2014/main" id="{0659F995-BA32-9983-49A7-9490219555B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Freeform 31">
            <a:extLst>
              <a:ext uri="{FF2B5EF4-FFF2-40B4-BE49-F238E27FC236}">
                <a16:creationId xmlns:a16="http://schemas.microsoft.com/office/drawing/2014/main" id="{79C534EA-0BCE-A63E-2FA9-9F3FE8EF9862}"/>
              </a:ext>
            </a:extLst>
          </p:cNvPr>
          <p:cNvSpPr/>
          <p:nvPr/>
        </p:nvSpPr>
        <p:spPr>
          <a:xfrm>
            <a:off x="990600" y="8485298"/>
            <a:ext cx="6934200" cy="123838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7, 8, 9 : vue par année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10, 11 : vue globale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12, 13, 14 : vue par compétences</a:t>
            </a:r>
          </a:p>
        </p:txBody>
      </p:sp>
    </p:spTree>
    <p:extLst>
      <p:ext uri="{BB962C8B-B14F-4D97-AF65-F5344CB8AC3E}">
        <p14:creationId xmlns:p14="http://schemas.microsoft.com/office/powerpoint/2010/main" val="2859143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7BE2-3D35-B1F7-64FB-CA71F174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13">
            <a:extLst>
              <a:ext uri="{FF2B5EF4-FFF2-40B4-BE49-F238E27FC236}">
                <a16:creationId xmlns:a16="http://schemas.microsoft.com/office/drawing/2014/main" id="{5B76849F-943D-DF75-4222-F5B53C26E5DF}"/>
              </a:ext>
            </a:extLst>
          </p:cNvPr>
          <p:cNvSpPr/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B446EB5F-B3BD-9DF0-3E8B-46142C80D2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44FF5CA-0CE3-2832-19B8-8E0500F144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6FD269D-9598-6019-2831-3D2A98758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2FB36C15-295B-6F99-191E-11D82408CB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7C33804F-6137-EF84-FBA4-E1891DF0BA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BDF4810E-CBF5-8C6B-FDA4-5753AB27D312}"/>
              </a:ext>
            </a:extLst>
          </p:cNvPr>
          <p:cNvSpPr/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118D64A1-4C4B-EACF-81A5-01EDCE39FEDE}"/>
              </a:ext>
            </a:extLst>
          </p:cNvPr>
          <p:cNvSpPr/>
          <p:nvPr/>
        </p:nvSpPr>
        <p:spPr>
          <a:xfrm>
            <a:off x="9274241" y="3467455"/>
            <a:ext cx="3899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57799C34-DBED-7911-C774-FC1DCB11DE5A}"/>
              </a:ext>
            </a:extLst>
          </p:cNvPr>
          <p:cNvSpPr/>
          <p:nvPr/>
        </p:nvSpPr>
        <p:spPr>
          <a:xfrm>
            <a:off x="9274240" y="2749703"/>
            <a:ext cx="257153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9264F351-BE64-E67A-295D-F81CD79C45A6}"/>
              </a:ext>
            </a:extLst>
          </p:cNvPr>
          <p:cNvSpPr/>
          <p:nvPr/>
        </p:nvSpPr>
        <p:spPr>
          <a:xfrm>
            <a:off x="9274240" y="2031951"/>
            <a:ext cx="352235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7590CD44-77A0-AA46-CE7C-0446D091A151}"/>
              </a:ext>
            </a:extLst>
          </p:cNvPr>
          <p:cNvSpPr/>
          <p:nvPr/>
        </p:nvSpPr>
        <p:spPr>
          <a:xfrm>
            <a:off x="705909" y="9096334"/>
            <a:ext cx="34285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couches-minces</a:t>
            </a: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0DA68585-A34A-A720-BC42-D85F20432B88}"/>
              </a:ext>
            </a:extLst>
          </p:cNvPr>
          <p:cNvSpPr/>
          <p:nvPr/>
        </p:nvSpPr>
        <p:spPr>
          <a:xfrm>
            <a:off x="427182" y="5414170"/>
            <a:ext cx="17433636" cy="1253466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4287C13-EAAE-DFFF-FE0F-DB390FA4B8BB}"/>
              </a:ext>
            </a:extLst>
          </p:cNvPr>
          <p:cNvSpPr/>
          <p:nvPr/>
        </p:nvSpPr>
        <p:spPr>
          <a:xfrm>
            <a:off x="427182" y="7067381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90956A1F-F557-A829-6737-0893340A3255}"/>
              </a:ext>
            </a:extLst>
          </p:cNvPr>
          <p:cNvSpPr/>
          <p:nvPr/>
        </p:nvSpPr>
        <p:spPr>
          <a:xfrm>
            <a:off x="9276716" y="7439161"/>
            <a:ext cx="291033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 pro (1,5 mois)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305BA7A6-2F92-F019-A295-4C1DF2B7A19F}"/>
              </a:ext>
            </a:extLst>
          </p:cNvPr>
          <p:cNvSpPr/>
          <p:nvPr/>
        </p:nvSpPr>
        <p:spPr>
          <a:xfrm>
            <a:off x="9274836" y="5874391"/>
            <a:ext cx="150370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05EA1A9C-0DA9-6112-CF37-BF525D60A4A9}"/>
              </a:ext>
            </a:extLst>
          </p:cNvPr>
          <p:cNvSpPr/>
          <p:nvPr/>
        </p:nvSpPr>
        <p:spPr>
          <a:xfrm>
            <a:off x="720987" y="5855464"/>
            <a:ext cx="235281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(thermique)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90DD5F61-4086-04AE-D0C0-920378080EA5}"/>
              </a:ext>
            </a:extLst>
          </p:cNvPr>
          <p:cNvSpPr/>
          <p:nvPr/>
        </p:nvSpPr>
        <p:spPr>
          <a:xfrm>
            <a:off x="718433" y="2743170"/>
            <a:ext cx="19485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1D01D331-2D94-3288-F8B9-59110D6F5609}"/>
              </a:ext>
            </a:extLst>
          </p:cNvPr>
          <p:cNvSpPr/>
          <p:nvPr/>
        </p:nvSpPr>
        <p:spPr>
          <a:xfrm>
            <a:off x="774583" y="6743700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7BB1C589-7B52-C774-0D18-D7DFE74E02F1}"/>
              </a:ext>
            </a:extLst>
          </p:cNvPr>
          <p:cNvSpPr/>
          <p:nvPr/>
        </p:nvSpPr>
        <p:spPr>
          <a:xfrm>
            <a:off x="713768" y="2045298"/>
            <a:ext cx="75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" name="Freeform 114">
            <a:extLst>
              <a:ext uri="{FF2B5EF4-FFF2-40B4-BE49-F238E27FC236}">
                <a16:creationId xmlns:a16="http://schemas.microsoft.com/office/drawing/2014/main" id="{FECD8B98-8089-B294-DC42-D50F91526455}"/>
              </a:ext>
            </a:extLst>
          </p:cNvPr>
          <p:cNvSpPr/>
          <p:nvPr/>
        </p:nvSpPr>
        <p:spPr>
          <a:xfrm>
            <a:off x="2209800" y="3534376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Freeform 117">
            <a:extLst>
              <a:ext uri="{FF2B5EF4-FFF2-40B4-BE49-F238E27FC236}">
                <a16:creationId xmlns:a16="http://schemas.microsoft.com/office/drawing/2014/main" id="{FEE82307-B3BF-D163-6ED5-4D06F57073F4}"/>
              </a:ext>
            </a:extLst>
          </p:cNvPr>
          <p:cNvSpPr/>
          <p:nvPr/>
        </p:nvSpPr>
        <p:spPr>
          <a:xfrm>
            <a:off x="3232257" y="59055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Freeform 118">
            <a:extLst>
              <a:ext uri="{FF2B5EF4-FFF2-40B4-BE49-F238E27FC236}">
                <a16:creationId xmlns:a16="http://schemas.microsoft.com/office/drawing/2014/main" id="{A2AFDD2A-9477-36D8-0BED-F3166436613C}"/>
              </a:ext>
            </a:extLst>
          </p:cNvPr>
          <p:cNvSpPr/>
          <p:nvPr/>
        </p:nvSpPr>
        <p:spPr>
          <a:xfrm>
            <a:off x="10972800" y="5915267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Freeform 119">
            <a:extLst>
              <a:ext uri="{FF2B5EF4-FFF2-40B4-BE49-F238E27FC236}">
                <a16:creationId xmlns:a16="http://schemas.microsoft.com/office/drawing/2014/main" id="{B11DE081-7274-EB2E-3447-1AEF373676E3}"/>
              </a:ext>
            </a:extLst>
          </p:cNvPr>
          <p:cNvSpPr/>
          <p:nvPr/>
        </p:nvSpPr>
        <p:spPr>
          <a:xfrm>
            <a:off x="12344400" y="7495628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C27274F4-E3CF-B924-46C2-894122D46AB1}"/>
              </a:ext>
            </a:extLst>
          </p:cNvPr>
          <p:cNvSpPr/>
          <p:nvPr/>
        </p:nvSpPr>
        <p:spPr>
          <a:xfrm>
            <a:off x="774582" y="5116539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B34CE512-D563-1C06-CA6B-E6511214FCB1}"/>
              </a:ext>
            </a:extLst>
          </p:cNvPr>
          <p:cNvSpPr/>
          <p:nvPr/>
        </p:nvSpPr>
        <p:spPr>
          <a:xfrm>
            <a:off x="771147" y="8438253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D5AB715-F08D-E900-EBEC-6BE77383DCFC}"/>
              </a:ext>
            </a:extLst>
          </p:cNvPr>
          <p:cNvSpPr/>
          <p:nvPr/>
        </p:nvSpPr>
        <p:spPr>
          <a:xfrm>
            <a:off x="714632" y="3443732"/>
            <a:ext cx="131554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33" name="Freeform 31">
            <a:extLst>
              <a:ext uri="{FF2B5EF4-FFF2-40B4-BE49-F238E27FC236}">
                <a16:creationId xmlns:a16="http://schemas.microsoft.com/office/drawing/2014/main" id="{9EE95496-B87B-D6C7-0E16-80F0AEFAC404}"/>
              </a:ext>
            </a:extLst>
          </p:cNvPr>
          <p:cNvSpPr/>
          <p:nvPr/>
        </p:nvSpPr>
        <p:spPr>
          <a:xfrm>
            <a:off x="716656" y="4133988"/>
            <a:ext cx="27649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878D2541-6A5F-73A9-1AD2-C9769176F8F4}"/>
              </a:ext>
            </a:extLst>
          </p:cNvPr>
          <p:cNvSpPr/>
          <p:nvPr/>
        </p:nvSpPr>
        <p:spPr>
          <a:xfrm>
            <a:off x="14649184" y="585284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E47AF6A-B1FD-408E-0323-81770EEC98C1}"/>
              </a:ext>
            </a:extLst>
          </p:cNvPr>
          <p:cNvSpPr/>
          <p:nvPr/>
        </p:nvSpPr>
        <p:spPr>
          <a:xfrm>
            <a:off x="15390471" y="585284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F45EDFA-E92D-9A3A-7403-D64F2188CEA7}"/>
              </a:ext>
            </a:extLst>
          </p:cNvPr>
          <p:cNvSpPr/>
          <p:nvPr/>
        </p:nvSpPr>
        <p:spPr>
          <a:xfrm>
            <a:off x="16153248" y="585284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849B0850-CE76-D5C3-5747-A3433BF3AB70}"/>
              </a:ext>
            </a:extLst>
          </p:cNvPr>
          <p:cNvSpPr/>
          <p:nvPr/>
        </p:nvSpPr>
        <p:spPr>
          <a:xfrm>
            <a:off x="16916025" y="587325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948138BC-84DE-BDBD-E793-F927E843D776}"/>
              </a:ext>
            </a:extLst>
          </p:cNvPr>
          <p:cNvSpPr/>
          <p:nvPr/>
        </p:nvSpPr>
        <p:spPr>
          <a:xfrm>
            <a:off x="14628763" y="743802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1799B7A-461C-8DDA-B42F-808EA2558F73}"/>
              </a:ext>
            </a:extLst>
          </p:cNvPr>
          <p:cNvSpPr/>
          <p:nvPr/>
        </p:nvSpPr>
        <p:spPr>
          <a:xfrm>
            <a:off x="15390471" y="743802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47A0C7C-CFAE-B079-62F1-345D43D93D0D}"/>
              </a:ext>
            </a:extLst>
          </p:cNvPr>
          <p:cNvSpPr/>
          <p:nvPr/>
        </p:nvSpPr>
        <p:spPr>
          <a:xfrm>
            <a:off x="16153248" y="743802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9DDB0B42-DB84-E9E1-AAE2-C363656FBC65}"/>
              </a:ext>
            </a:extLst>
          </p:cNvPr>
          <p:cNvSpPr/>
          <p:nvPr/>
        </p:nvSpPr>
        <p:spPr>
          <a:xfrm>
            <a:off x="16912156" y="743802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A7993998-669E-B989-AAC2-59D6E319C00D}"/>
              </a:ext>
            </a:extLst>
          </p:cNvPr>
          <p:cNvSpPr/>
          <p:nvPr/>
        </p:nvSpPr>
        <p:spPr>
          <a:xfrm>
            <a:off x="14628763" y="274578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71DCE31-22F2-F357-5219-DFA24D35ED51}"/>
              </a:ext>
            </a:extLst>
          </p:cNvPr>
          <p:cNvSpPr/>
          <p:nvPr/>
        </p:nvSpPr>
        <p:spPr>
          <a:xfrm>
            <a:off x="16153248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03C55C17-6263-A32A-6DB0-10F70538F296}"/>
              </a:ext>
            </a:extLst>
          </p:cNvPr>
          <p:cNvSpPr/>
          <p:nvPr/>
        </p:nvSpPr>
        <p:spPr>
          <a:xfrm>
            <a:off x="14628763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3D2E96A9-42E0-4198-FAB6-0E9596D3C273}"/>
              </a:ext>
            </a:extLst>
          </p:cNvPr>
          <p:cNvSpPr/>
          <p:nvPr/>
        </p:nvSpPr>
        <p:spPr>
          <a:xfrm>
            <a:off x="15390471" y="344906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1175BA4B-F9BE-2AB3-3206-5DB7353A7412}"/>
              </a:ext>
            </a:extLst>
          </p:cNvPr>
          <p:cNvSpPr/>
          <p:nvPr/>
        </p:nvSpPr>
        <p:spPr>
          <a:xfrm>
            <a:off x="57167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E68AD700-3767-3604-7DB4-D883BD783920}"/>
              </a:ext>
            </a:extLst>
          </p:cNvPr>
          <p:cNvSpPr/>
          <p:nvPr/>
        </p:nvSpPr>
        <p:spPr>
          <a:xfrm>
            <a:off x="64750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BA421EF3-93F9-030A-4C8C-DE5006D76C89}"/>
              </a:ext>
            </a:extLst>
          </p:cNvPr>
          <p:cNvSpPr/>
          <p:nvPr/>
        </p:nvSpPr>
        <p:spPr>
          <a:xfrm>
            <a:off x="72378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ED8E4D82-6113-166E-AE58-159FFB69EAC6}"/>
              </a:ext>
            </a:extLst>
          </p:cNvPr>
          <p:cNvSpPr/>
          <p:nvPr/>
        </p:nvSpPr>
        <p:spPr>
          <a:xfrm>
            <a:off x="5716775" y="274317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467788D1-7484-52E9-15B9-5A043B917446}"/>
              </a:ext>
            </a:extLst>
          </p:cNvPr>
          <p:cNvSpPr/>
          <p:nvPr/>
        </p:nvSpPr>
        <p:spPr>
          <a:xfrm>
            <a:off x="5716775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E8D24A50-7FBC-8C98-5624-678A20E246DE}"/>
              </a:ext>
            </a:extLst>
          </p:cNvPr>
          <p:cNvSpPr/>
          <p:nvPr/>
        </p:nvSpPr>
        <p:spPr>
          <a:xfrm>
            <a:off x="5716775" y="413398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AB023735-D393-E10A-C25F-1A71DA671ED5}"/>
              </a:ext>
            </a:extLst>
          </p:cNvPr>
          <p:cNvSpPr/>
          <p:nvPr/>
        </p:nvSpPr>
        <p:spPr>
          <a:xfrm>
            <a:off x="6475071" y="58528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50C89E98-892C-7C44-FBDE-55E5B111B835}"/>
              </a:ext>
            </a:extLst>
          </p:cNvPr>
          <p:cNvSpPr/>
          <p:nvPr/>
        </p:nvSpPr>
        <p:spPr>
          <a:xfrm>
            <a:off x="7237848" y="58528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AB57F808-98AE-CC7C-033F-7EB6226F59F0}"/>
              </a:ext>
            </a:extLst>
          </p:cNvPr>
          <p:cNvSpPr/>
          <p:nvPr/>
        </p:nvSpPr>
        <p:spPr>
          <a:xfrm>
            <a:off x="5716775" y="909318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E6241275-6B99-1DFC-1417-8260207ABBB3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9" name="Ellipse 108">
            <a:extLst>
              <a:ext uri="{FF2B5EF4-FFF2-40B4-BE49-F238E27FC236}">
                <a16:creationId xmlns:a16="http://schemas.microsoft.com/office/drawing/2014/main" id="{BA40DE71-224E-BB08-B6D8-A5B0788DC4AE}"/>
              </a:ext>
            </a:extLst>
          </p:cNvPr>
          <p:cNvSpPr/>
          <p:nvPr/>
        </p:nvSpPr>
        <p:spPr>
          <a:xfrm>
            <a:off x="6475071" y="344818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A601A3FA-09FE-560E-AB90-3A7DB010858D}"/>
              </a:ext>
            </a:extLst>
          </p:cNvPr>
          <p:cNvSpPr/>
          <p:nvPr/>
        </p:nvSpPr>
        <p:spPr>
          <a:xfrm>
            <a:off x="7996328" y="413020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D254DE98-301C-E673-D438-3A0807B8B718}"/>
              </a:ext>
            </a:extLst>
          </p:cNvPr>
          <p:cNvSpPr/>
          <p:nvPr/>
        </p:nvSpPr>
        <p:spPr>
          <a:xfrm>
            <a:off x="146321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5CC55DB8-75C9-0750-D2C2-DF6ADE5E87D3}"/>
              </a:ext>
            </a:extLst>
          </p:cNvPr>
          <p:cNvSpPr/>
          <p:nvPr/>
        </p:nvSpPr>
        <p:spPr>
          <a:xfrm>
            <a:off x="153904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E1363C12-1E3B-8BD7-02F6-0CE037AF908C}"/>
              </a:ext>
            </a:extLst>
          </p:cNvPr>
          <p:cNvSpPr/>
          <p:nvPr/>
        </p:nvSpPr>
        <p:spPr>
          <a:xfrm>
            <a:off x="161532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1247876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ABB1D-7FA4-1040-DCFB-593758550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Freeform 16">
            <a:extLst>
              <a:ext uri="{FF2B5EF4-FFF2-40B4-BE49-F238E27FC236}">
                <a16:creationId xmlns:a16="http://schemas.microsoft.com/office/drawing/2014/main" id="{4D1301E4-A8C8-ABE4-373E-5BB503C219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5F6376C-FC32-3128-E89B-0B43647E9BED}"/>
              </a:ext>
            </a:extLst>
          </p:cNvPr>
          <p:cNvSpPr/>
          <p:nvPr/>
        </p:nvSpPr>
        <p:spPr>
          <a:xfrm>
            <a:off x="427182" y="8319281"/>
            <a:ext cx="17433636" cy="16583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AF333A2-8CFA-4038-3072-9B56882C2B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23D6F27-50F1-B2C7-6BA1-CE8AB2A8679A}"/>
              </a:ext>
            </a:extLst>
          </p:cNvPr>
          <p:cNvSpPr/>
          <p:nvPr/>
        </p:nvSpPr>
        <p:spPr>
          <a:xfrm>
            <a:off x="427182" y="1644791"/>
            <a:ext cx="17433636" cy="3623590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AB941D09-70AF-3543-55C7-B27E0F94687D}"/>
              </a:ext>
            </a:extLst>
          </p:cNvPr>
          <p:cNvSpPr/>
          <p:nvPr/>
        </p:nvSpPr>
        <p:spPr>
          <a:xfrm>
            <a:off x="9274240" y="3467455"/>
            <a:ext cx="80470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836876D1-7BC3-A707-EAE2-32A147A921D0}"/>
              </a:ext>
            </a:extLst>
          </p:cNvPr>
          <p:cNvSpPr/>
          <p:nvPr/>
        </p:nvSpPr>
        <p:spPr>
          <a:xfrm>
            <a:off x="9274241" y="2749703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 de données</a:t>
            </a: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CD57B971-212D-E444-EBB0-B00C879015B0}"/>
              </a:ext>
            </a:extLst>
          </p:cNvPr>
          <p:cNvSpPr/>
          <p:nvPr/>
        </p:nvSpPr>
        <p:spPr>
          <a:xfrm>
            <a:off x="9274241" y="2031951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DF147853-EE14-CEE0-AC1C-3EC744EFDC6A}"/>
              </a:ext>
            </a:extLst>
          </p:cNvPr>
          <p:cNvSpPr/>
          <p:nvPr/>
        </p:nvSpPr>
        <p:spPr>
          <a:xfrm>
            <a:off x="705909" y="8690084"/>
            <a:ext cx="211998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5A3D05D-D21B-0912-874A-3B71E0B72D90}"/>
              </a:ext>
            </a:extLst>
          </p:cNvPr>
          <p:cNvSpPr/>
          <p:nvPr/>
        </p:nvSpPr>
        <p:spPr>
          <a:xfrm>
            <a:off x="427182" y="5593284"/>
            <a:ext cx="17433636" cy="107435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A303520-E107-4E21-84E7-82FBF27E1844}"/>
              </a:ext>
            </a:extLst>
          </p:cNvPr>
          <p:cNvSpPr/>
          <p:nvPr/>
        </p:nvSpPr>
        <p:spPr>
          <a:xfrm>
            <a:off x="9062458" y="7045738"/>
            <a:ext cx="8798359" cy="965843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CBC18386-E748-0A13-E09E-C1369263E86D}"/>
              </a:ext>
            </a:extLst>
          </p:cNvPr>
          <p:cNvSpPr/>
          <p:nvPr/>
        </p:nvSpPr>
        <p:spPr>
          <a:xfrm>
            <a:off x="9276716" y="7331241"/>
            <a:ext cx="203642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(3-4 mois)</a:t>
            </a:r>
          </a:p>
        </p:txBody>
      </p:sp>
      <p:sp>
        <p:nvSpPr>
          <p:cNvPr id="160" name="Freeform 31">
            <a:extLst>
              <a:ext uri="{FF2B5EF4-FFF2-40B4-BE49-F238E27FC236}">
                <a16:creationId xmlns:a16="http://schemas.microsoft.com/office/drawing/2014/main" id="{17966AFA-FF18-CB93-CA16-CCA160648679}"/>
              </a:ext>
            </a:extLst>
          </p:cNvPr>
          <p:cNvSpPr/>
          <p:nvPr/>
        </p:nvSpPr>
        <p:spPr>
          <a:xfrm>
            <a:off x="9274836" y="5855478"/>
            <a:ext cx="20457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Ingé guidé</a:t>
            </a:r>
          </a:p>
        </p:txBody>
      </p:sp>
      <p:sp>
        <p:nvSpPr>
          <p:cNvPr id="159" name="Freeform 31">
            <a:extLst>
              <a:ext uri="{FF2B5EF4-FFF2-40B4-BE49-F238E27FC236}">
                <a16:creationId xmlns:a16="http://schemas.microsoft.com/office/drawing/2014/main" id="{AAE4BE64-1936-2740-149F-870E4DFA4AC8}"/>
              </a:ext>
            </a:extLst>
          </p:cNvPr>
          <p:cNvSpPr/>
          <p:nvPr/>
        </p:nvSpPr>
        <p:spPr>
          <a:xfrm>
            <a:off x="720987" y="5931790"/>
            <a:ext cx="29263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523052BB-6959-C84F-81B3-026DE35DAFCD}"/>
              </a:ext>
            </a:extLst>
          </p:cNvPr>
          <p:cNvSpPr/>
          <p:nvPr/>
        </p:nvSpPr>
        <p:spPr>
          <a:xfrm>
            <a:off x="718434" y="2628943"/>
            <a:ext cx="173605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E3733B83-EF79-E859-D093-EE7EBAAD4AE7}"/>
              </a:ext>
            </a:extLst>
          </p:cNvPr>
          <p:cNvSpPr/>
          <p:nvPr/>
        </p:nvSpPr>
        <p:spPr>
          <a:xfrm>
            <a:off x="9278528" y="672205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AECF4B34-3CFD-EC26-AA10-07AE9E25D164}"/>
              </a:ext>
            </a:extLst>
          </p:cNvPr>
          <p:cNvSpPr/>
          <p:nvPr/>
        </p:nvSpPr>
        <p:spPr>
          <a:xfrm>
            <a:off x="713768" y="1966949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>
            <a:extLst>
              <a:ext uri="{FF2B5EF4-FFF2-40B4-BE49-F238E27FC236}">
                <a16:creationId xmlns:a16="http://schemas.microsoft.com/office/drawing/2014/main" id="{94BD587B-A04C-FD49-F190-E2F1229E5C0D}"/>
              </a:ext>
            </a:extLst>
          </p:cNvPr>
          <p:cNvSpPr/>
          <p:nvPr/>
        </p:nvSpPr>
        <p:spPr>
          <a:xfrm>
            <a:off x="2590800" y="27051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5F103B9D-B607-B141-21E7-F4AB91D99E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866EDF0-ED30-46E6-DB08-1B5975BF8D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118" name="Freeform 118">
            <a:extLst>
              <a:ext uri="{FF2B5EF4-FFF2-40B4-BE49-F238E27FC236}">
                <a16:creationId xmlns:a16="http://schemas.microsoft.com/office/drawing/2014/main" id="{2489638D-8DB8-095E-886A-14FAE79169B7}"/>
              </a:ext>
            </a:extLst>
          </p:cNvPr>
          <p:cNvSpPr/>
          <p:nvPr/>
        </p:nvSpPr>
        <p:spPr>
          <a:xfrm>
            <a:off x="11919057" y="589635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C5562894-3A83-B455-78E2-2B80A0B2C1D4}"/>
              </a:ext>
            </a:extLst>
          </p:cNvPr>
          <p:cNvSpPr/>
          <p:nvPr/>
        </p:nvSpPr>
        <p:spPr>
          <a:xfrm>
            <a:off x="11887200" y="738770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Freeform 25">
            <a:extLst>
              <a:ext uri="{FF2B5EF4-FFF2-40B4-BE49-F238E27FC236}">
                <a16:creationId xmlns:a16="http://schemas.microsoft.com/office/drawing/2014/main" id="{3F23A7CE-77A6-B4D5-709B-F8060B13A00C}"/>
              </a:ext>
            </a:extLst>
          </p:cNvPr>
          <p:cNvSpPr/>
          <p:nvPr/>
        </p:nvSpPr>
        <p:spPr>
          <a:xfrm>
            <a:off x="774582" y="5295900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5CC0569B-A578-2D7F-DC1C-E712B05F52FC}"/>
              </a:ext>
            </a:extLst>
          </p:cNvPr>
          <p:cNvSpPr/>
          <p:nvPr/>
        </p:nvSpPr>
        <p:spPr>
          <a:xfrm>
            <a:off x="771147" y="8039100"/>
            <a:ext cx="1516733" cy="522635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A8D70433-F6AB-5B52-981C-D70F51E6221A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57" name="Freeform 31">
            <a:extLst>
              <a:ext uri="{FF2B5EF4-FFF2-40B4-BE49-F238E27FC236}">
                <a16:creationId xmlns:a16="http://schemas.microsoft.com/office/drawing/2014/main" id="{9B052B8D-2C15-4679-7721-9EC2BBB71E91}"/>
              </a:ext>
            </a:extLst>
          </p:cNvPr>
          <p:cNvSpPr/>
          <p:nvPr/>
        </p:nvSpPr>
        <p:spPr>
          <a:xfrm>
            <a:off x="713768" y="3943862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158" name="Freeform 31">
            <a:extLst>
              <a:ext uri="{FF2B5EF4-FFF2-40B4-BE49-F238E27FC236}">
                <a16:creationId xmlns:a16="http://schemas.microsoft.com/office/drawing/2014/main" id="{D77972B7-0896-6EA8-28CC-542247BE896B}"/>
              </a:ext>
            </a:extLst>
          </p:cNvPr>
          <p:cNvSpPr/>
          <p:nvPr/>
        </p:nvSpPr>
        <p:spPr>
          <a:xfrm>
            <a:off x="716884" y="3287475"/>
            <a:ext cx="377891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A8C10D4C-694D-B606-E06E-389BB1F3055B}"/>
              </a:ext>
            </a:extLst>
          </p:cNvPr>
          <p:cNvSpPr/>
          <p:nvPr/>
        </p:nvSpPr>
        <p:spPr>
          <a:xfrm>
            <a:off x="14628763" y="58293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9" name="Ellipse 168">
            <a:extLst>
              <a:ext uri="{FF2B5EF4-FFF2-40B4-BE49-F238E27FC236}">
                <a16:creationId xmlns:a16="http://schemas.microsoft.com/office/drawing/2014/main" id="{34877154-5726-3427-5B65-BFB2A27A3EAD}"/>
              </a:ext>
            </a:extLst>
          </p:cNvPr>
          <p:cNvSpPr/>
          <p:nvPr/>
        </p:nvSpPr>
        <p:spPr>
          <a:xfrm>
            <a:off x="15392005" y="582930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AD3E3427-A9F9-4E5F-718F-6B77ED81C1AD}"/>
              </a:ext>
            </a:extLst>
          </p:cNvPr>
          <p:cNvSpPr/>
          <p:nvPr/>
        </p:nvSpPr>
        <p:spPr>
          <a:xfrm>
            <a:off x="16148388" y="585203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96435E2D-D491-3E6C-0623-700921EFB847}"/>
              </a:ext>
            </a:extLst>
          </p:cNvPr>
          <p:cNvSpPr/>
          <p:nvPr/>
        </p:nvSpPr>
        <p:spPr>
          <a:xfrm>
            <a:off x="16903076" y="585203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04BECFA2-538C-DD76-3BA5-6331F8F8E42B}"/>
              </a:ext>
            </a:extLst>
          </p:cNvPr>
          <p:cNvSpPr/>
          <p:nvPr/>
        </p:nvSpPr>
        <p:spPr>
          <a:xfrm>
            <a:off x="14628763" y="868951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AE14DCD5-5E52-6D91-BD06-2FF2B282ED9A}"/>
              </a:ext>
            </a:extLst>
          </p:cNvPr>
          <p:cNvSpPr/>
          <p:nvPr/>
        </p:nvSpPr>
        <p:spPr>
          <a:xfrm>
            <a:off x="15392005" y="7285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CE8B00A-E057-DB63-5D11-627B05EC6AEE}"/>
              </a:ext>
            </a:extLst>
          </p:cNvPr>
          <p:cNvSpPr/>
          <p:nvPr/>
        </p:nvSpPr>
        <p:spPr>
          <a:xfrm>
            <a:off x="16148975" y="727710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32C46713-71AA-7E65-ECEB-993A0F4567D9}"/>
              </a:ext>
            </a:extLst>
          </p:cNvPr>
          <p:cNvSpPr/>
          <p:nvPr/>
        </p:nvSpPr>
        <p:spPr>
          <a:xfrm>
            <a:off x="16903076" y="868951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16E8619D-9DAC-C4E8-5693-020ED14B633A}"/>
              </a:ext>
            </a:extLst>
          </p:cNvPr>
          <p:cNvSpPr/>
          <p:nvPr/>
        </p:nvSpPr>
        <p:spPr>
          <a:xfrm>
            <a:off x="14628763" y="274970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5DB9DAA6-039B-BBD8-B577-E7664D989B4C}"/>
              </a:ext>
            </a:extLst>
          </p:cNvPr>
          <p:cNvSpPr/>
          <p:nvPr/>
        </p:nvSpPr>
        <p:spPr>
          <a:xfrm>
            <a:off x="16144934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1" name="Ellipse 180">
            <a:extLst>
              <a:ext uri="{FF2B5EF4-FFF2-40B4-BE49-F238E27FC236}">
                <a16:creationId xmlns:a16="http://schemas.microsoft.com/office/drawing/2014/main" id="{C5B978E2-16A1-EFC2-0B9B-037A48DAD93A}"/>
              </a:ext>
            </a:extLst>
          </p:cNvPr>
          <p:cNvSpPr/>
          <p:nvPr/>
        </p:nvSpPr>
        <p:spPr>
          <a:xfrm>
            <a:off x="14628763" y="34654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9AD1FAE-51A4-DD9C-C558-1A315F971761}"/>
              </a:ext>
            </a:extLst>
          </p:cNvPr>
          <p:cNvSpPr/>
          <p:nvPr/>
        </p:nvSpPr>
        <p:spPr>
          <a:xfrm>
            <a:off x="5716775" y="263137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0" name="Ellipse 189">
            <a:extLst>
              <a:ext uri="{FF2B5EF4-FFF2-40B4-BE49-F238E27FC236}">
                <a16:creationId xmlns:a16="http://schemas.microsoft.com/office/drawing/2014/main" id="{A72CA917-D1C3-84D4-2269-36753766486D}"/>
              </a:ext>
            </a:extLst>
          </p:cNvPr>
          <p:cNvSpPr/>
          <p:nvPr/>
        </p:nvSpPr>
        <p:spPr>
          <a:xfrm>
            <a:off x="6477469" y="393912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1" name="Ellipse 190">
            <a:extLst>
              <a:ext uri="{FF2B5EF4-FFF2-40B4-BE49-F238E27FC236}">
                <a16:creationId xmlns:a16="http://schemas.microsoft.com/office/drawing/2014/main" id="{9BE50E86-6F2E-4296-772D-C6E04E1B2619}"/>
              </a:ext>
            </a:extLst>
          </p:cNvPr>
          <p:cNvSpPr/>
          <p:nvPr/>
        </p:nvSpPr>
        <p:spPr>
          <a:xfrm>
            <a:off x="5716775" y="460565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EF5E30D-A7B0-EAFC-1453-81B022F04BED}"/>
              </a:ext>
            </a:extLst>
          </p:cNvPr>
          <p:cNvSpPr/>
          <p:nvPr/>
        </p:nvSpPr>
        <p:spPr>
          <a:xfrm>
            <a:off x="7937142" y="328747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363CB048-ECEF-FA5B-3E85-19D7A7C233E9}"/>
              </a:ext>
            </a:extLst>
          </p:cNvPr>
          <p:cNvSpPr/>
          <p:nvPr/>
        </p:nvSpPr>
        <p:spPr>
          <a:xfrm>
            <a:off x="5716775" y="934533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2" name="Freeform 31">
            <a:extLst>
              <a:ext uri="{FF2B5EF4-FFF2-40B4-BE49-F238E27FC236}">
                <a16:creationId xmlns:a16="http://schemas.microsoft.com/office/drawing/2014/main" id="{F695A69B-F197-4DF4-9987-535287059E44}"/>
              </a:ext>
            </a:extLst>
          </p:cNvPr>
          <p:cNvSpPr/>
          <p:nvPr/>
        </p:nvSpPr>
        <p:spPr>
          <a:xfrm>
            <a:off x="705909" y="9346471"/>
            <a:ext cx="244534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078FE57D-9153-28AA-BA67-1F4247F110B6}"/>
              </a:ext>
            </a:extLst>
          </p:cNvPr>
          <p:cNvSpPr/>
          <p:nvPr/>
        </p:nvSpPr>
        <p:spPr>
          <a:xfrm>
            <a:off x="6472927" y="864901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4" name="Freeform 31">
            <a:extLst>
              <a:ext uri="{FF2B5EF4-FFF2-40B4-BE49-F238E27FC236}">
                <a16:creationId xmlns:a16="http://schemas.microsoft.com/office/drawing/2014/main" id="{B41534A7-E165-2F92-EB0D-2F176DBEE451}"/>
              </a:ext>
            </a:extLst>
          </p:cNvPr>
          <p:cNvSpPr/>
          <p:nvPr/>
        </p:nvSpPr>
        <p:spPr>
          <a:xfrm>
            <a:off x="9276472" y="8690084"/>
            <a:ext cx="23384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Dossier Biblio Laser</a:t>
            </a:r>
          </a:p>
        </p:txBody>
      </p:sp>
      <p:sp>
        <p:nvSpPr>
          <p:cNvPr id="55" name="Freeform 7">
            <a:extLst>
              <a:ext uri="{FF2B5EF4-FFF2-40B4-BE49-F238E27FC236}">
                <a16:creationId xmlns:a16="http://schemas.microsoft.com/office/drawing/2014/main" id="{E7E4B478-6D90-8416-EB9E-E3C1F588AC00}"/>
              </a:ext>
            </a:extLst>
          </p:cNvPr>
          <p:cNvSpPr/>
          <p:nvPr/>
        </p:nvSpPr>
        <p:spPr>
          <a:xfrm>
            <a:off x="427181" y="6666070"/>
            <a:ext cx="8450448" cy="134551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A61A21ED-66C8-6A88-DA59-05C8855AA710}"/>
              </a:ext>
            </a:extLst>
          </p:cNvPr>
          <p:cNvSpPr/>
          <p:nvPr/>
        </p:nvSpPr>
        <p:spPr>
          <a:xfrm>
            <a:off x="472665" y="6500189"/>
            <a:ext cx="8385952" cy="502773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chemeClr val="bg1"/>
          </a:solidFill>
          <a:ln w="47625" cap="sq">
            <a:noFill/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56C3198-6055-77BB-5498-C47A5C65B8C0}"/>
              </a:ext>
            </a:extLst>
          </p:cNvPr>
          <p:cNvSpPr/>
          <p:nvPr/>
        </p:nvSpPr>
        <p:spPr>
          <a:xfrm>
            <a:off x="14628763" y="72771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F9EDABAD-547A-3B51-8D42-9AB23B454684}"/>
              </a:ext>
            </a:extLst>
          </p:cNvPr>
          <p:cNvSpPr/>
          <p:nvPr/>
        </p:nvSpPr>
        <p:spPr>
          <a:xfrm>
            <a:off x="16903076" y="727970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2" name="Freeform 31">
            <a:extLst>
              <a:ext uri="{FF2B5EF4-FFF2-40B4-BE49-F238E27FC236}">
                <a16:creationId xmlns:a16="http://schemas.microsoft.com/office/drawing/2014/main" id="{C13BA21E-5C79-107A-1BAC-05167F52251F}"/>
              </a:ext>
            </a:extLst>
          </p:cNvPr>
          <p:cNvSpPr/>
          <p:nvPr/>
        </p:nvSpPr>
        <p:spPr>
          <a:xfrm>
            <a:off x="720986" y="7201026"/>
            <a:ext cx="221726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13" name="Freeform 117">
            <a:extLst>
              <a:ext uri="{FF2B5EF4-FFF2-40B4-BE49-F238E27FC236}">
                <a16:creationId xmlns:a16="http://schemas.microsoft.com/office/drawing/2014/main" id="{9E22D93A-4B45-95C2-0B95-DB379ABD97A3}"/>
              </a:ext>
            </a:extLst>
          </p:cNvPr>
          <p:cNvSpPr/>
          <p:nvPr/>
        </p:nvSpPr>
        <p:spPr>
          <a:xfrm>
            <a:off x="3124200" y="726082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31">
            <a:extLst>
              <a:ext uri="{FF2B5EF4-FFF2-40B4-BE49-F238E27FC236}">
                <a16:creationId xmlns:a16="http://schemas.microsoft.com/office/drawing/2014/main" id="{571C035F-F6C2-01D2-CE11-30C11204451B}"/>
              </a:ext>
            </a:extLst>
          </p:cNvPr>
          <p:cNvSpPr/>
          <p:nvPr/>
        </p:nvSpPr>
        <p:spPr>
          <a:xfrm>
            <a:off x="720987" y="6569818"/>
            <a:ext cx="275297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E4FEC776-9326-5F29-3763-0D6202DC7E21}"/>
              </a:ext>
            </a:extLst>
          </p:cNvPr>
          <p:cNvSpPr/>
          <p:nvPr/>
        </p:nvSpPr>
        <p:spPr>
          <a:xfrm>
            <a:off x="5716775" y="592453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AE82A715-EC5C-452A-06CC-0D47CE3849CC}"/>
              </a:ext>
            </a:extLst>
          </p:cNvPr>
          <p:cNvSpPr/>
          <p:nvPr/>
        </p:nvSpPr>
        <p:spPr>
          <a:xfrm>
            <a:off x="6472927" y="656467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5BC62EBF-E8F5-014E-3B81-A9AA7D8FB3AD}"/>
              </a:ext>
            </a:extLst>
          </p:cNvPr>
          <p:cNvSpPr/>
          <p:nvPr/>
        </p:nvSpPr>
        <p:spPr>
          <a:xfrm>
            <a:off x="7225835" y="656467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DFBEF4C9-4487-949D-F262-97ECF26E3EAD}"/>
              </a:ext>
            </a:extLst>
          </p:cNvPr>
          <p:cNvSpPr/>
          <p:nvPr/>
        </p:nvSpPr>
        <p:spPr>
          <a:xfrm>
            <a:off x="5716775" y="656568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8AE0F5B7-8183-E259-114C-88D2F3DC68ED}"/>
              </a:ext>
            </a:extLst>
          </p:cNvPr>
          <p:cNvSpPr/>
          <p:nvPr/>
        </p:nvSpPr>
        <p:spPr>
          <a:xfrm>
            <a:off x="6472927" y="720992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222DF93-D8F9-2789-982B-9F4F1CBD353A}"/>
              </a:ext>
            </a:extLst>
          </p:cNvPr>
          <p:cNvSpPr/>
          <p:nvPr/>
        </p:nvSpPr>
        <p:spPr>
          <a:xfrm>
            <a:off x="16145087" y="346545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83" name="Freeform 31">
            <a:extLst>
              <a:ext uri="{FF2B5EF4-FFF2-40B4-BE49-F238E27FC236}">
                <a16:creationId xmlns:a16="http://schemas.microsoft.com/office/drawing/2014/main" id="{DE670B32-FD40-A055-FC7B-111DAFCDAF9F}"/>
              </a:ext>
            </a:extLst>
          </p:cNvPr>
          <p:cNvSpPr/>
          <p:nvPr/>
        </p:nvSpPr>
        <p:spPr>
          <a:xfrm>
            <a:off x="9274241" y="4183816"/>
            <a:ext cx="14434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284" name="Ellipse 283">
            <a:extLst>
              <a:ext uri="{FF2B5EF4-FFF2-40B4-BE49-F238E27FC236}">
                <a16:creationId xmlns:a16="http://schemas.microsoft.com/office/drawing/2014/main" id="{9FF096E2-5970-D7A1-F0C1-4FE04F07A2B5}"/>
              </a:ext>
            </a:extLst>
          </p:cNvPr>
          <p:cNvSpPr/>
          <p:nvPr/>
        </p:nvSpPr>
        <p:spPr>
          <a:xfrm>
            <a:off x="14628763" y="418324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5" name="Ellipse 284">
            <a:extLst>
              <a:ext uri="{FF2B5EF4-FFF2-40B4-BE49-F238E27FC236}">
                <a16:creationId xmlns:a16="http://schemas.microsoft.com/office/drawing/2014/main" id="{82EF6177-1639-CC67-8EEE-D767AD68040C}"/>
              </a:ext>
            </a:extLst>
          </p:cNvPr>
          <p:cNvSpPr/>
          <p:nvPr/>
        </p:nvSpPr>
        <p:spPr>
          <a:xfrm>
            <a:off x="15394251" y="418324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2" name="Freeform 31">
            <a:extLst>
              <a:ext uri="{FF2B5EF4-FFF2-40B4-BE49-F238E27FC236}">
                <a16:creationId xmlns:a16="http://schemas.microsoft.com/office/drawing/2014/main" id="{3B95931F-A8C9-5B66-E75A-D4881713CA08}"/>
              </a:ext>
            </a:extLst>
          </p:cNvPr>
          <p:cNvSpPr/>
          <p:nvPr/>
        </p:nvSpPr>
        <p:spPr>
          <a:xfrm>
            <a:off x="2154527" y="1961670"/>
            <a:ext cx="90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483" name="Freeform 31">
            <a:extLst>
              <a:ext uri="{FF2B5EF4-FFF2-40B4-BE49-F238E27FC236}">
                <a16:creationId xmlns:a16="http://schemas.microsoft.com/office/drawing/2014/main" id="{53396847-7363-A20F-DFA3-BEE8193F3D02}"/>
              </a:ext>
            </a:extLst>
          </p:cNvPr>
          <p:cNvSpPr/>
          <p:nvPr/>
        </p:nvSpPr>
        <p:spPr>
          <a:xfrm>
            <a:off x="3244640" y="1961670"/>
            <a:ext cx="171144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484" name="Freeform 31">
            <a:extLst>
              <a:ext uri="{FF2B5EF4-FFF2-40B4-BE49-F238E27FC236}">
                <a16:creationId xmlns:a16="http://schemas.microsoft.com/office/drawing/2014/main" id="{4CA6992A-5635-1C20-ED37-2BE71B293C6A}"/>
              </a:ext>
            </a:extLst>
          </p:cNvPr>
          <p:cNvSpPr/>
          <p:nvPr/>
        </p:nvSpPr>
        <p:spPr>
          <a:xfrm>
            <a:off x="3700664" y="2627212"/>
            <a:ext cx="79513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485" name="Freeform 31">
            <a:extLst>
              <a:ext uri="{FF2B5EF4-FFF2-40B4-BE49-F238E27FC236}">
                <a16:creationId xmlns:a16="http://schemas.microsoft.com/office/drawing/2014/main" id="{FC2761CE-8C71-B719-985A-072761EB823D}"/>
              </a:ext>
            </a:extLst>
          </p:cNvPr>
          <p:cNvSpPr/>
          <p:nvPr/>
        </p:nvSpPr>
        <p:spPr>
          <a:xfrm>
            <a:off x="2153204" y="3940268"/>
            <a:ext cx="149985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486" name="Freeform 31">
            <a:extLst>
              <a:ext uri="{FF2B5EF4-FFF2-40B4-BE49-F238E27FC236}">
                <a16:creationId xmlns:a16="http://schemas.microsoft.com/office/drawing/2014/main" id="{A0F20C4A-D1CD-2BFE-1E4E-03BE4B0A7D2E}"/>
              </a:ext>
            </a:extLst>
          </p:cNvPr>
          <p:cNvSpPr/>
          <p:nvPr/>
        </p:nvSpPr>
        <p:spPr>
          <a:xfrm>
            <a:off x="713768" y="4606797"/>
            <a:ext cx="811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FSM</a:t>
            </a:r>
          </a:p>
        </p:txBody>
      </p:sp>
      <p:sp>
        <p:nvSpPr>
          <p:cNvPr id="487" name="Ellipse 486">
            <a:extLst>
              <a:ext uri="{FF2B5EF4-FFF2-40B4-BE49-F238E27FC236}">
                <a16:creationId xmlns:a16="http://schemas.microsoft.com/office/drawing/2014/main" id="{27D8A082-9A7B-7901-64D9-15E80D631341}"/>
              </a:ext>
            </a:extLst>
          </p:cNvPr>
          <p:cNvSpPr/>
          <p:nvPr/>
        </p:nvSpPr>
        <p:spPr>
          <a:xfrm>
            <a:off x="6477469" y="461042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8" name="Ellipse 487">
            <a:extLst>
              <a:ext uri="{FF2B5EF4-FFF2-40B4-BE49-F238E27FC236}">
                <a16:creationId xmlns:a16="http://schemas.microsoft.com/office/drawing/2014/main" id="{383BEC61-B539-982E-2D34-0FA6D8137568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9" name="Ellipse 488">
            <a:extLst>
              <a:ext uri="{FF2B5EF4-FFF2-40B4-BE49-F238E27FC236}">
                <a16:creationId xmlns:a16="http://schemas.microsoft.com/office/drawing/2014/main" id="{94E08A9A-91E6-3460-C9EA-E9EFB03DBE16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0" name="Ellipse 489">
            <a:extLst>
              <a:ext uri="{FF2B5EF4-FFF2-40B4-BE49-F238E27FC236}">
                <a16:creationId xmlns:a16="http://schemas.microsoft.com/office/drawing/2014/main" id="{D6EB26FA-9FB6-1E78-6695-891CFAECE41B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92" name="Ellipse 491">
            <a:extLst>
              <a:ext uri="{FF2B5EF4-FFF2-40B4-BE49-F238E27FC236}">
                <a16:creationId xmlns:a16="http://schemas.microsoft.com/office/drawing/2014/main" id="{4D6944A2-05F8-A70A-36A8-0136CFC5598A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3" name="Ellipse 492">
            <a:extLst>
              <a:ext uri="{FF2B5EF4-FFF2-40B4-BE49-F238E27FC236}">
                <a16:creationId xmlns:a16="http://schemas.microsoft.com/office/drawing/2014/main" id="{1D3F3430-2F28-69F8-A887-2522D71FE1B8}"/>
              </a:ext>
            </a:extLst>
          </p:cNvPr>
          <p:cNvSpPr/>
          <p:nvPr/>
        </p:nvSpPr>
        <p:spPr>
          <a:xfrm>
            <a:off x="15392005" y="346545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4154588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258FE-DAC1-CAF5-48E4-A6064622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>
            <a:extLst>
              <a:ext uri="{FF2B5EF4-FFF2-40B4-BE49-F238E27FC236}">
                <a16:creationId xmlns:a16="http://schemas.microsoft.com/office/drawing/2014/main" id="{8B7C500C-A0A8-39A2-1A37-C9D9DCF85FF4}"/>
              </a:ext>
            </a:extLst>
          </p:cNvPr>
          <p:cNvSpPr/>
          <p:nvPr/>
        </p:nvSpPr>
        <p:spPr>
          <a:xfrm>
            <a:off x="427182" y="7328680"/>
            <a:ext cx="17433636" cy="26489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B04AF7A-293A-B747-420C-79E031E29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B99FD67-EA45-8F4F-59D5-BA00526AC040}"/>
              </a:ext>
            </a:extLst>
          </p:cNvPr>
          <p:cNvSpPr/>
          <p:nvPr/>
        </p:nvSpPr>
        <p:spPr>
          <a:xfrm>
            <a:off x="427182" y="1644791"/>
            <a:ext cx="17433636" cy="2812909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6B8F20CE-892F-251F-A486-A7199C5971D1}"/>
              </a:ext>
            </a:extLst>
          </p:cNvPr>
          <p:cNvSpPr/>
          <p:nvPr/>
        </p:nvSpPr>
        <p:spPr>
          <a:xfrm>
            <a:off x="9274240" y="3564668"/>
            <a:ext cx="169769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32569585-9754-10BF-A7AD-FF27C75FD2C2}"/>
              </a:ext>
            </a:extLst>
          </p:cNvPr>
          <p:cNvSpPr/>
          <p:nvPr/>
        </p:nvSpPr>
        <p:spPr>
          <a:xfrm>
            <a:off x="9274240" y="2798584"/>
            <a:ext cx="358678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772DCFBC-F898-48E8-CAD5-0A81A88CD1A2}"/>
              </a:ext>
            </a:extLst>
          </p:cNvPr>
          <p:cNvSpPr/>
          <p:nvPr/>
        </p:nvSpPr>
        <p:spPr>
          <a:xfrm>
            <a:off x="9274241" y="2031951"/>
            <a:ext cx="20969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39BFE4FC-E1EC-159F-C108-813BEF9B248A}"/>
              </a:ext>
            </a:extLst>
          </p:cNvPr>
          <p:cNvSpPr/>
          <p:nvPr/>
        </p:nvSpPr>
        <p:spPr>
          <a:xfrm>
            <a:off x="705910" y="7706581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04BD30F-18FA-DDF8-882E-B3D0313366F8}"/>
              </a:ext>
            </a:extLst>
          </p:cNvPr>
          <p:cNvSpPr/>
          <p:nvPr/>
        </p:nvSpPr>
        <p:spPr>
          <a:xfrm>
            <a:off x="427182" y="5176267"/>
            <a:ext cx="17433636" cy="1494110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E8C615BF-EE94-8D77-2728-B4C95948019E}"/>
              </a:ext>
            </a:extLst>
          </p:cNvPr>
          <p:cNvSpPr/>
          <p:nvPr/>
        </p:nvSpPr>
        <p:spPr>
          <a:xfrm>
            <a:off x="9276715" y="5721327"/>
            <a:ext cx="358507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stage (5-6 mois)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ED6E7025-034D-77CE-2D53-14D86EDE9F2B}"/>
              </a:ext>
            </a:extLst>
          </p:cNvPr>
          <p:cNvSpPr/>
          <p:nvPr/>
        </p:nvSpPr>
        <p:spPr>
          <a:xfrm>
            <a:off x="712356" y="2798584"/>
            <a:ext cx="172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01A621C2-B41D-19D8-DBBA-8646D4AB18DC}"/>
              </a:ext>
            </a:extLst>
          </p:cNvPr>
          <p:cNvSpPr/>
          <p:nvPr/>
        </p:nvSpPr>
        <p:spPr>
          <a:xfrm>
            <a:off x="774583" y="485258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CB8A5ED9-F282-D271-A069-3EAA5C37060B}"/>
              </a:ext>
            </a:extLst>
          </p:cNvPr>
          <p:cNvSpPr/>
          <p:nvPr/>
        </p:nvSpPr>
        <p:spPr>
          <a:xfrm>
            <a:off x="713768" y="2045298"/>
            <a:ext cx="197468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99C9E0CF-45C3-5122-B8ED-B3496977B8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8EB59319-D23E-B70F-994D-528171EB97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51D807D2-7D95-C59B-8933-7BEF91F90C3C}"/>
              </a:ext>
            </a:extLst>
          </p:cNvPr>
          <p:cNvSpPr/>
          <p:nvPr/>
        </p:nvSpPr>
        <p:spPr>
          <a:xfrm>
            <a:off x="130302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009A513E-9E55-73FD-8EC7-CC475EB49D8B}"/>
              </a:ext>
            </a:extLst>
          </p:cNvPr>
          <p:cNvSpPr/>
          <p:nvPr/>
        </p:nvSpPr>
        <p:spPr>
          <a:xfrm>
            <a:off x="771147" y="70485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5133BD8D-762E-692A-1D89-8039F4629455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54C7CF62-ECDB-5867-0627-C65F0E7831AD}"/>
              </a:ext>
            </a:extLst>
          </p:cNvPr>
          <p:cNvSpPr/>
          <p:nvPr/>
        </p:nvSpPr>
        <p:spPr>
          <a:xfrm>
            <a:off x="146329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20662351-6E5C-D6E6-C3F6-D9C55C228CBF}"/>
              </a:ext>
            </a:extLst>
          </p:cNvPr>
          <p:cNvSpPr/>
          <p:nvPr/>
        </p:nvSpPr>
        <p:spPr>
          <a:xfrm>
            <a:off x="153836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FBF67EE1-CE82-CDF9-71B7-78314F8A7C42}"/>
              </a:ext>
            </a:extLst>
          </p:cNvPr>
          <p:cNvSpPr/>
          <p:nvPr/>
        </p:nvSpPr>
        <p:spPr>
          <a:xfrm>
            <a:off x="161449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161FE0A9-BD98-C45A-28ED-26696B59DD66}"/>
              </a:ext>
            </a:extLst>
          </p:cNvPr>
          <p:cNvSpPr/>
          <p:nvPr/>
        </p:nvSpPr>
        <p:spPr>
          <a:xfrm>
            <a:off x="168997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B45E1D76-E8AD-932F-ED16-758A168F4BD8}"/>
              </a:ext>
            </a:extLst>
          </p:cNvPr>
          <p:cNvSpPr/>
          <p:nvPr/>
        </p:nvSpPr>
        <p:spPr>
          <a:xfrm>
            <a:off x="16144934" y="279320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B7D597A7-624E-84A5-FD21-6603167B3BB8}"/>
              </a:ext>
            </a:extLst>
          </p:cNvPr>
          <p:cNvSpPr/>
          <p:nvPr/>
        </p:nvSpPr>
        <p:spPr>
          <a:xfrm>
            <a:off x="5716775" y="279858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0721BA36-732B-0196-C348-FC7FE3FD1555}"/>
              </a:ext>
            </a:extLst>
          </p:cNvPr>
          <p:cNvSpPr/>
          <p:nvPr/>
        </p:nvSpPr>
        <p:spPr>
          <a:xfrm>
            <a:off x="5717289" y="848004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61BC902A-3BA1-D658-E677-3DE040D34374}"/>
              </a:ext>
            </a:extLst>
          </p:cNvPr>
          <p:cNvSpPr/>
          <p:nvPr/>
        </p:nvSpPr>
        <p:spPr>
          <a:xfrm>
            <a:off x="7237197" y="279801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40" name="Freeform 31">
            <a:extLst>
              <a:ext uri="{FF2B5EF4-FFF2-40B4-BE49-F238E27FC236}">
                <a16:creationId xmlns:a16="http://schemas.microsoft.com/office/drawing/2014/main" id="{55D8E2E0-5786-6EF6-763B-DD57F7431187}"/>
              </a:ext>
            </a:extLst>
          </p:cNvPr>
          <p:cNvSpPr/>
          <p:nvPr/>
        </p:nvSpPr>
        <p:spPr>
          <a:xfrm>
            <a:off x="769529" y="5721327"/>
            <a:ext cx="317686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projet indus</a:t>
            </a:r>
          </a:p>
        </p:txBody>
      </p:sp>
      <p:sp>
        <p:nvSpPr>
          <p:cNvPr id="141" name="Freeform 119">
            <a:extLst>
              <a:ext uri="{FF2B5EF4-FFF2-40B4-BE49-F238E27FC236}">
                <a16:creationId xmlns:a16="http://schemas.microsoft.com/office/drawing/2014/main" id="{F0D02A99-F2A3-1D97-2124-3FA6C5B0525D}"/>
              </a:ext>
            </a:extLst>
          </p:cNvPr>
          <p:cNvSpPr/>
          <p:nvPr/>
        </p:nvSpPr>
        <p:spPr>
          <a:xfrm>
            <a:off x="41148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6" name="Freeform 31">
            <a:extLst>
              <a:ext uri="{FF2B5EF4-FFF2-40B4-BE49-F238E27FC236}">
                <a16:creationId xmlns:a16="http://schemas.microsoft.com/office/drawing/2014/main" id="{3A600ED1-4674-778D-8566-856E44B09A60}"/>
              </a:ext>
            </a:extLst>
          </p:cNvPr>
          <p:cNvSpPr/>
          <p:nvPr/>
        </p:nvSpPr>
        <p:spPr>
          <a:xfrm>
            <a:off x="712357" y="8481182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" name="Freeform 31">
            <a:extLst>
              <a:ext uri="{FF2B5EF4-FFF2-40B4-BE49-F238E27FC236}">
                <a16:creationId xmlns:a16="http://schemas.microsoft.com/office/drawing/2014/main" id="{6A2A2006-E38A-C244-0B5E-0CD79C7C5774}"/>
              </a:ext>
            </a:extLst>
          </p:cNvPr>
          <p:cNvSpPr/>
          <p:nvPr/>
        </p:nvSpPr>
        <p:spPr>
          <a:xfrm>
            <a:off x="705909" y="9202993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  <p:sp>
        <p:nvSpPr>
          <p:cNvPr id="209" name="Ellipse 208">
            <a:extLst>
              <a:ext uri="{FF2B5EF4-FFF2-40B4-BE49-F238E27FC236}">
                <a16:creationId xmlns:a16="http://schemas.microsoft.com/office/drawing/2014/main" id="{A45A20F4-4384-CD6E-A05A-5E84B2C13ADA}"/>
              </a:ext>
            </a:extLst>
          </p:cNvPr>
          <p:cNvSpPr/>
          <p:nvPr/>
        </p:nvSpPr>
        <p:spPr>
          <a:xfrm>
            <a:off x="5721850" y="92018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0" name="Ellipse 209">
            <a:extLst>
              <a:ext uri="{FF2B5EF4-FFF2-40B4-BE49-F238E27FC236}">
                <a16:creationId xmlns:a16="http://schemas.microsoft.com/office/drawing/2014/main" id="{3BCD348D-7689-E23D-D854-4BBA02875A2D}"/>
              </a:ext>
            </a:extLst>
          </p:cNvPr>
          <p:cNvSpPr/>
          <p:nvPr/>
        </p:nvSpPr>
        <p:spPr>
          <a:xfrm>
            <a:off x="6468222" y="770658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11" name="Ellipse 210">
            <a:extLst>
              <a:ext uri="{FF2B5EF4-FFF2-40B4-BE49-F238E27FC236}">
                <a16:creationId xmlns:a16="http://schemas.microsoft.com/office/drawing/2014/main" id="{68A4B307-5471-9FE8-2601-732134E022B0}"/>
              </a:ext>
            </a:extLst>
          </p:cNvPr>
          <p:cNvSpPr/>
          <p:nvPr/>
        </p:nvSpPr>
        <p:spPr>
          <a:xfrm>
            <a:off x="7984393" y="771121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16" name="Ellipse 215">
            <a:extLst>
              <a:ext uri="{FF2B5EF4-FFF2-40B4-BE49-F238E27FC236}">
                <a16:creationId xmlns:a16="http://schemas.microsoft.com/office/drawing/2014/main" id="{31D149EE-BD50-DAF0-A1FF-7D211997C453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7" name="Ellipse 216">
            <a:extLst>
              <a:ext uri="{FF2B5EF4-FFF2-40B4-BE49-F238E27FC236}">
                <a16:creationId xmlns:a16="http://schemas.microsoft.com/office/drawing/2014/main" id="{9C013F31-7258-DAE5-B7F2-3664E8A8BBA3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18" name="Ellipse 217">
            <a:extLst>
              <a:ext uri="{FF2B5EF4-FFF2-40B4-BE49-F238E27FC236}">
                <a16:creationId xmlns:a16="http://schemas.microsoft.com/office/drawing/2014/main" id="{6B8C2812-F321-27BF-980B-E65BA2645836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9" name="Ellipse 218">
            <a:extLst>
              <a:ext uri="{FF2B5EF4-FFF2-40B4-BE49-F238E27FC236}">
                <a16:creationId xmlns:a16="http://schemas.microsoft.com/office/drawing/2014/main" id="{C35D9B26-D0CD-FB1D-482C-B7AECE4CAF2E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0" name="Ellipse 219">
            <a:extLst>
              <a:ext uri="{FF2B5EF4-FFF2-40B4-BE49-F238E27FC236}">
                <a16:creationId xmlns:a16="http://schemas.microsoft.com/office/drawing/2014/main" id="{5FE9544F-9C20-081C-778C-066E7F054967}"/>
              </a:ext>
            </a:extLst>
          </p:cNvPr>
          <p:cNvSpPr/>
          <p:nvPr/>
        </p:nvSpPr>
        <p:spPr>
          <a:xfrm>
            <a:off x="15386848" y="27993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1" name="Ellipse 220">
            <a:extLst>
              <a:ext uri="{FF2B5EF4-FFF2-40B4-BE49-F238E27FC236}">
                <a16:creationId xmlns:a16="http://schemas.microsoft.com/office/drawing/2014/main" id="{6E7068E9-26B7-6805-0483-0E6EF1500BD8}"/>
              </a:ext>
            </a:extLst>
          </p:cNvPr>
          <p:cNvSpPr/>
          <p:nvPr/>
        </p:nvSpPr>
        <p:spPr>
          <a:xfrm>
            <a:off x="16899793" y="356692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22" name="Ellipse 221">
            <a:extLst>
              <a:ext uri="{FF2B5EF4-FFF2-40B4-BE49-F238E27FC236}">
                <a16:creationId xmlns:a16="http://schemas.microsoft.com/office/drawing/2014/main" id="{7619005D-A749-89F7-AEEF-1895D8FCAAFC}"/>
              </a:ext>
            </a:extLst>
          </p:cNvPr>
          <p:cNvSpPr/>
          <p:nvPr/>
        </p:nvSpPr>
        <p:spPr>
          <a:xfrm>
            <a:off x="57175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23" name="Ellipse 222">
            <a:extLst>
              <a:ext uri="{FF2B5EF4-FFF2-40B4-BE49-F238E27FC236}">
                <a16:creationId xmlns:a16="http://schemas.microsoft.com/office/drawing/2014/main" id="{0AD433DA-A2A8-D5DB-EC3E-E2F1EA566415}"/>
              </a:ext>
            </a:extLst>
          </p:cNvPr>
          <p:cNvSpPr/>
          <p:nvPr/>
        </p:nvSpPr>
        <p:spPr>
          <a:xfrm>
            <a:off x="64682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4" name="Ellipse 223">
            <a:extLst>
              <a:ext uri="{FF2B5EF4-FFF2-40B4-BE49-F238E27FC236}">
                <a16:creationId xmlns:a16="http://schemas.microsoft.com/office/drawing/2014/main" id="{ED17FF96-0888-9E16-6107-332159B3C8AA}"/>
              </a:ext>
            </a:extLst>
          </p:cNvPr>
          <p:cNvSpPr/>
          <p:nvPr/>
        </p:nvSpPr>
        <p:spPr>
          <a:xfrm>
            <a:off x="72295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6" name="Freeform 16">
            <a:extLst>
              <a:ext uri="{FF2B5EF4-FFF2-40B4-BE49-F238E27FC236}">
                <a16:creationId xmlns:a16="http://schemas.microsoft.com/office/drawing/2014/main" id="{0C9DA50A-B261-44FB-C64E-06B10F5734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" name="Ellipse 224">
            <a:extLst>
              <a:ext uri="{FF2B5EF4-FFF2-40B4-BE49-F238E27FC236}">
                <a16:creationId xmlns:a16="http://schemas.microsoft.com/office/drawing/2014/main" id="{D610638F-3106-71CD-0F38-187A053D2226}"/>
              </a:ext>
            </a:extLst>
          </p:cNvPr>
          <p:cNvSpPr/>
          <p:nvPr/>
        </p:nvSpPr>
        <p:spPr>
          <a:xfrm>
            <a:off x="79843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1869372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Freeform 17">
            <a:extLst>
              <a:ext uri="{FF2B5EF4-FFF2-40B4-BE49-F238E27FC236}">
                <a16:creationId xmlns:a16="http://schemas.microsoft.com/office/drawing/2014/main" id="{256D2096-13D6-E7ED-4C38-8A9F822F47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5" name="Freeform 3">
            <a:extLst>
              <a:ext uri="{FF2B5EF4-FFF2-40B4-BE49-F238E27FC236}">
                <a16:creationId xmlns:a16="http://schemas.microsoft.com/office/drawing/2014/main" id="{DE8A6BF1-91F9-86F3-A934-21EC80313B99}"/>
              </a:ext>
            </a:extLst>
          </p:cNvPr>
          <p:cNvSpPr/>
          <p:nvPr/>
        </p:nvSpPr>
        <p:spPr>
          <a:xfrm>
            <a:off x="198112" y="1809957"/>
            <a:ext cx="17899122" cy="5711668"/>
          </a:xfrm>
          <a:custGeom>
            <a:avLst/>
            <a:gdLst/>
            <a:ahLst/>
            <a:cxnLst/>
            <a:rect l="l" t="t" r="r" b="b"/>
            <a:pathLst>
              <a:path w="4697521" h="1472998">
                <a:moveTo>
                  <a:pt x="0" y="0"/>
                </a:moveTo>
                <a:lnTo>
                  <a:pt x="4697521" y="0"/>
                </a:lnTo>
                <a:lnTo>
                  <a:pt x="4697521" y="1472998"/>
                </a:lnTo>
                <a:lnTo>
                  <a:pt x="0" y="147299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6" name="Freeform 11">
            <a:extLst>
              <a:ext uri="{FF2B5EF4-FFF2-40B4-BE49-F238E27FC236}">
                <a16:creationId xmlns:a16="http://schemas.microsoft.com/office/drawing/2014/main" id="{D5511B37-1FDF-6E02-77EC-359C8F6C754C}"/>
              </a:ext>
            </a:extLst>
          </p:cNvPr>
          <p:cNvSpPr/>
          <p:nvPr/>
        </p:nvSpPr>
        <p:spPr>
          <a:xfrm>
            <a:off x="198111" y="7955607"/>
            <a:ext cx="17899122" cy="2217093"/>
          </a:xfrm>
          <a:custGeom>
            <a:avLst/>
            <a:gdLst/>
            <a:ahLst/>
            <a:cxnLst/>
            <a:rect l="l" t="t" r="r" b="b"/>
            <a:pathLst>
              <a:path w="4697521" h="583926">
                <a:moveTo>
                  <a:pt x="0" y="0"/>
                </a:moveTo>
                <a:lnTo>
                  <a:pt x="4697521" y="0"/>
                </a:lnTo>
                <a:lnTo>
                  <a:pt x="4697521" y="583926"/>
                </a:lnTo>
                <a:lnTo>
                  <a:pt x="0" y="58392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utoShape 8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AutoShape 9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20" name="TextBox 2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21" name="TextBox 2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22" name="TextBox 2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23" name="TextBox 2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24" name="TextBox 2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317" name="Freeform 135">
            <a:extLst>
              <a:ext uri="{FF2B5EF4-FFF2-40B4-BE49-F238E27FC236}">
                <a16:creationId xmlns:a16="http://schemas.microsoft.com/office/drawing/2014/main" id="{67B1BB96-82E4-AA5B-CB3D-9F2BAFC35CC7}"/>
              </a:ext>
            </a:extLst>
          </p:cNvPr>
          <p:cNvSpPr/>
          <p:nvPr/>
        </p:nvSpPr>
        <p:spPr>
          <a:xfrm>
            <a:off x="15263254" y="3276918"/>
            <a:ext cx="2656811" cy="760051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8" name="Freeform 135">
            <a:extLst>
              <a:ext uri="{FF2B5EF4-FFF2-40B4-BE49-F238E27FC236}">
                <a16:creationId xmlns:a16="http://schemas.microsoft.com/office/drawing/2014/main" id="{04484BB4-4AF1-6201-E187-59082B06BE9D}"/>
              </a:ext>
            </a:extLst>
          </p:cNvPr>
          <p:cNvSpPr/>
          <p:nvPr/>
        </p:nvSpPr>
        <p:spPr>
          <a:xfrm>
            <a:off x="6429244" y="3577714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1334" y="1665296"/>
            <a:ext cx="17835899" cy="573744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7" name="Freeform 32">
            <a:extLst>
              <a:ext uri="{FF2B5EF4-FFF2-40B4-BE49-F238E27FC236}">
                <a16:creationId xmlns:a16="http://schemas.microsoft.com/office/drawing/2014/main" id="{65CC4DC4-BAB2-E945-BA1C-900A1DEC8F70}"/>
              </a:ext>
            </a:extLst>
          </p:cNvPr>
          <p:cNvSpPr/>
          <p:nvPr/>
        </p:nvSpPr>
        <p:spPr>
          <a:xfrm>
            <a:off x="3479568" y="379284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68" name="Ellipse 267">
            <a:extLst>
              <a:ext uri="{FF2B5EF4-FFF2-40B4-BE49-F238E27FC236}">
                <a16:creationId xmlns:a16="http://schemas.microsoft.com/office/drawing/2014/main" id="{B8B021D4-CE2F-D26C-A258-874EB6623CBD}"/>
              </a:ext>
            </a:extLst>
          </p:cNvPr>
          <p:cNvSpPr/>
          <p:nvPr/>
        </p:nvSpPr>
        <p:spPr>
          <a:xfrm>
            <a:off x="3460350" y="446536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111" y="7810946"/>
            <a:ext cx="17835899" cy="23617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1" name="Freeform 32">
            <a:extLst>
              <a:ext uri="{FF2B5EF4-FFF2-40B4-BE49-F238E27FC236}">
                <a16:creationId xmlns:a16="http://schemas.microsoft.com/office/drawing/2014/main" id="{D5586FB4-D6DC-1769-0594-8C7E300D7442}"/>
              </a:ext>
            </a:extLst>
          </p:cNvPr>
          <p:cNvSpPr/>
          <p:nvPr/>
        </p:nvSpPr>
        <p:spPr>
          <a:xfrm>
            <a:off x="453654" y="836242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couches-mines</a:t>
            </a:r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7B0FB656-14F3-A818-FB95-A2A7CB83361C}"/>
              </a:ext>
            </a:extLst>
          </p:cNvPr>
          <p:cNvSpPr/>
          <p:nvPr/>
        </p:nvSpPr>
        <p:spPr>
          <a:xfrm>
            <a:off x="434436" y="903494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1" name="Freeform 26">
            <a:extLst>
              <a:ext uri="{FF2B5EF4-FFF2-40B4-BE49-F238E27FC236}">
                <a16:creationId xmlns:a16="http://schemas.microsoft.com/office/drawing/2014/main" id="{A44B28F8-A632-263B-80E2-33EE8471380F}"/>
              </a:ext>
            </a:extLst>
          </p:cNvPr>
          <p:cNvSpPr/>
          <p:nvPr/>
        </p:nvSpPr>
        <p:spPr>
          <a:xfrm>
            <a:off x="425501" y="4370710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26" name="Freeform 26"/>
          <p:cNvSpPr/>
          <p:nvPr/>
        </p:nvSpPr>
        <p:spPr>
          <a:xfrm>
            <a:off x="453654" y="3200763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453654" y="5535626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49" name="Freeform 49"/>
          <p:cNvSpPr/>
          <p:nvPr/>
        </p:nvSpPr>
        <p:spPr>
          <a:xfrm>
            <a:off x="2435101" y="446329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8" name="Freeform 158"/>
          <p:cNvSpPr/>
          <p:nvPr/>
        </p:nvSpPr>
        <p:spPr>
          <a:xfrm>
            <a:off x="8446198" y="365190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7" name="Freeform 25">
            <a:extLst>
              <a:ext uri="{FF2B5EF4-FFF2-40B4-BE49-F238E27FC236}">
                <a16:creationId xmlns:a16="http://schemas.microsoft.com/office/drawing/2014/main" id="{87D0134C-0529-28C2-D88C-8041DEDA41F5}"/>
              </a:ext>
            </a:extLst>
          </p:cNvPr>
          <p:cNvSpPr/>
          <p:nvPr/>
        </p:nvSpPr>
        <p:spPr>
          <a:xfrm>
            <a:off x="422712" y="7683181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238" name="Freeform 25">
            <a:extLst>
              <a:ext uri="{FF2B5EF4-FFF2-40B4-BE49-F238E27FC236}">
                <a16:creationId xmlns:a16="http://schemas.microsoft.com/office/drawing/2014/main" id="{46B1D76B-88DD-4F0E-3205-156773D53B0D}"/>
              </a:ext>
            </a:extLst>
          </p:cNvPr>
          <p:cNvSpPr/>
          <p:nvPr/>
        </p:nvSpPr>
        <p:spPr>
          <a:xfrm>
            <a:off x="430570" y="151491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453654" y="2044327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6" name="Ellipse 245">
            <a:extLst>
              <a:ext uri="{FF2B5EF4-FFF2-40B4-BE49-F238E27FC236}">
                <a16:creationId xmlns:a16="http://schemas.microsoft.com/office/drawing/2014/main" id="{ED2567D8-B159-C4E4-D0A4-708297F9E4A0}"/>
              </a:ext>
            </a:extLst>
          </p:cNvPr>
          <p:cNvSpPr/>
          <p:nvPr/>
        </p:nvSpPr>
        <p:spPr>
          <a:xfrm>
            <a:off x="1131360" y="246699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47" name="Ellipse 246">
            <a:extLst>
              <a:ext uri="{FF2B5EF4-FFF2-40B4-BE49-F238E27FC236}">
                <a16:creationId xmlns:a16="http://schemas.microsoft.com/office/drawing/2014/main" id="{3B511F1A-ABB8-F991-0B56-3CD95DBBF2DF}"/>
              </a:ext>
            </a:extLst>
          </p:cNvPr>
          <p:cNvSpPr/>
          <p:nvPr/>
        </p:nvSpPr>
        <p:spPr>
          <a:xfrm>
            <a:off x="1819176" y="245343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9" name="Ellipse 248">
            <a:extLst>
              <a:ext uri="{FF2B5EF4-FFF2-40B4-BE49-F238E27FC236}">
                <a16:creationId xmlns:a16="http://schemas.microsoft.com/office/drawing/2014/main" id="{A4C06A98-C674-50FD-ACA5-EB194FDE2551}"/>
              </a:ext>
            </a:extLst>
          </p:cNvPr>
          <p:cNvSpPr/>
          <p:nvPr/>
        </p:nvSpPr>
        <p:spPr>
          <a:xfrm>
            <a:off x="434436" y="36159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3" name="Ellipse 252">
            <a:extLst>
              <a:ext uri="{FF2B5EF4-FFF2-40B4-BE49-F238E27FC236}">
                <a16:creationId xmlns:a16="http://schemas.microsoft.com/office/drawing/2014/main" id="{E362A8F0-A413-A792-9C09-DD68085C4285}"/>
              </a:ext>
            </a:extLst>
          </p:cNvPr>
          <p:cNvSpPr/>
          <p:nvPr/>
        </p:nvSpPr>
        <p:spPr>
          <a:xfrm>
            <a:off x="434436" y="478964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4" name="Ellipse 253">
            <a:extLst>
              <a:ext uri="{FF2B5EF4-FFF2-40B4-BE49-F238E27FC236}">
                <a16:creationId xmlns:a16="http://schemas.microsoft.com/office/drawing/2014/main" id="{FEB1F0AA-7E9C-74BF-12D7-2151E1BCBEBA}"/>
              </a:ext>
            </a:extLst>
          </p:cNvPr>
          <p:cNvSpPr/>
          <p:nvPr/>
        </p:nvSpPr>
        <p:spPr>
          <a:xfrm>
            <a:off x="1125264" y="479153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55" name="Ellipse 254">
            <a:extLst>
              <a:ext uri="{FF2B5EF4-FFF2-40B4-BE49-F238E27FC236}">
                <a16:creationId xmlns:a16="http://schemas.microsoft.com/office/drawing/2014/main" id="{194BD6B4-6F81-A909-1353-40E71499620B}"/>
              </a:ext>
            </a:extLst>
          </p:cNvPr>
          <p:cNvSpPr/>
          <p:nvPr/>
        </p:nvSpPr>
        <p:spPr>
          <a:xfrm>
            <a:off x="434436" y="620814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7" name="Ellipse 256">
            <a:extLst>
              <a:ext uri="{FF2B5EF4-FFF2-40B4-BE49-F238E27FC236}">
                <a16:creationId xmlns:a16="http://schemas.microsoft.com/office/drawing/2014/main" id="{D6B68BEB-70EF-91D7-F5E6-F61A3A9988FE}"/>
              </a:ext>
            </a:extLst>
          </p:cNvPr>
          <p:cNvSpPr/>
          <p:nvPr/>
        </p:nvSpPr>
        <p:spPr>
          <a:xfrm>
            <a:off x="437491" y="246013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0" name="Ellipse 259">
            <a:extLst>
              <a:ext uri="{FF2B5EF4-FFF2-40B4-BE49-F238E27FC236}">
                <a16:creationId xmlns:a16="http://schemas.microsoft.com/office/drawing/2014/main" id="{63706168-A249-D936-F0C5-FF529B16693E}"/>
              </a:ext>
            </a:extLst>
          </p:cNvPr>
          <p:cNvSpPr/>
          <p:nvPr/>
        </p:nvSpPr>
        <p:spPr>
          <a:xfrm>
            <a:off x="2495424" y="620539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63" name="Freeform 135">
            <a:extLst>
              <a:ext uri="{FF2B5EF4-FFF2-40B4-BE49-F238E27FC236}">
                <a16:creationId xmlns:a16="http://schemas.microsoft.com/office/drawing/2014/main" id="{C39BAAAF-85A0-5416-EB95-AD980C24A538}"/>
              </a:ext>
            </a:extLst>
          </p:cNvPr>
          <p:cNvSpPr/>
          <p:nvPr/>
        </p:nvSpPr>
        <p:spPr>
          <a:xfrm>
            <a:off x="3479882" y="2044327"/>
            <a:ext cx="2572160" cy="991698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264" name="Ellipse 263">
            <a:extLst>
              <a:ext uri="{FF2B5EF4-FFF2-40B4-BE49-F238E27FC236}">
                <a16:creationId xmlns:a16="http://schemas.microsoft.com/office/drawing/2014/main" id="{39481F98-C564-8437-3EFB-2BFC010A4784}"/>
              </a:ext>
            </a:extLst>
          </p:cNvPr>
          <p:cNvSpPr/>
          <p:nvPr/>
        </p:nvSpPr>
        <p:spPr>
          <a:xfrm>
            <a:off x="4154219" y="2980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65" name="Ellipse 264">
            <a:extLst>
              <a:ext uri="{FF2B5EF4-FFF2-40B4-BE49-F238E27FC236}">
                <a16:creationId xmlns:a16="http://schemas.microsoft.com/office/drawing/2014/main" id="{6B534FCD-9152-A8DC-1ED8-F99B37F4C9EA}"/>
              </a:ext>
            </a:extLst>
          </p:cNvPr>
          <p:cNvSpPr/>
          <p:nvPr/>
        </p:nvSpPr>
        <p:spPr>
          <a:xfrm>
            <a:off x="4842035" y="2967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66" name="Ellipse 265">
            <a:extLst>
              <a:ext uri="{FF2B5EF4-FFF2-40B4-BE49-F238E27FC236}">
                <a16:creationId xmlns:a16="http://schemas.microsoft.com/office/drawing/2014/main" id="{50458415-5692-E580-7120-6F45D1216D4C}"/>
              </a:ext>
            </a:extLst>
          </p:cNvPr>
          <p:cNvSpPr/>
          <p:nvPr/>
        </p:nvSpPr>
        <p:spPr>
          <a:xfrm>
            <a:off x="3460350" y="2974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9" name="Ellipse 268">
            <a:extLst>
              <a:ext uri="{FF2B5EF4-FFF2-40B4-BE49-F238E27FC236}">
                <a16:creationId xmlns:a16="http://schemas.microsoft.com/office/drawing/2014/main" id="{C75814D6-C2A1-A69C-B804-F2E5D6C28081}"/>
              </a:ext>
            </a:extLst>
          </p:cNvPr>
          <p:cNvSpPr/>
          <p:nvPr/>
        </p:nvSpPr>
        <p:spPr>
          <a:xfrm>
            <a:off x="4845404" y="446619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0" name="Freeform 32">
            <a:extLst>
              <a:ext uri="{FF2B5EF4-FFF2-40B4-BE49-F238E27FC236}">
                <a16:creationId xmlns:a16="http://schemas.microsoft.com/office/drawing/2014/main" id="{26C438CA-604A-F9D3-A72A-A969509BB196}"/>
              </a:ext>
            </a:extLst>
          </p:cNvPr>
          <p:cNvSpPr/>
          <p:nvPr/>
        </p:nvSpPr>
        <p:spPr>
          <a:xfrm>
            <a:off x="3479568" y="5262414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271" name="Ellipse 270">
            <a:extLst>
              <a:ext uri="{FF2B5EF4-FFF2-40B4-BE49-F238E27FC236}">
                <a16:creationId xmlns:a16="http://schemas.microsoft.com/office/drawing/2014/main" id="{484B4D55-8122-A92D-F4EB-22A32A59C460}"/>
              </a:ext>
            </a:extLst>
          </p:cNvPr>
          <p:cNvSpPr/>
          <p:nvPr/>
        </p:nvSpPr>
        <p:spPr>
          <a:xfrm>
            <a:off x="3460350" y="593493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2" name="Ellipse 271">
            <a:extLst>
              <a:ext uri="{FF2B5EF4-FFF2-40B4-BE49-F238E27FC236}">
                <a16:creationId xmlns:a16="http://schemas.microsoft.com/office/drawing/2014/main" id="{338D98DA-6C67-A284-B9C3-8D3AF184CAFB}"/>
              </a:ext>
            </a:extLst>
          </p:cNvPr>
          <p:cNvSpPr/>
          <p:nvPr/>
        </p:nvSpPr>
        <p:spPr>
          <a:xfrm>
            <a:off x="4157588" y="59384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3" name="Freeform 135">
            <a:extLst>
              <a:ext uri="{FF2B5EF4-FFF2-40B4-BE49-F238E27FC236}">
                <a16:creationId xmlns:a16="http://schemas.microsoft.com/office/drawing/2014/main" id="{8D53D4FF-10EE-DAEC-469A-3EA693CA4FC8}"/>
              </a:ext>
            </a:extLst>
          </p:cNvPr>
          <p:cNvSpPr/>
          <p:nvPr/>
        </p:nvSpPr>
        <p:spPr>
          <a:xfrm>
            <a:off x="6429911" y="2044327"/>
            <a:ext cx="137795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4" name="Freeform 135">
            <a:extLst>
              <a:ext uri="{FF2B5EF4-FFF2-40B4-BE49-F238E27FC236}">
                <a16:creationId xmlns:a16="http://schemas.microsoft.com/office/drawing/2014/main" id="{334AB5F3-756E-55FD-4E35-010F8E4A1D19}"/>
              </a:ext>
            </a:extLst>
          </p:cNvPr>
          <p:cNvSpPr/>
          <p:nvPr/>
        </p:nvSpPr>
        <p:spPr>
          <a:xfrm>
            <a:off x="7807866" y="2044327"/>
            <a:ext cx="119651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275" name="Freeform 135">
            <a:extLst>
              <a:ext uri="{FF2B5EF4-FFF2-40B4-BE49-F238E27FC236}">
                <a16:creationId xmlns:a16="http://schemas.microsoft.com/office/drawing/2014/main" id="{422409BA-B9B5-B0FD-4E4B-746AC5E20E0D}"/>
              </a:ext>
            </a:extLst>
          </p:cNvPr>
          <p:cNvSpPr/>
          <p:nvPr/>
        </p:nvSpPr>
        <p:spPr>
          <a:xfrm>
            <a:off x="64292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276" name="Ellipse 275">
            <a:extLst>
              <a:ext uri="{FF2B5EF4-FFF2-40B4-BE49-F238E27FC236}">
                <a16:creationId xmlns:a16="http://schemas.microsoft.com/office/drawing/2014/main" id="{62119C7D-F878-2C32-B04E-12E5A7C46AE2}"/>
              </a:ext>
            </a:extLst>
          </p:cNvPr>
          <p:cNvSpPr/>
          <p:nvPr/>
        </p:nvSpPr>
        <p:spPr>
          <a:xfrm>
            <a:off x="78094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7" name="Ellipse 276">
            <a:extLst>
              <a:ext uri="{FF2B5EF4-FFF2-40B4-BE49-F238E27FC236}">
                <a16:creationId xmlns:a16="http://schemas.microsoft.com/office/drawing/2014/main" id="{3F36850B-AF14-791C-E0AF-B24E81D10310}"/>
              </a:ext>
            </a:extLst>
          </p:cNvPr>
          <p:cNvSpPr/>
          <p:nvPr/>
        </p:nvSpPr>
        <p:spPr>
          <a:xfrm>
            <a:off x="64277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9" name="Freeform 135">
            <a:extLst>
              <a:ext uri="{FF2B5EF4-FFF2-40B4-BE49-F238E27FC236}">
                <a16:creationId xmlns:a16="http://schemas.microsoft.com/office/drawing/2014/main" id="{D6379EF3-9022-09CC-2A02-02E755913804}"/>
              </a:ext>
            </a:extLst>
          </p:cNvPr>
          <p:cNvSpPr/>
          <p:nvPr/>
        </p:nvSpPr>
        <p:spPr>
          <a:xfrm>
            <a:off x="6429244" y="4078938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280" name="Ellipse 279">
            <a:extLst>
              <a:ext uri="{FF2B5EF4-FFF2-40B4-BE49-F238E27FC236}">
                <a16:creationId xmlns:a16="http://schemas.microsoft.com/office/drawing/2014/main" id="{7C21E02C-3D28-6600-A112-8829CB2E823F}"/>
              </a:ext>
            </a:extLst>
          </p:cNvPr>
          <p:cNvSpPr/>
          <p:nvPr/>
        </p:nvSpPr>
        <p:spPr>
          <a:xfrm>
            <a:off x="6427720" y="446461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1" name="Freeform 32">
            <a:extLst>
              <a:ext uri="{FF2B5EF4-FFF2-40B4-BE49-F238E27FC236}">
                <a16:creationId xmlns:a16="http://schemas.microsoft.com/office/drawing/2014/main" id="{0B3E86B3-4F0B-10C3-0C5E-62991E0AF7BB}"/>
              </a:ext>
            </a:extLst>
          </p:cNvPr>
          <p:cNvSpPr/>
          <p:nvPr/>
        </p:nvSpPr>
        <p:spPr>
          <a:xfrm>
            <a:off x="6429244" y="5121227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57DB9F7-8619-0E2B-A014-B868FE3D2D4F}"/>
              </a:ext>
            </a:extLst>
          </p:cNvPr>
          <p:cNvSpPr/>
          <p:nvPr/>
        </p:nvSpPr>
        <p:spPr>
          <a:xfrm>
            <a:off x="8471014" y="579099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83" name="Freeform 135">
            <a:extLst>
              <a:ext uri="{FF2B5EF4-FFF2-40B4-BE49-F238E27FC236}">
                <a16:creationId xmlns:a16="http://schemas.microsoft.com/office/drawing/2014/main" id="{C46ADC1E-98F4-4AA4-D011-5FCE5EE4CD40}"/>
              </a:ext>
            </a:extLst>
          </p:cNvPr>
          <p:cNvSpPr/>
          <p:nvPr/>
        </p:nvSpPr>
        <p:spPr>
          <a:xfrm>
            <a:off x="6429913" y="6453041"/>
            <a:ext cx="109645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284" name="Freeform 135">
            <a:extLst>
              <a:ext uri="{FF2B5EF4-FFF2-40B4-BE49-F238E27FC236}">
                <a16:creationId xmlns:a16="http://schemas.microsoft.com/office/drawing/2014/main" id="{1738B520-EFD5-978E-44A8-524E18A7E711}"/>
              </a:ext>
            </a:extLst>
          </p:cNvPr>
          <p:cNvSpPr/>
          <p:nvPr/>
        </p:nvSpPr>
        <p:spPr>
          <a:xfrm>
            <a:off x="7526362" y="6453041"/>
            <a:ext cx="1478016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286" name="Ellipse 285">
            <a:extLst>
              <a:ext uri="{FF2B5EF4-FFF2-40B4-BE49-F238E27FC236}">
                <a16:creationId xmlns:a16="http://schemas.microsoft.com/office/drawing/2014/main" id="{97BF80E1-FF40-FBAC-0979-795C92445540}"/>
              </a:ext>
            </a:extLst>
          </p:cNvPr>
          <p:cNvSpPr/>
          <p:nvPr/>
        </p:nvSpPr>
        <p:spPr>
          <a:xfrm>
            <a:off x="7129528" y="68719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92" name="Freeform 135">
            <a:extLst>
              <a:ext uri="{FF2B5EF4-FFF2-40B4-BE49-F238E27FC236}">
                <a16:creationId xmlns:a16="http://schemas.microsoft.com/office/drawing/2014/main" id="{2B467402-F5FE-1A66-9179-595FD49BAB9C}"/>
              </a:ext>
            </a:extLst>
          </p:cNvPr>
          <p:cNvSpPr/>
          <p:nvPr/>
        </p:nvSpPr>
        <p:spPr>
          <a:xfrm>
            <a:off x="9376311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294" name="Freeform 135">
            <a:extLst>
              <a:ext uri="{FF2B5EF4-FFF2-40B4-BE49-F238E27FC236}">
                <a16:creationId xmlns:a16="http://schemas.microsoft.com/office/drawing/2014/main" id="{7755C13F-B92F-5504-D346-9BD008590F7F}"/>
              </a:ext>
            </a:extLst>
          </p:cNvPr>
          <p:cNvSpPr/>
          <p:nvPr/>
        </p:nvSpPr>
        <p:spPr>
          <a:xfrm>
            <a:off x="93756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Bases de données</a:t>
            </a:r>
          </a:p>
        </p:txBody>
      </p:sp>
      <p:sp>
        <p:nvSpPr>
          <p:cNvPr id="295" name="Ellipse 294">
            <a:extLst>
              <a:ext uri="{FF2B5EF4-FFF2-40B4-BE49-F238E27FC236}">
                <a16:creationId xmlns:a16="http://schemas.microsoft.com/office/drawing/2014/main" id="{62A4AD64-FDED-2CC6-405E-9337A1A338CF}"/>
              </a:ext>
            </a:extLst>
          </p:cNvPr>
          <p:cNvSpPr/>
          <p:nvPr/>
        </p:nvSpPr>
        <p:spPr>
          <a:xfrm>
            <a:off x="107558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96" name="Ellipse 295">
            <a:extLst>
              <a:ext uri="{FF2B5EF4-FFF2-40B4-BE49-F238E27FC236}">
                <a16:creationId xmlns:a16="http://schemas.microsoft.com/office/drawing/2014/main" id="{9A94E079-826B-F462-7FC6-F9918673DDA1}"/>
              </a:ext>
            </a:extLst>
          </p:cNvPr>
          <p:cNvSpPr/>
          <p:nvPr/>
        </p:nvSpPr>
        <p:spPr>
          <a:xfrm>
            <a:off x="93741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97" name="Freeform 135">
            <a:extLst>
              <a:ext uri="{FF2B5EF4-FFF2-40B4-BE49-F238E27FC236}">
                <a16:creationId xmlns:a16="http://schemas.microsoft.com/office/drawing/2014/main" id="{BCE708A8-9F3F-C03B-06D0-6D8607D436D4}"/>
              </a:ext>
            </a:extLst>
          </p:cNvPr>
          <p:cNvSpPr/>
          <p:nvPr/>
        </p:nvSpPr>
        <p:spPr>
          <a:xfrm>
            <a:off x="9376311" y="3895704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298" name="Freeform 135">
            <a:extLst>
              <a:ext uri="{FF2B5EF4-FFF2-40B4-BE49-F238E27FC236}">
                <a16:creationId xmlns:a16="http://schemas.microsoft.com/office/drawing/2014/main" id="{1237BB4B-089E-C169-AF4A-6D42E60A3DB4}"/>
              </a:ext>
            </a:extLst>
          </p:cNvPr>
          <p:cNvSpPr/>
          <p:nvPr/>
        </p:nvSpPr>
        <p:spPr>
          <a:xfrm>
            <a:off x="9375643" y="4384543"/>
            <a:ext cx="258769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300" name="Ellipse 299">
            <a:extLst>
              <a:ext uri="{FF2B5EF4-FFF2-40B4-BE49-F238E27FC236}">
                <a16:creationId xmlns:a16="http://schemas.microsoft.com/office/drawing/2014/main" id="{1F2F47D3-B54D-C2AD-2B3E-980DB70EDE24}"/>
              </a:ext>
            </a:extLst>
          </p:cNvPr>
          <p:cNvSpPr/>
          <p:nvPr/>
        </p:nvSpPr>
        <p:spPr>
          <a:xfrm>
            <a:off x="9374120" y="481376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1" name="Ellipse 300">
            <a:extLst>
              <a:ext uri="{FF2B5EF4-FFF2-40B4-BE49-F238E27FC236}">
                <a16:creationId xmlns:a16="http://schemas.microsoft.com/office/drawing/2014/main" id="{54F99297-0521-41C9-4100-05883B77B1BB}"/>
              </a:ext>
            </a:extLst>
          </p:cNvPr>
          <p:cNvSpPr/>
          <p:nvPr/>
        </p:nvSpPr>
        <p:spPr>
          <a:xfrm>
            <a:off x="10070575" y="481038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02" name="Freeform 135">
            <a:extLst>
              <a:ext uri="{FF2B5EF4-FFF2-40B4-BE49-F238E27FC236}">
                <a16:creationId xmlns:a16="http://schemas.microsoft.com/office/drawing/2014/main" id="{78868E14-E25F-1E67-E6D8-66CA493B6D37}"/>
              </a:ext>
            </a:extLst>
          </p:cNvPr>
          <p:cNvSpPr/>
          <p:nvPr/>
        </p:nvSpPr>
        <p:spPr>
          <a:xfrm>
            <a:off x="12334000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303" name="Freeform 135">
            <a:extLst>
              <a:ext uri="{FF2B5EF4-FFF2-40B4-BE49-F238E27FC236}">
                <a16:creationId xmlns:a16="http://schemas.microsoft.com/office/drawing/2014/main" id="{966AC4AA-9557-5DF9-37AF-1F466E35F26D}"/>
              </a:ext>
            </a:extLst>
          </p:cNvPr>
          <p:cNvSpPr/>
          <p:nvPr/>
        </p:nvSpPr>
        <p:spPr>
          <a:xfrm>
            <a:off x="12333333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6" name="Ellipse 305">
            <a:extLst>
              <a:ext uri="{FF2B5EF4-FFF2-40B4-BE49-F238E27FC236}">
                <a16:creationId xmlns:a16="http://schemas.microsoft.com/office/drawing/2014/main" id="{A6C6238D-D914-21EE-0E4F-FE178699489E}"/>
              </a:ext>
            </a:extLst>
          </p:cNvPr>
          <p:cNvSpPr/>
          <p:nvPr/>
        </p:nvSpPr>
        <p:spPr>
          <a:xfrm>
            <a:off x="13724783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07" name="Ellipse 306">
            <a:extLst>
              <a:ext uri="{FF2B5EF4-FFF2-40B4-BE49-F238E27FC236}">
                <a16:creationId xmlns:a16="http://schemas.microsoft.com/office/drawing/2014/main" id="{841B2546-1217-864C-F9B9-2FA049BD3A71}"/>
              </a:ext>
            </a:extLst>
          </p:cNvPr>
          <p:cNvSpPr/>
          <p:nvPr/>
        </p:nvSpPr>
        <p:spPr>
          <a:xfrm>
            <a:off x="12343098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8" name="Freeform 135">
            <a:extLst>
              <a:ext uri="{FF2B5EF4-FFF2-40B4-BE49-F238E27FC236}">
                <a16:creationId xmlns:a16="http://schemas.microsoft.com/office/drawing/2014/main" id="{F8B37E46-04C2-2CB2-BF99-306E2E5EFDB5}"/>
              </a:ext>
            </a:extLst>
          </p:cNvPr>
          <p:cNvSpPr/>
          <p:nvPr/>
        </p:nvSpPr>
        <p:spPr>
          <a:xfrm>
            <a:off x="15263254" y="2044184"/>
            <a:ext cx="26519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309" name="Ellipse 308">
            <a:extLst>
              <a:ext uri="{FF2B5EF4-FFF2-40B4-BE49-F238E27FC236}">
                <a16:creationId xmlns:a16="http://schemas.microsoft.com/office/drawing/2014/main" id="{2931E7A6-20F4-2812-2947-9FF5907F4066}"/>
              </a:ext>
            </a:extLst>
          </p:cNvPr>
          <p:cNvSpPr/>
          <p:nvPr/>
        </p:nvSpPr>
        <p:spPr>
          <a:xfrm>
            <a:off x="16628777" y="245329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0" name="Ellipse 309">
            <a:extLst>
              <a:ext uri="{FF2B5EF4-FFF2-40B4-BE49-F238E27FC236}">
                <a16:creationId xmlns:a16="http://schemas.microsoft.com/office/drawing/2014/main" id="{EFE96614-F7B6-FA8D-4D33-37563FBE789E}"/>
              </a:ext>
            </a:extLst>
          </p:cNvPr>
          <p:cNvSpPr/>
          <p:nvPr/>
        </p:nvSpPr>
        <p:spPr>
          <a:xfrm>
            <a:off x="15240000" y="244869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13" name="Ellipse 312">
            <a:extLst>
              <a:ext uri="{FF2B5EF4-FFF2-40B4-BE49-F238E27FC236}">
                <a16:creationId xmlns:a16="http://schemas.microsoft.com/office/drawing/2014/main" id="{0642F095-1C1A-E5D7-BE5B-11CEE0502F39}"/>
              </a:ext>
            </a:extLst>
          </p:cNvPr>
          <p:cNvSpPr/>
          <p:nvPr/>
        </p:nvSpPr>
        <p:spPr>
          <a:xfrm>
            <a:off x="15936375" y="399671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4" name="Ellipse 313">
            <a:extLst>
              <a:ext uri="{FF2B5EF4-FFF2-40B4-BE49-F238E27FC236}">
                <a16:creationId xmlns:a16="http://schemas.microsoft.com/office/drawing/2014/main" id="{194E1DCD-F68B-9759-B02F-90BCF5A56CCF}"/>
              </a:ext>
            </a:extLst>
          </p:cNvPr>
          <p:cNvSpPr/>
          <p:nvPr/>
        </p:nvSpPr>
        <p:spPr>
          <a:xfrm>
            <a:off x="16628776" y="399696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5" name="Freeform 135">
            <a:extLst>
              <a:ext uri="{FF2B5EF4-FFF2-40B4-BE49-F238E27FC236}">
                <a16:creationId xmlns:a16="http://schemas.microsoft.com/office/drawing/2014/main" id="{A006EBE1-B093-9B84-0FE1-8D090557BFE4}"/>
              </a:ext>
            </a:extLst>
          </p:cNvPr>
          <p:cNvSpPr/>
          <p:nvPr/>
        </p:nvSpPr>
        <p:spPr>
          <a:xfrm>
            <a:off x="15239999" y="4808749"/>
            <a:ext cx="2656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316" name="Ellipse 315">
            <a:extLst>
              <a:ext uri="{FF2B5EF4-FFF2-40B4-BE49-F238E27FC236}">
                <a16:creationId xmlns:a16="http://schemas.microsoft.com/office/drawing/2014/main" id="{D676E683-83D8-82D1-3C8D-7B626321D69F}"/>
              </a:ext>
            </a:extLst>
          </p:cNvPr>
          <p:cNvSpPr/>
          <p:nvPr/>
        </p:nvSpPr>
        <p:spPr>
          <a:xfrm>
            <a:off x="17370436" y="521790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18" name="Freeform 135">
            <a:extLst>
              <a:ext uri="{FF2B5EF4-FFF2-40B4-BE49-F238E27FC236}">
                <a16:creationId xmlns:a16="http://schemas.microsoft.com/office/drawing/2014/main" id="{03336487-8E18-C23E-4EC2-1E396816E805}"/>
              </a:ext>
            </a:extLst>
          </p:cNvPr>
          <p:cNvSpPr/>
          <p:nvPr/>
        </p:nvSpPr>
        <p:spPr>
          <a:xfrm>
            <a:off x="6429912" y="8149866"/>
            <a:ext cx="254510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0" name="Ellipse 319">
            <a:extLst>
              <a:ext uri="{FF2B5EF4-FFF2-40B4-BE49-F238E27FC236}">
                <a16:creationId xmlns:a16="http://schemas.microsoft.com/office/drawing/2014/main" id="{C94B5BC8-48EE-8C5F-AD5A-DD2B964577B0}"/>
              </a:ext>
            </a:extLst>
          </p:cNvPr>
          <p:cNvSpPr/>
          <p:nvPr/>
        </p:nvSpPr>
        <p:spPr>
          <a:xfrm>
            <a:off x="7129528" y="856876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21" name="Freeform 32">
            <a:extLst>
              <a:ext uri="{FF2B5EF4-FFF2-40B4-BE49-F238E27FC236}">
                <a16:creationId xmlns:a16="http://schemas.microsoft.com/office/drawing/2014/main" id="{3FC19442-D817-B486-D299-54E2521616A1}"/>
              </a:ext>
            </a:extLst>
          </p:cNvPr>
          <p:cNvSpPr/>
          <p:nvPr/>
        </p:nvSpPr>
        <p:spPr>
          <a:xfrm>
            <a:off x="6424680" y="9148261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322" name="Ellipse 321">
            <a:extLst>
              <a:ext uri="{FF2B5EF4-FFF2-40B4-BE49-F238E27FC236}">
                <a16:creationId xmlns:a16="http://schemas.microsoft.com/office/drawing/2014/main" id="{C930007D-7ECE-5594-69AE-5C5738834990}"/>
              </a:ext>
            </a:extLst>
          </p:cNvPr>
          <p:cNvSpPr/>
          <p:nvPr/>
        </p:nvSpPr>
        <p:spPr>
          <a:xfrm>
            <a:off x="6431862" y="955674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3" name="Freeform 135">
            <a:extLst>
              <a:ext uri="{FF2B5EF4-FFF2-40B4-BE49-F238E27FC236}">
                <a16:creationId xmlns:a16="http://schemas.microsoft.com/office/drawing/2014/main" id="{2D9C9099-A5AA-4666-401F-16B317452100}"/>
              </a:ext>
            </a:extLst>
          </p:cNvPr>
          <p:cNvSpPr/>
          <p:nvPr/>
        </p:nvSpPr>
        <p:spPr>
          <a:xfrm>
            <a:off x="9370821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5" name="Ellipse 324">
            <a:extLst>
              <a:ext uri="{FF2B5EF4-FFF2-40B4-BE49-F238E27FC236}">
                <a16:creationId xmlns:a16="http://schemas.microsoft.com/office/drawing/2014/main" id="{DF5A2F9E-CB08-FEAC-605D-01A6EB8435B9}"/>
              </a:ext>
            </a:extLst>
          </p:cNvPr>
          <p:cNvSpPr/>
          <p:nvPr/>
        </p:nvSpPr>
        <p:spPr>
          <a:xfrm>
            <a:off x="9374120" y="857505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6" name="Ellipse 325">
            <a:extLst>
              <a:ext uri="{FF2B5EF4-FFF2-40B4-BE49-F238E27FC236}">
                <a16:creationId xmlns:a16="http://schemas.microsoft.com/office/drawing/2014/main" id="{A6D57C6D-9200-2B36-817E-068E4F994092}"/>
              </a:ext>
            </a:extLst>
          </p:cNvPr>
          <p:cNvSpPr/>
          <p:nvPr/>
        </p:nvSpPr>
        <p:spPr>
          <a:xfrm>
            <a:off x="11451886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7" name="Freeform 135">
            <a:extLst>
              <a:ext uri="{FF2B5EF4-FFF2-40B4-BE49-F238E27FC236}">
                <a16:creationId xmlns:a16="http://schemas.microsoft.com/office/drawing/2014/main" id="{C00F499E-E104-2749-1532-739375D03809}"/>
              </a:ext>
            </a:extLst>
          </p:cNvPr>
          <p:cNvSpPr/>
          <p:nvPr/>
        </p:nvSpPr>
        <p:spPr>
          <a:xfrm>
            <a:off x="12330837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328" name="Ellipse 327">
            <a:extLst>
              <a:ext uri="{FF2B5EF4-FFF2-40B4-BE49-F238E27FC236}">
                <a16:creationId xmlns:a16="http://schemas.microsoft.com/office/drawing/2014/main" id="{AEFCE3F9-8BFF-BFD3-8AF3-73A85A59EB00}"/>
              </a:ext>
            </a:extLst>
          </p:cNvPr>
          <p:cNvSpPr/>
          <p:nvPr/>
        </p:nvSpPr>
        <p:spPr>
          <a:xfrm>
            <a:off x="14411902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9" name="Ellipse 328">
            <a:extLst>
              <a:ext uri="{FF2B5EF4-FFF2-40B4-BE49-F238E27FC236}">
                <a16:creationId xmlns:a16="http://schemas.microsoft.com/office/drawing/2014/main" id="{6F378B79-E373-85DF-C97B-50C942E9F18D}"/>
              </a:ext>
            </a:extLst>
          </p:cNvPr>
          <p:cNvSpPr/>
          <p:nvPr/>
        </p:nvSpPr>
        <p:spPr>
          <a:xfrm>
            <a:off x="13059600" y="85767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32" name="Freeform 135">
            <a:extLst>
              <a:ext uri="{FF2B5EF4-FFF2-40B4-BE49-F238E27FC236}">
                <a16:creationId xmlns:a16="http://schemas.microsoft.com/office/drawing/2014/main" id="{890C2E1A-E680-03F4-8B17-5E6446926100}"/>
              </a:ext>
            </a:extLst>
          </p:cNvPr>
          <p:cNvSpPr/>
          <p:nvPr/>
        </p:nvSpPr>
        <p:spPr>
          <a:xfrm>
            <a:off x="12330837" y="9188483"/>
            <a:ext cx="1448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3" name="Ellipse 332">
            <a:extLst>
              <a:ext uri="{FF2B5EF4-FFF2-40B4-BE49-F238E27FC236}">
                <a16:creationId xmlns:a16="http://schemas.microsoft.com/office/drawing/2014/main" id="{6229CF3C-B698-7978-422E-F6D7448E9041}"/>
              </a:ext>
            </a:extLst>
          </p:cNvPr>
          <p:cNvSpPr/>
          <p:nvPr/>
        </p:nvSpPr>
        <p:spPr>
          <a:xfrm>
            <a:off x="12343098" y="961031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4" name="Freeform 135">
            <a:extLst>
              <a:ext uri="{FF2B5EF4-FFF2-40B4-BE49-F238E27FC236}">
                <a16:creationId xmlns:a16="http://schemas.microsoft.com/office/drawing/2014/main" id="{9529A65D-25FE-E1CE-F8E2-8C68C929CD8D}"/>
              </a:ext>
            </a:extLst>
          </p:cNvPr>
          <p:cNvSpPr/>
          <p:nvPr/>
        </p:nvSpPr>
        <p:spPr>
          <a:xfrm>
            <a:off x="13724783" y="9187791"/>
            <a:ext cx="1198568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05DB2-BA88-8007-61DC-DF37F99D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7">
            <a:extLst>
              <a:ext uri="{FF2B5EF4-FFF2-40B4-BE49-F238E27FC236}">
                <a16:creationId xmlns:a16="http://schemas.microsoft.com/office/drawing/2014/main" id="{DDC052F4-7880-398A-D061-AE31260F26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522B38B-0E90-E9E9-E0B2-7016969564C9}"/>
              </a:ext>
            </a:extLst>
          </p:cNvPr>
          <p:cNvSpPr/>
          <p:nvPr/>
        </p:nvSpPr>
        <p:spPr>
          <a:xfrm>
            <a:off x="198111" y="2007936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449E8FF1-02F9-4D83-A229-ACE6AB6B88DD}"/>
              </a:ext>
            </a:extLst>
          </p:cNvPr>
          <p:cNvSpPr/>
          <p:nvPr/>
        </p:nvSpPr>
        <p:spPr>
          <a:xfrm>
            <a:off x="198111" y="7465641"/>
            <a:ext cx="17835899" cy="2284609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3B9D691-BD9A-C5E7-9CD7-F526483899E5}"/>
              </a:ext>
            </a:extLst>
          </p:cNvPr>
          <p:cNvSpPr txBox="1"/>
          <p:nvPr/>
        </p:nvSpPr>
        <p:spPr>
          <a:xfrm>
            <a:off x="198111" y="73209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" name="Freeform 135">
            <a:extLst>
              <a:ext uri="{FF2B5EF4-FFF2-40B4-BE49-F238E27FC236}">
                <a16:creationId xmlns:a16="http://schemas.microsoft.com/office/drawing/2014/main" id="{43E34CA2-0FFF-9631-4AB2-12A6CF9F4E59}"/>
              </a:ext>
            </a:extLst>
          </p:cNvPr>
          <p:cNvSpPr/>
          <p:nvPr/>
        </p:nvSpPr>
        <p:spPr>
          <a:xfrm>
            <a:off x="3475727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 (1,5 mois)</a:t>
            </a:r>
          </a:p>
        </p:txBody>
      </p:sp>
      <p:sp>
        <p:nvSpPr>
          <p:cNvPr id="185" name="Freeform 31">
            <a:extLst>
              <a:ext uri="{FF2B5EF4-FFF2-40B4-BE49-F238E27FC236}">
                <a16:creationId xmlns:a16="http://schemas.microsoft.com/office/drawing/2014/main" id="{F6DA1B16-E570-4627-759A-7618DA5D0A86}"/>
              </a:ext>
            </a:extLst>
          </p:cNvPr>
          <p:cNvSpPr/>
          <p:nvPr/>
        </p:nvSpPr>
        <p:spPr>
          <a:xfrm>
            <a:off x="5457174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Ellipse 185">
            <a:extLst>
              <a:ext uri="{FF2B5EF4-FFF2-40B4-BE49-F238E27FC236}">
                <a16:creationId xmlns:a16="http://schemas.microsoft.com/office/drawing/2014/main" id="{1E274106-716E-0F39-FF36-55BD60177AB4}"/>
              </a:ext>
            </a:extLst>
          </p:cNvPr>
          <p:cNvSpPr/>
          <p:nvPr/>
        </p:nvSpPr>
        <p:spPr>
          <a:xfrm>
            <a:off x="4153433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87" name="Ellipse 186">
            <a:extLst>
              <a:ext uri="{FF2B5EF4-FFF2-40B4-BE49-F238E27FC236}">
                <a16:creationId xmlns:a16="http://schemas.microsoft.com/office/drawing/2014/main" id="{8CC613F7-E1F1-CAD8-8B13-1AFF1A9330E1}"/>
              </a:ext>
            </a:extLst>
          </p:cNvPr>
          <p:cNvSpPr/>
          <p:nvPr/>
        </p:nvSpPr>
        <p:spPr>
          <a:xfrm>
            <a:off x="4841249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ADC1F8E-2F24-77B2-1055-EA0E4CF8B406}"/>
              </a:ext>
            </a:extLst>
          </p:cNvPr>
          <p:cNvSpPr/>
          <p:nvPr/>
        </p:nvSpPr>
        <p:spPr>
          <a:xfrm>
            <a:off x="3459564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9" name="Ellipse 188">
            <a:extLst>
              <a:ext uri="{FF2B5EF4-FFF2-40B4-BE49-F238E27FC236}">
                <a16:creationId xmlns:a16="http://schemas.microsoft.com/office/drawing/2014/main" id="{4A80188A-26DA-5750-F0A6-67DF0F79F3D3}"/>
              </a:ext>
            </a:extLst>
          </p:cNvPr>
          <p:cNvSpPr/>
          <p:nvPr/>
        </p:nvSpPr>
        <p:spPr>
          <a:xfrm>
            <a:off x="5533939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02EFECD-88DF-D6C1-A9ED-F97A500FFCF1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1" name="Freeform 135">
            <a:extLst>
              <a:ext uri="{FF2B5EF4-FFF2-40B4-BE49-F238E27FC236}">
                <a16:creationId xmlns:a16="http://schemas.microsoft.com/office/drawing/2014/main" id="{D8E7D72B-0A92-285A-4C6E-DA7E2664F27E}"/>
              </a:ext>
            </a:extLst>
          </p:cNvPr>
          <p:cNvSpPr/>
          <p:nvPr/>
        </p:nvSpPr>
        <p:spPr>
          <a:xfrm>
            <a:off x="9390390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182" name="Freeform 31">
            <a:extLst>
              <a:ext uri="{FF2B5EF4-FFF2-40B4-BE49-F238E27FC236}">
                <a16:creationId xmlns:a16="http://schemas.microsoft.com/office/drawing/2014/main" id="{B02CEF3F-88A6-3CC8-4B2A-382034E5BFDE}"/>
              </a:ext>
            </a:extLst>
          </p:cNvPr>
          <p:cNvSpPr/>
          <p:nvPr/>
        </p:nvSpPr>
        <p:spPr>
          <a:xfrm>
            <a:off x="11371837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5" name="Freeform 135">
            <a:extLst>
              <a:ext uri="{FF2B5EF4-FFF2-40B4-BE49-F238E27FC236}">
                <a16:creationId xmlns:a16="http://schemas.microsoft.com/office/drawing/2014/main" id="{523E0E5B-0974-121B-25C9-CD2E277C4AEF}"/>
              </a:ext>
            </a:extLst>
          </p:cNvPr>
          <p:cNvSpPr/>
          <p:nvPr/>
        </p:nvSpPr>
        <p:spPr>
          <a:xfrm>
            <a:off x="6456676" y="5360200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Carte</a:t>
            </a:r>
          </a:p>
          <a:p>
            <a:pPr algn="ctr"/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61" name="Freeform 135">
            <a:extLst>
              <a:ext uri="{FF2B5EF4-FFF2-40B4-BE49-F238E27FC236}">
                <a16:creationId xmlns:a16="http://schemas.microsoft.com/office/drawing/2014/main" id="{955DB8A4-5292-54B0-FB36-EFCE78D6CE5D}"/>
              </a:ext>
            </a:extLst>
          </p:cNvPr>
          <p:cNvSpPr/>
          <p:nvPr/>
        </p:nvSpPr>
        <p:spPr>
          <a:xfrm>
            <a:off x="453654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93FB707-FCAA-906C-624B-C7162EC470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57B5225-FAF6-55F1-D217-B0ABC5ED0D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6C5C7FC-1F54-D53E-0AB3-910F70404B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203AB0E-FEC8-CF7D-6040-1B3CD8534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2810D0A-7892-65D8-F640-935A189717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C749CD65-3105-8B7A-C59B-44B660CADD53}"/>
              </a:ext>
            </a:extLst>
          </p:cNvPr>
          <p:cNvSpPr/>
          <p:nvPr/>
        </p:nvSpPr>
        <p:spPr>
          <a:xfrm>
            <a:off x="3488065" y="2358182"/>
            <a:ext cx="2579200" cy="502859"/>
          </a:xfrm>
          <a:custGeom>
            <a:avLst/>
            <a:gdLst/>
            <a:ahLst/>
            <a:cxnLst/>
            <a:rect l="l" t="t" r="r" b="b"/>
            <a:pathLst>
              <a:path w="653565" h="127423">
                <a:moveTo>
                  <a:pt x="0" y="0"/>
                </a:moveTo>
                <a:lnTo>
                  <a:pt x="653565" y="0"/>
                </a:lnTo>
                <a:lnTo>
                  <a:pt x="65356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918451EE-CB8F-E0AE-2AEA-365CDACA7C93}"/>
              </a:ext>
            </a:extLst>
          </p:cNvPr>
          <p:cNvSpPr/>
          <p:nvPr/>
        </p:nvSpPr>
        <p:spPr>
          <a:xfrm>
            <a:off x="2435101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72AF1A33-2867-AF1C-B560-4D8BF631006A}"/>
              </a:ext>
            </a:extLst>
          </p:cNvPr>
          <p:cNvSpPr/>
          <p:nvPr/>
        </p:nvSpPr>
        <p:spPr>
          <a:xfrm>
            <a:off x="5486400" y="243300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Freeform 88">
            <a:extLst>
              <a:ext uri="{FF2B5EF4-FFF2-40B4-BE49-F238E27FC236}">
                <a16:creationId xmlns:a16="http://schemas.microsoft.com/office/drawing/2014/main" id="{D577D2FF-19D9-C72B-B3F8-12F736DAA77B}"/>
              </a:ext>
            </a:extLst>
          </p:cNvPr>
          <p:cNvSpPr/>
          <p:nvPr/>
        </p:nvSpPr>
        <p:spPr>
          <a:xfrm>
            <a:off x="8458200" y="546137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19D34201-1CE7-95F8-A457-27857B00CF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80A64B3-0278-3A7E-C9A2-E4C8546059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69EB3D03-C471-F246-868C-6FCBA512F4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59F1A4A2-11C7-658B-1750-FA1AB56011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A5DAC93A-DB06-C771-0939-B37AE7E7676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D92DE5B-53CD-D3D3-8FEB-D13660BA00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0FB26C84-A6ED-DE3B-B3A9-914E8183E2BB}"/>
              </a:ext>
            </a:extLst>
          </p:cNvPr>
          <p:cNvSpPr/>
          <p:nvPr/>
        </p:nvSpPr>
        <p:spPr>
          <a:xfrm>
            <a:off x="422712" y="71247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A0A3EB9E-455E-8C28-57AC-B42169D4EA18}"/>
              </a:ext>
            </a:extLst>
          </p:cNvPr>
          <p:cNvSpPr/>
          <p:nvPr/>
        </p:nvSpPr>
        <p:spPr>
          <a:xfrm>
            <a:off x="430570" y="1671009"/>
            <a:ext cx="184354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62" name="Ellipse 161">
            <a:extLst>
              <a:ext uri="{FF2B5EF4-FFF2-40B4-BE49-F238E27FC236}">
                <a16:creationId xmlns:a16="http://schemas.microsoft.com/office/drawing/2014/main" id="{FE939073-C2FF-CEC7-F823-7AF583564A6A}"/>
              </a:ext>
            </a:extLst>
          </p:cNvPr>
          <p:cNvSpPr/>
          <p:nvPr/>
        </p:nvSpPr>
        <p:spPr>
          <a:xfrm>
            <a:off x="1131360" y="3088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3" name="Ellipse 162">
            <a:extLst>
              <a:ext uri="{FF2B5EF4-FFF2-40B4-BE49-F238E27FC236}">
                <a16:creationId xmlns:a16="http://schemas.microsoft.com/office/drawing/2014/main" id="{3C631C26-A048-306D-503C-78232E682118}"/>
              </a:ext>
            </a:extLst>
          </p:cNvPr>
          <p:cNvSpPr/>
          <p:nvPr/>
        </p:nvSpPr>
        <p:spPr>
          <a:xfrm>
            <a:off x="1819176" y="3075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4" name="Ellipse 163">
            <a:extLst>
              <a:ext uri="{FF2B5EF4-FFF2-40B4-BE49-F238E27FC236}">
                <a16:creationId xmlns:a16="http://schemas.microsoft.com/office/drawing/2014/main" id="{C33FFCFF-D5A2-77AB-3E12-54464DA39328}"/>
              </a:ext>
            </a:extLst>
          </p:cNvPr>
          <p:cNvSpPr/>
          <p:nvPr/>
        </p:nvSpPr>
        <p:spPr>
          <a:xfrm>
            <a:off x="437491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5" name="Ellipse 164">
            <a:extLst>
              <a:ext uri="{FF2B5EF4-FFF2-40B4-BE49-F238E27FC236}">
                <a16:creationId xmlns:a16="http://schemas.microsoft.com/office/drawing/2014/main" id="{71B125D8-E48A-5D67-A71C-8B4D2C365946}"/>
              </a:ext>
            </a:extLst>
          </p:cNvPr>
          <p:cNvSpPr/>
          <p:nvPr/>
        </p:nvSpPr>
        <p:spPr>
          <a:xfrm>
            <a:off x="4205182" y="2812237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6" name="Ellipse 165">
            <a:extLst>
              <a:ext uri="{FF2B5EF4-FFF2-40B4-BE49-F238E27FC236}">
                <a16:creationId xmlns:a16="http://schemas.microsoft.com/office/drawing/2014/main" id="{CEA7F047-667C-0E24-67C0-7A26CE6DE6AE}"/>
              </a:ext>
            </a:extLst>
          </p:cNvPr>
          <p:cNvSpPr/>
          <p:nvPr/>
        </p:nvSpPr>
        <p:spPr>
          <a:xfrm>
            <a:off x="4876454" y="281320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7" name="Ellipse 166">
            <a:extLst>
              <a:ext uri="{FF2B5EF4-FFF2-40B4-BE49-F238E27FC236}">
                <a16:creationId xmlns:a16="http://schemas.microsoft.com/office/drawing/2014/main" id="{B40C6DDB-59F1-178F-B04D-B826497E8775}"/>
              </a:ext>
            </a:extLst>
          </p:cNvPr>
          <p:cNvSpPr/>
          <p:nvPr/>
        </p:nvSpPr>
        <p:spPr>
          <a:xfrm>
            <a:off x="3493437" y="2812237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6C1332C6-1254-DE7E-7E09-6514A22776A6}"/>
              </a:ext>
            </a:extLst>
          </p:cNvPr>
          <p:cNvSpPr/>
          <p:nvPr/>
        </p:nvSpPr>
        <p:spPr>
          <a:xfrm>
            <a:off x="5541828" y="281223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69" name="Freeform 135">
            <a:extLst>
              <a:ext uri="{FF2B5EF4-FFF2-40B4-BE49-F238E27FC236}">
                <a16:creationId xmlns:a16="http://schemas.microsoft.com/office/drawing/2014/main" id="{7866042A-9F36-0758-BA19-E6E563204375}"/>
              </a:ext>
            </a:extLst>
          </p:cNvPr>
          <p:cNvSpPr/>
          <p:nvPr/>
        </p:nvSpPr>
        <p:spPr>
          <a:xfrm>
            <a:off x="6452118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BCD8E124-67E3-E872-BD1D-853AF752D00C}"/>
              </a:ext>
            </a:extLst>
          </p:cNvPr>
          <p:cNvSpPr/>
          <p:nvPr/>
        </p:nvSpPr>
        <p:spPr>
          <a:xfrm>
            <a:off x="6435955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1" name="Freeform 135">
            <a:extLst>
              <a:ext uri="{FF2B5EF4-FFF2-40B4-BE49-F238E27FC236}">
                <a16:creationId xmlns:a16="http://schemas.microsoft.com/office/drawing/2014/main" id="{C435F98E-6770-ABEC-A2BE-BB81A1E0F71F}"/>
              </a:ext>
            </a:extLst>
          </p:cNvPr>
          <p:cNvSpPr/>
          <p:nvPr/>
        </p:nvSpPr>
        <p:spPr>
          <a:xfrm>
            <a:off x="6456676" y="3799624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C0373F40-1298-CDFF-959F-31E51B3467CF}"/>
              </a:ext>
            </a:extLst>
          </p:cNvPr>
          <p:cNvSpPr/>
          <p:nvPr/>
        </p:nvSpPr>
        <p:spPr>
          <a:xfrm>
            <a:off x="7134382" y="453169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702C2C29-DC0B-BE63-1D4B-A7FF3CB25448}"/>
              </a:ext>
            </a:extLst>
          </p:cNvPr>
          <p:cNvSpPr/>
          <p:nvPr/>
        </p:nvSpPr>
        <p:spPr>
          <a:xfrm>
            <a:off x="7822198" y="451813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AB9D02A-D78A-068C-1E27-D1743EC9D22C}"/>
              </a:ext>
            </a:extLst>
          </p:cNvPr>
          <p:cNvSpPr/>
          <p:nvPr/>
        </p:nvSpPr>
        <p:spPr>
          <a:xfrm>
            <a:off x="6440513" y="452482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6" name="Ellipse 175">
            <a:extLst>
              <a:ext uri="{FF2B5EF4-FFF2-40B4-BE49-F238E27FC236}">
                <a16:creationId xmlns:a16="http://schemas.microsoft.com/office/drawing/2014/main" id="{77AAF427-9E8A-73B1-E73D-9E5BB7920829}"/>
              </a:ext>
            </a:extLst>
          </p:cNvPr>
          <p:cNvSpPr/>
          <p:nvPr/>
        </p:nvSpPr>
        <p:spPr>
          <a:xfrm>
            <a:off x="7134382" y="609226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8" name="Ellipse 177">
            <a:extLst>
              <a:ext uri="{FF2B5EF4-FFF2-40B4-BE49-F238E27FC236}">
                <a16:creationId xmlns:a16="http://schemas.microsoft.com/office/drawing/2014/main" id="{2C2C58A8-BC2A-BD24-CE5C-CC58638C2518}"/>
              </a:ext>
            </a:extLst>
          </p:cNvPr>
          <p:cNvSpPr/>
          <p:nvPr/>
        </p:nvSpPr>
        <p:spPr>
          <a:xfrm>
            <a:off x="10068096" y="308887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24332FCE-0BA7-EB1A-5142-061452295478}"/>
              </a:ext>
            </a:extLst>
          </p:cNvPr>
          <p:cNvSpPr/>
          <p:nvPr/>
        </p:nvSpPr>
        <p:spPr>
          <a:xfrm>
            <a:off x="10755912" y="307531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D924D31E-B913-8AD8-9429-702FE634458D}"/>
              </a:ext>
            </a:extLst>
          </p:cNvPr>
          <p:cNvSpPr/>
          <p:nvPr/>
        </p:nvSpPr>
        <p:spPr>
          <a:xfrm>
            <a:off x="9374227" y="3082012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3" name="Ellipse 182">
            <a:extLst>
              <a:ext uri="{FF2B5EF4-FFF2-40B4-BE49-F238E27FC236}">
                <a16:creationId xmlns:a16="http://schemas.microsoft.com/office/drawing/2014/main" id="{73C66A08-244D-E438-118E-FE2E79FBAD9D}"/>
              </a:ext>
            </a:extLst>
          </p:cNvPr>
          <p:cNvSpPr/>
          <p:nvPr/>
        </p:nvSpPr>
        <p:spPr>
          <a:xfrm>
            <a:off x="11448602" y="307399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0" name="Freeform 135">
            <a:extLst>
              <a:ext uri="{FF2B5EF4-FFF2-40B4-BE49-F238E27FC236}">
                <a16:creationId xmlns:a16="http://schemas.microsoft.com/office/drawing/2014/main" id="{BB660AFF-97B0-31DB-0FDE-4453F148F62C}"/>
              </a:ext>
            </a:extLst>
          </p:cNvPr>
          <p:cNvSpPr/>
          <p:nvPr/>
        </p:nvSpPr>
        <p:spPr>
          <a:xfrm>
            <a:off x="12330360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ou projet indus</a:t>
            </a:r>
          </a:p>
        </p:txBody>
      </p:sp>
      <p:sp>
        <p:nvSpPr>
          <p:cNvPr id="191" name="Freeform 31">
            <a:extLst>
              <a:ext uri="{FF2B5EF4-FFF2-40B4-BE49-F238E27FC236}">
                <a16:creationId xmlns:a16="http://schemas.microsoft.com/office/drawing/2014/main" id="{F0DF4719-F881-6C0F-CB95-53A264B7AA68}"/>
              </a:ext>
            </a:extLst>
          </p:cNvPr>
          <p:cNvSpPr/>
          <p:nvPr/>
        </p:nvSpPr>
        <p:spPr>
          <a:xfrm>
            <a:off x="14311807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Ellipse 191">
            <a:extLst>
              <a:ext uri="{FF2B5EF4-FFF2-40B4-BE49-F238E27FC236}">
                <a16:creationId xmlns:a16="http://schemas.microsoft.com/office/drawing/2014/main" id="{9B887D75-AF37-1456-2F65-D7013754A325}"/>
              </a:ext>
            </a:extLst>
          </p:cNvPr>
          <p:cNvSpPr/>
          <p:nvPr/>
        </p:nvSpPr>
        <p:spPr>
          <a:xfrm>
            <a:off x="13008066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833E850-AC90-0CAB-EC5B-BFFFD0CB9C11}"/>
              </a:ext>
            </a:extLst>
          </p:cNvPr>
          <p:cNvSpPr/>
          <p:nvPr/>
        </p:nvSpPr>
        <p:spPr>
          <a:xfrm>
            <a:off x="13695882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94" name="Ellipse 193">
            <a:extLst>
              <a:ext uri="{FF2B5EF4-FFF2-40B4-BE49-F238E27FC236}">
                <a16:creationId xmlns:a16="http://schemas.microsoft.com/office/drawing/2014/main" id="{E35FF4BF-176A-2228-8C72-85BDCC8D818F}"/>
              </a:ext>
            </a:extLst>
          </p:cNvPr>
          <p:cNvSpPr/>
          <p:nvPr/>
        </p:nvSpPr>
        <p:spPr>
          <a:xfrm>
            <a:off x="12314197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5" name="Ellipse 194">
            <a:extLst>
              <a:ext uri="{FF2B5EF4-FFF2-40B4-BE49-F238E27FC236}">
                <a16:creationId xmlns:a16="http://schemas.microsoft.com/office/drawing/2014/main" id="{47C8695E-16D5-D191-56D3-880E1081B584}"/>
              </a:ext>
            </a:extLst>
          </p:cNvPr>
          <p:cNvSpPr/>
          <p:nvPr/>
        </p:nvSpPr>
        <p:spPr>
          <a:xfrm>
            <a:off x="14388572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Freeform 135">
            <a:extLst>
              <a:ext uri="{FF2B5EF4-FFF2-40B4-BE49-F238E27FC236}">
                <a16:creationId xmlns:a16="http://schemas.microsoft.com/office/drawing/2014/main" id="{EDC1DA9A-3DDA-3A43-571F-97A0C1305C75}"/>
              </a:ext>
            </a:extLst>
          </p:cNvPr>
          <p:cNvSpPr/>
          <p:nvPr/>
        </p:nvSpPr>
        <p:spPr>
          <a:xfrm>
            <a:off x="15258755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(5-6 mois)</a:t>
            </a:r>
          </a:p>
        </p:txBody>
      </p:sp>
      <p:sp>
        <p:nvSpPr>
          <p:cNvPr id="197" name="Freeform 31">
            <a:extLst>
              <a:ext uri="{FF2B5EF4-FFF2-40B4-BE49-F238E27FC236}">
                <a16:creationId xmlns:a16="http://schemas.microsoft.com/office/drawing/2014/main" id="{704DFE55-B1A4-B39D-0701-257B95A088FE}"/>
              </a:ext>
            </a:extLst>
          </p:cNvPr>
          <p:cNvSpPr/>
          <p:nvPr/>
        </p:nvSpPr>
        <p:spPr>
          <a:xfrm>
            <a:off x="17240202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8" name="Ellipse 197">
            <a:extLst>
              <a:ext uri="{FF2B5EF4-FFF2-40B4-BE49-F238E27FC236}">
                <a16:creationId xmlns:a16="http://schemas.microsoft.com/office/drawing/2014/main" id="{C676C660-2836-D927-2225-59124001D5B3}"/>
              </a:ext>
            </a:extLst>
          </p:cNvPr>
          <p:cNvSpPr/>
          <p:nvPr/>
        </p:nvSpPr>
        <p:spPr>
          <a:xfrm>
            <a:off x="15936461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9" name="Ellipse 198">
            <a:extLst>
              <a:ext uri="{FF2B5EF4-FFF2-40B4-BE49-F238E27FC236}">
                <a16:creationId xmlns:a16="http://schemas.microsoft.com/office/drawing/2014/main" id="{1908EF69-4B59-2A98-45E5-84504E6BFE59}"/>
              </a:ext>
            </a:extLst>
          </p:cNvPr>
          <p:cNvSpPr/>
          <p:nvPr/>
        </p:nvSpPr>
        <p:spPr>
          <a:xfrm>
            <a:off x="16624277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00" name="Ellipse 199">
            <a:extLst>
              <a:ext uri="{FF2B5EF4-FFF2-40B4-BE49-F238E27FC236}">
                <a16:creationId xmlns:a16="http://schemas.microsoft.com/office/drawing/2014/main" id="{8AF3FEBB-5C35-7C44-A883-2514AEB184EA}"/>
              </a:ext>
            </a:extLst>
          </p:cNvPr>
          <p:cNvSpPr/>
          <p:nvPr/>
        </p:nvSpPr>
        <p:spPr>
          <a:xfrm>
            <a:off x="15242592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01" name="Ellipse 200">
            <a:extLst>
              <a:ext uri="{FF2B5EF4-FFF2-40B4-BE49-F238E27FC236}">
                <a16:creationId xmlns:a16="http://schemas.microsoft.com/office/drawing/2014/main" id="{95DAF15F-297D-E162-FB7A-DC34399CCE6E}"/>
              </a:ext>
            </a:extLst>
          </p:cNvPr>
          <p:cNvSpPr/>
          <p:nvPr/>
        </p:nvSpPr>
        <p:spPr>
          <a:xfrm>
            <a:off x="17316967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3730556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89DB2-6E24-C62F-E337-9859AC7DA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9">
            <a:extLst>
              <a:ext uri="{FF2B5EF4-FFF2-40B4-BE49-F238E27FC236}">
                <a16:creationId xmlns:a16="http://schemas.microsoft.com/office/drawing/2014/main" id="{E69C3B21-0BBB-6B50-8EB5-87801963D7D8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C643D68B-A2AC-E3C8-4EEA-ADFB4689B321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08">
            <a:extLst>
              <a:ext uri="{FF2B5EF4-FFF2-40B4-BE49-F238E27FC236}">
                <a16:creationId xmlns:a16="http://schemas.microsoft.com/office/drawing/2014/main" id="{30E83A7C-0C9D-C079-331D-F7FB4FAA3345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Freeform 24">
            <a:extLst>
              <a:ext uri="{FF2B5EF4-FFF2-40B4-BE49-F238E27FC236}">
                <a16:creationId xmlns:a16="http://schemas.microsoft.com/office/drawing/2014/main" id="{3DA184D0-B119-9D09-C0F4-891000BB7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9" name="Freeform 33">
            <a:extLst>
              <a:ext uri="{FF2B5EF4-FFF2-40B4-BE49-F238E27FC236}">
                <a16:creationId xmlns:a16="http://schemas.microsoft.com/office/drawing/2014/main" id="{15A5F073-6F7A-15CF-789B-9A7D9AAAAE3A}"/>
              </a:ext>
            </a:extLst>
          </p:cNvPr>
          <p:cNvSpPr/>
          <p:nvPr/>
        </p:nvSpPr>
        <p:spPr>
          <a:xfrm>
            <a:off x="13889590" y="423800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60" name="Freeform 30">
            <a:extLst>
              <a:ext uri="{FF2B5EF4-FFF2-40B4-BE49-F238E27FC236}">
                <a16:creationId xmlns:a16="http://schemas.microsoft.com/office/drawing/2014/main" id="{693DB44D-D43D-AC00-7782-A928DE2CB4DA}"/>
              </a:ext>
            </a:extLst>
          </p:cNvPr>
          <p:cNvSpPr/>
          <p:nvPr/>
        </p:nvSpPr>
        <p:spPr>
          <a:xfrm>
            <a:off x="13889590" y="3544642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88AD03A1-A75C-E4F8-5680-F707DBD867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54">
            <a:extLst>
              <a:ext uri="{FF2B5EF4-FFF2-40B4-BE49-F238E27FC236}">
                <a16:creationId xmlns:a16="http://schemas.microsoft.com/office/drawing/2014/main" id="{D6C01685-0021-1365-FBF9-212064B358B1}"/>
              </a:ext>
            </a:extLst>
          </p:cNvPr>
          <p:cNvSpPr/>
          <p:nvPr/>
        </p:nvSpPr>
        <p:spPr>
          <a:xfrm>
            <a:off x="9363133" y="353923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AEE34485-8BC7-EFDD-6481-6B5ACDA6DF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Freeform 33">
            <a:extLst>
              <a:ext uri="{FF2B5EF4-FFF2-40B4-BE49-F238E27FC236}">
                <a16:creationId xmlns:a16="http://schemas.microsoft.com/office/drawing/2014/main" id="{BF5A1745-9CD6-BDF3-E70C-9EA5F07FEA2F}"/>
              </a:ext>
            </a:extLst>
          </p:cNvPr>
          <p:cNvSpPr/>
          <p:nvPr/>
        </p:nvSpPr>
        <p:spPr>
          <a:xfrm>
            <a:off x="4834498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A8B32C7E-FFD9-1FA2-F1F1-131BA9F5E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FB7272A9-7F95-E77B-9B3B-99CB207AC67F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Freeform 33">
            <a:extLst>
              <a:ext uri="{FF2B5EF4-FFF2-40B4-BE49-F238E27FC236}">
                <a16:creationId xmlns:a16="http://schemas.microsoft.com/office/drawing/2014/main" id="{9CD681F7-B1F0-C49C-E689-4115EE5FFB74}"/>
              </a:ext>
            </a:extLst>
          </p:cNvPr>
          <p:cNvSpPr/>
          <p:nvPr/>
        </p:nvSpPr>
        <p:spPr>
          <a:xfrm>
            <a:off x="296365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38" name="Freeform 30">
            <a:extLst>
              <a:ext uri="{FF2B5EF4-FFF2-40B4-BE49-F238E27FC236}">
                <a16:creationId xmlns:a16="http://schemas.microsoft.com/office/drawing/2014/main" id="{A3CDE72D-0CA7-53E7-929D-DD91C1574B3A}"/>
              </a:ext>
            </a:extLst>
          </p:cNvPr>
          <p:cNvSpPr/>
          <p:nvPr/>
        </p:nvSpPr>
        <p:spPr>
          <a:xfrm>
            <a:off x="296365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30" name="Freeform 33">
            <a:extLst>
              <a:ext uri="{FF2B5EF4-FFF2-40B4-BE49-F238E27FC236}">
                <a16:creationId xmlns:a16="http://schemas.microsoft.com/office/drawing/2014/main" id="{A5DA31BD-98E3-BDD7-6B3D-BC160D60C8F0}"/>
              </a:ext>
            </a:extLst>
          </p:cNvPr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207D98B-D26D-E60E-7C70-38C5B85F0597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185A522-E98C-104C-43FC-E4806F52728F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3B1B0FC-5DF5-F235-E15C-5A6A734DE95D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2DCBC66B-4475-A0C2-0F28-24B8E0EEE24E}"/>
              </a:ext>
            </a:extLst>
          </p:cNvPr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TP 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A1C8ABA0-9FE2-6961-F8A8-D970B9C659AF}"/>
              </a:ext>
            </a:extLst>
          </p:cNvPr>
          <p:cNvSpPr txBox="1"/>
          <p:nvPr/>
        </p:nvSpPr>
        <p:spPr>
          <a:xfrm>
            <a:off x="296365" y="4813184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BDAF494C-2214-E725-694C-76490A806ABC}"/>
              </a:ext>
            </a:extLst>
          </p:cNvPr>
          <p:cNvSpPr txBox="1"/>
          <p:nvPr/>
        </p:nvSpPr>
        <p:spPr>
          <a:xfrm>
            <a:off x="296365" y="5506544"/>
            <a:ext cx="4094092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3ACE8828-E80D-73D4-BFF4-FB8422D5D32C}"/>
              </a:ext>
            </a:extLst>
          </p:cNvPr>
          <p:cNvSpPr txBox="1"/>
          <p:nvPr/>
        </p:nvSpPr>
        <p:spPr>
          <a:xfrm>
            <a:off x="297127" y="6467171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0B121DBB-D745-3D47-B331-85562B69ABC3}"/>
              </a:ext>
            </a:extLst>
          </p:cNvPr>
          <p:cNvSpPr txBox="1"/>
          <p:nvPr/>
        </p:nvSpPr>
        <p:spPr>
          <a:xfrm>
            <a:off x="296365" y="7160531"/>
            <a:ext cx="4093330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4" name="Freeform 54">
            <a:extLst>
              <a:ext uri="{FF2B5EF4-FFF2-40B4-BE49-F238E27FC236}">
                <a16:creationId xmlns:a16="http://schemas.microsoft.com/office/drawing/2014/main" id="{CA2F45DD-0B60-CE6C-B615-4F1BB20711B3}"/>
              </a:ext>
            </a:extLst>
          </p:cNvPr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63" name="Freeform 63">
            <a:extLst>
              <a:ext uri="{FF2B5EF4-FFF2-40B4-BE49-F238E27FC236}">
                <a16:creationId xmlns:a16="http://schemas.microsoft.com/office/drawing/2014/main" id="{FF6F68A7-F579-D409-9C0B-7E1AA43080E8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77" name="Freeform 77">
            <a:extLst>
              <a:ext uri="{FF2B5EF4-FFF2-40B4-BE49-F238E27FC236}">
                <a16:creationId xmlns:a16="http://schemas.microsoft.com/office/drawing/2014/main" id="{C75B40B8-84CE-7F88-30F4-B2A87C1CA7B8}"/>
              </a:ext>
            </a:extLst>
          </p:cNvPr>
          <p:cNvSpPr/>
          <p:nvPr/>
        </p:nvSpPr>
        <p:spPr>
          <a:xfrm>
            <a:off x="3814874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Freeform 78">
            <a:extLst>
              <a:ext uri="{FF2B5EF4-FFF2-40B4-BE49-F238E27FC236}">
                <a16:creationId xmlns:a16="http://schemas.microsoft.com/office/drawing/2014/main" id="{5E39C83C-2B7E-8D5A-965B-D3299D0CF705}"/>
              </a:ext>
            </a:extLst>
          </p:cNvPr>
          <p:cNvSpPr/>
          <p:nvPr/>
        </p:nvSpPr>
        <p:spPr>
          <a:xfrm>
            <a:off x="8356827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Freeform 79">
            <a:extLst>
              <a:ext uri="{FF2B5EF4-FFF2-40B4-BE49-F238E27FC236}">
                <a16:creationId xmlns:a16="http://schemas.microsoft.com/office/drawing/2014/main" id="{5C281293-C269-A326-3825-AAB1EB6C89ED}"/>
              </a:ext>
            </a:extLst>
          </p:cNvPr>
          <p:cNvSpPr/>
          <p:nvPr/>
        </p:nvSpPr>
        <p:spPr>
          <a:xfrm>
            <a:off x="8356827" y="43053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Freeform 83">
            <a:extLst>
              <a:ext uri="{FF2B5EF4-FFF2-40B4-BE49-F238E27FC236}">
                <a16:creationId xmlns:a16="http://schemas.microsoft.com/office/drawing/2014/main" id="{B88A8178-D9A9-6EF6-83D9-94144F7A77C9}"/>
              </a:ext>
            </a:extLst>
          </p:cNvPr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Freeform 87">
            <a:extLst>
              <a:ext uri="{FF2B5EF4-FFF2-40B4-BE49-F238E27FC236}">
                <a16:creationId xmlns:a16="http://schemas.microsoft.com/office/drawing/2014/main" id="{28AAA3DC-F244-F6D1-2E14-3A8BD5826713}"/>
              </a:ext>
            </a:extLst>
          </p:cNvPr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Freeform 94">
            <a:extLst>
              <a:ext uri="{FF2B5EF4-FFF2-40B4-BE49-F238E27FC236}">
                <a16:creationId xmlns:a16="http://schemas.microsoft.com/office/drawing/2014/main" id="{E6FAB0E1-EA3F-5447-4ED1-58FFD8231E5C}"/>
              </a:ext>
            </a:extLst>
          </p:cNvPr>
          <p:cNvSpPr/>
          <p:nvPr/>
        </p:nvSpPr>
        <p:spPr>
          <a:xfrm>
            <a:off x="3830902" y="881785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Freeform 98">
            <a:extLst>
              <a:ext uri="{FF2B5EF4-FFF2-40B4-BE49-F238E27FC236}">
                <a16:creationId xmlns:a16="http://schemas.microsoft.com/office/drawing/2014/main" id="{6F02DE50-25AC-EEEC-D396-02F2DFFC68D2}"/>
              </a:ext>
            </a:extLst>
          </p:cNvPr>
          <p:cNvSpPr/>
          <p:nvPr/>
        </p:nvSpPr>
        <p:spPr>
          <a:xfrm>
            <a:off x="3830902" y="951121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Freeform 33">
            <a:extLst>
              <a:ext uri="{FF2B5EF4-FFF2-40B4-BE49-F238E27FC236}">
                <a16:creationId xmlns:a16="http://schemas.microsoft.com/office/drawing/2014/main" id="{577FA88C-FA62-4D5C-9221-1A9EEE6D0320}"/>
              </a:ext>
            </a:extLst>
          </p:cNvPr>
          <p:cNvSpPr/>
          <p:nvPr/>
        </p:nvSpPr>
        <p:spPr>
          <a:xfrm>
            <a:off x="4834498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0" name="Freeform 30">
            <a:extLst>
              <a:ext uri="{FF2B5EF4-FFF2-40B4-BE49-F238E27FC236}">
                <a16:creationId xmlns:a16="http://schemas.microsoft.com/office/drawing/2014/main" id="{C52E58A3-A47F-AFC6-FF1C-9C8A0809849B}"/>
              </a:ext>
            </a:extLst>
          </p:cNvPr>
          <p:cNvSpPr/>
          <p:nvPr/>
        </p:nvSpPr>
        <p:spPr>
          <a:xfrm>
            <a:off x="4834498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02" name="Freeform 102">
            <a:extLst>
              <a:ext uri="{FF2B5EF4-FFF2-40B4-BE49-F238E27FC236}">
                <a16:creationId xmlns:a16="http://schemas.microsoft.com/office/drawing/2014/main" id="{4B8CD2B7-9402-F437-364C-9655E5975744}"/>
              </a:ext>
            </a:extLst>
          </p:cNvPr>
          <p:cNvSpPr/>
          <p:nvPr/>
        </p:nvSpPr>
        <p:spPr>
          <a:xfrm>
            <a:off x="8369914" y="87923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06">
            <a:extLst>
              <a:ext uri="{FF2B5EF4-FFF2-40B4-BE49-F238E27FC236}">
                <a16:creationId xmlns:a16="http://schemas.microsoft.com/office/drawing/2014/main" id="{C37B9A5E-279B-91B7-EB18-C6B70EBEE61A}"/>
              </a:ext>
            </a:extLst>
          </p:cNvPr>
          <p:cNvSpPr/>
          <p:nvPr/>
        </p:nvSpPr>
        <p:spPr>
          <a:xfrm>
            <a:off x="8369914" y="94857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BFD0CC71-D6A2-F695-0482-58225B4AF1DA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1" name="Freeform 33">
            <a:extLst>
              <a:ext uri="{FF2B5EF4-FFF2-40B4-BE49-F238E27FC236}">
                <a16:creationId xmlns:a16="http://schemas.microsoft.com/office/drawing/2014/main" id="{12004DE1-F9D7-6E35-EE8D-5F89EC01E241}"/>
              </a:ext>
            </a:extLst>
          </p:cNvPr>
          <p:cNvSpPr/>
          <p:nvPr/>
        </p:nvSpPr>
        <p:spPr>
          <a:xfrm>
            <a:off x="9372631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2" name="Freeform 30">
            <a:extLst>
              <a:ext uri="{FF2B5EF4-FFF2-40B4-BE49-F238E27FC236}">
                <a16:creationId xmlns:a16="http://schemas.microsoft.com/office/drawing/2014/main" id="{281EA8AC-31B3-5D12-1E05-67FCA7998B72}"/>
              </a:ext>
            </a:extLst>
          </p:cNvPr>
          <p:cNvSpPr/>
          <p:nvPr/>
        </p:nvSpPr>
        <p:spPr>
          <a:xfrm>
            <a:off x="9372631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13" name="Freeform 113">
            <a:extLst>
              <a:ext uri="{FF2B5EF4-FFF2-40B4-BE49-F238E27FC236}">
                <a16:creationId xmlns:a16="http://schemas.microsoft.com/office/drawing/2014/main" id="{A2DBEF5C-2291-F12F-33F1-A21C43B74817}"/>
              </a:ext>
            </a:extLst>
          </p:cNvPr>
          <p:cNvSpPr/>
          <p:nvPr/>
        </p:nvSpPr>
        <p:spPr>
          <a:xfrm>
            <a:off x="12902154" y="883397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117">
            <a:extLst>
              <a:ext uri="{FF2B5EF4-FFF2-40B4-BE49-F238E27FC236}">
                <a16:creationId xmlns:a16="http://schemas.microsoft.com/office/drawing/2014/main" id="{693B45A8-1FB1-A913-7E03-9FFC921FF187}"/>
              </a:ext>
            </a:extLst>
          </p:cNvPr>
          <p:cNvSpPr/>
          <p:nvPr/>
        </p:nvSpPr>
        <p:spPr>
          <a:xfrm>
            <a:off x="12902154" y="9527328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842E5B4B-70BF-F724-A666-F5CF11FC4A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4" name="Freeform 124">
            <a:extLst>
              <a:ext uri="{FF2B5EF4-FFF2-40B4-BE49-F238E27FC236}">
                <a16:creationId xmlns:a16="http://schemas.microsoft.com/office/drawing/2014/main" id="{255E4E82-85E4-B2EA-8681-73485A2C1F99}"/>
              </a:ext>
            </a:extLst>
          </p:cNvPr>
          <p:cNvSpPr/>
          <p:nvPr/>
        </p:nvSpPr>
        <p:spPr>
          <a:xfrm>
            <a:off x="12900207" y="36195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F93B08AE-6403-B216-4283-CFEDC1AED2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EF8E5988-8E8E-AA0E-5CE1-B726516E09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2C0D49B0-E173-C652-F0A9-FDAADA3770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31C4D943-3045-7F23-E62F-B2D05220B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32" name="Freeform 42">
            <a:extLst>
              <a:ext uri="{FF2B5EF4-FFF2-40B4-BE49-F238E27FC236}">
                <a16:creationId xmlns:a16="http://schemas.microsoft.com/office/drawing/2014/main" id="{B277D896-ADD2-63F7-0E70-3C0B1058D5E4}"/>
              </a:ext>
            </a:extLst>
          </p:cNvPr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33" name="Freeform 48">
            <a:extLst>
              <a:ext uri="{FF2B5EF4-FFF2-40B4-BE49-F238E27FC236}">
                <a16:creationId xmlns:a16="http://schemas.microsoft.com/office/drawing/2014/main" id="{7FF69A24-B835-59DB-42DB-A705644DD3A8}"/>
              </a:ext>
            </a:extLst>
          </p:cNvPr>
          <p:cNvSpPr/>
          <p:nvPr/>
        </p:nvSpPr>
        <p:spPr>
          <a:xfrm>
            <a:off x="296365" y="6269373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34" name="Freeform 51">
            <a:extLst>
              <a:ext uri="{FF2B5EF4-FFF2-40B4-BE49-F238E27FC236}">
                <a16:creationId xmlns:a16="http://schemas.microsoft.com/office/drawing/2014/main" id="{74093C17-B8DE-8B77-EC72-706E09757851}"/>
              </a:ext>
            </a:extLst>
          </p:cNvPr>
          <p:cNvSpPr/>
          <p:nvPr/>
        </p:nvSpPr>
        <p:spPr>
          <a:xfrm>
            <a:off x="296365" y="6962732"/>
            <a:ext cx="4093330" cy="610078"/>
          </a:xfrm>
          <a:custGeom>
            <a:avLst/>
            <a:gdLst/>
            <a:ahLst/>
            <a:cxnLst/>
            <a:rect l="l" t="t" r="r" b="b"/>
            <a:pathLst>
              <a:path w="1037242" h="195149">
                <a:moveTo>
                  <a:pt x="0" y="0"/>
                </a:moveTo>
                <a:lnTo>
                  <a:pt x="1037242" y="0"/>
                </a:lnTo>
                <a:lnTo>
                  <a:pt x="1037242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Sources mesures photométriques</a:t>
            </a:r>
          </a:p>
        </p:txBody>
      </p:sp>
      <p:sp>
        <p:nvSpPr>
          <p:cNvPr id="135" name="Freeform 45">
            <a:extLst>
              <a:ext uri="{FF2B5EF4-FFF2-40B4-BE49-F238E27FC236}">
                <a16:creationId xmlns:a16="http://schemas.microsoft.com/office/drawing/2014/main" id="{9B2A5E31-52CF-2199-4834-05B74B54A9F1}"/>
              </a:ext>
            </a:extLst>
          </p:cNvPr>
          <p:cNvSpPr/>
          <p:nvPr/>
        </p:nvSpPr>
        <p:spPr>
          <a:xfrm>
            <a:off x="296365" y="5573472"/>
            <a:ext cx="4094092" cy="501806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36" name="Freeform 39">
            <a:extLst>
              <a:ext uri="{FF2B5EF4-FFF2-40B4-BE49-F238E27FC236}">
                <a16:creationId xmlns:a16="http://schemas.microsoft.com/office/drawing/2014/main" id="{28956422-316B-A12C-F89B-9F4E01F1F025}"/>
              </a:ext>
            </a:extLst>
          </p:cNvPr>
          <p:cNvSpPr/>
          <p:nvPr/>
        </p:nvSpPr>
        <p:spPr>
          <a:xfrm>
            <a:off x="296365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Classe puzzle couches-minces</a:t>
            </a:r>
          </a:p>
        </p:txBody>
      </p:sp>
      <p:sp>
        <p:nvSpPr>
          <p:cNvPr id="143" name="TextBox 76">
            <a:extLst>
              <a:ext uri="{FF2B5EF4-FFF2-40B4-BE49-F238E27FC236}">
                <a16:creationId xmlns:a16="http://schemas.microsoft.com/office/drawing/2014/main" id="{AE47F6CB-44F5-AFD9-6411-217BB5B82C58}"/>
              </a:ext>
            </a:extLst>
          </p:cNvPr>
          <p:cNvSpPr txBox="1"/>
          <p:nvPr/>
        </p:nvSpPr>
        <p:spPr>
          <a:xfrm>
            <a:off x="13889590" y="2845876"/>
            <a:ext cx="4096383" cy="502859"/>
          </a:xfrm>
          <a:prstGeom prst="rect">
            <a:avLst/>
          </a:pr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>
            <a:defPPr>
              <a:defRPr lang="en-US"/>
            </a:defPPr>
            <a:lvl1pPr algn="ctr">
              <a:defRPr sz="2000">
                <a:latin typeface="Gotham Medium" panose="02000604030000020004" pitchFamily="2" charset="0"/>
              </a:defRPr>
            </a:lvl1pPr>
          </a:lstStyle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45" name="Freeform 63">
            <a:extLst>
              <a:ext uri="{FF2B5EF4-FFF2-40B4-BE49-F238E27FC236}">
                <a16:creationId xmlns:a16="http://schemas.microsoft.com/office/drawing/2014/main" id="{1E596DBC-40AE-5EE6-3EE9-357B9DF468EA}"/>
              </a:ext>
            </a:extLst>
          </p:cNvPr>
          <p:cNvSpPr/>
          <p:nvPr/>
        </p:nvSpPr>
        <p:spPr>
          <a:xfrm>
            <a:off x="9363133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149" name="Freeform 45">
            <a:extLst>
              <a:ext uri="{FF2B5EF4-FFF2-40B4-BE49-F238E27FC236}">
                <a16:creationId xmlns:a16="http://schemas.microsoft.com/office/drawing/2014/main" id="{90530EEC-AAEC-0C6E-6D2F-0BD6477A43AB}"/>
              </a:ext>
            </a:extLst>
          </p:cNvPr>
          <p:cNvSpPr/>
          <p:nvPr/>
        </p:nvSpPr>
        <p:spPr>
          <a:xfrm>
            <a:off x="4825000" y="4927006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0" name="Freeform 45">
            <a:extLst>
              <a:ext uri="{FF2B5EF4-FFF2-40B4-BE49-F238E27FC236}">
                <a16:creationId xmlns:a16="http://schemas.microsoft.com/office/drawing/2014/main" id="{AA414E41-CC8E-B13F-6559-22DDA00A01D0}"/>
              </a:ext>
            </a:extLst>
          </p:cNvPr>
          <p:cNvSpPr/>
          <p:nvPr/>
        </p:nvSpPr>
        <p:spPr>
          <a:xfrm>
            <a:off x="4825000" y="5573472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46FB5200-24A9-952A-6A64-37474967FAF8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7" name="Freeform 45">
            <a:extLst>
              <a:ext uri="{FF2B5EF4-FFF2-40B4-BE49-F238E27FC236}">
                <a16:creationId xmlns:a16="http://schemas.microsoft.com/office/drawing/2014/main" id="{FC5CC929-4918-9B5E-1BED-FD14E5B4FFF0}"/>
              </a:ext>
            </a:extLst>
          </p:cNvPr>
          <p:cNvSpPr/>
          <p:nvPr/>
        </p:nvSpPr>
        <p:spPr>
          <a:xfrm>
            <a:off x="9361507" y="4233965"/>
            <a:ext cx="4094092" cy="501488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8" name="Freeform 48">
            <a:extLst>
              <a:ext uri="{FF2B5EF4-FFF2-40B4-BE49-F238E27FC236}">
                <a16:creationId xmlns:a16="http://schemas.microsoft.com/office/drawing/2014/main" id="{F1D38D4F-FD72-CCC5-DE17-39B557D7656F}"/>
              </a:ext>
            </a:extLst>
          </p:cNvPr>
          <p:cNvSpPr/>
          <p:nvPr/>
        </p:nvSpPr>
        <p:spPr>
          <a:xfrm>
            <a:off x="9372631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</p:spTree>
    <p:extLst>
      <p:ext uri="{BB962C8B-B14F-4D97-AF65-F5344CB8AC3E}">
        <p14:creationId xmlns:p14="http://schemas.microsoft.com/office/powerpoint/2010/main" val="3131972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Freeform 84">
            <a:extLst>
              <a:ext uri="{FF2B5EF4-FFF2-40B4-BE49-F238E27FC236}">
                <a16:creationId xmlns:a16="http://schemas.microsoft.com/office/drawing/2014/main" id="{EEFE47DE-964A-3E36-2C41-B83A444528C1}"/>
              </a:ext>
            </a:extLst>
          </p:cNvPr>
          <p:cNvSpPr/>
          <p:nvPr/>
        </p:nvSpPr>
        <p:spPr>
          <a:xfrm>
            <a:off x="151141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5" name="Freeform 87">
            <a:extLst>
              <a:ext uri="{FF2B5EF4-FFF2-40B4-BE49-F238E27FC236}">
                <a16:creationId xmlns:a16="http://schemas.microsoft.com/office/drawing/2014/main" id="{8CC5F216-5043-DB16-4672-DD66F0A760BA}"/>
              </a:ext>
            </a:extLst>
          </p:cNvPr>
          <p:cNvSpPr/>
          <p:nvPr/>
        </p:nvSpPr>
        <p:spPr>
          <a:xfrm>
            <a:off x="4684118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Freeform 90">
            <a:extLst>
              <a:ext uri="{FF2B5EF4-FFF2-40B4-BE49-F238E27FC236}">
                <a16:creationId xmlns:a16="http://schemas.microsoft.com/office/drawing/2014/main" id="{3C41A37C-F35F-2A7A-E831-4B25DF0B447C}"/>
              </a:ext>
            </a:extLst>
          </p:cNvPr>
          <p:cNvSpPr/>
          <p:nvPr/>
        </p:nvSpPr>
        <p:spPr>
          <a:xfrm>
            <a:off x="9225710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18">
            <a:extLst>
              <a:ext uri="{FF2B5EF4-FFF2-40B4-BE49-F238E27FC236}">
                <a16:creationId xmlns:a16="http://schemas.microsoft.com/office/drawing/2014/main" id="{5B069778-DD60-37DE-D5AE-600F51CDE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8" name="Freeform 9">
            <a:extLst>
              <a:ext uri="{FF2B5EF4-FFF2-40B4-BE49-F238E27FC236}">
                <a16:creationId xmlns:a16="http://schemas.microsoft.com/office/drawing/2014/main" id="{95E309B5-B85C-157A-734A-B6EE10230D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TextBox 88"/>
          <p:cNvSpPr txBox="1"/>
          <p:nvPr/>
        </p:nvSpPr>
        <p:spPr>
          <a:xfrm>
            <a:off x="4684118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9225710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0" name="Freeform 93">
            <a:extLst>
              <a:ext uri="{FF2B5EF4-FFF2-40B4-BE49-F238E27FC236}">
                <a16:creationId xmlns:a16="http://schemas.microsoft.com/office/drawing/2014/main" id="{34538AEB-8B72-FCD7-BF92-D228A8831E10}"/>
              </a:ext>
            </a:extLst>
          </p:cNvPr>
          <p:cNvSpPr/>
          <p:nvPr/>
        </p:nvSpPr>
        <p:spPr>
          <a:xfrm>
            <a:off x="4821001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1" name="Freeform 105">
            <a:extLst>
              <a:ext uri="{FF2B5EF4-FFF2-40B4-BE49-F238E27FC236}">
                <a16:creationId xmlns:a16="http://schemas.microsoft.com/office/drawing/2014/main" id="{8027E91F-57C6-F021-10C2-17FD5AE06DB2}"/>
              </a:ext>
            </a:extLst>
          </p:cNvPr>
          <p:cNvSpPr/>
          <p:nvPr/>
        </p:nvSpPr>
        <p:spPr>
          <a:xfrm>
            <a:off x="4821001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82" name="Freeform 93">
            <a:extLst>
              <a:ext uri="{FF2B5EF4-FFF2-40B4-BE49-F238E27FC236}">
                <a16:creationId xmlns:a16="http://schemas.microsoft.com/office/drawing/2014/main" id="{AE42691B-BD0D-7430-080F-65C2A1C2C6E3}"/>
              </a:ext>
            </a:extLst>
          </p:cNvPr>
          <p:cNvSpPr/>
          <p:nvPr/>
        </p:nvSpPr>
        <p:spPr>
          <a:xfrm>
            <a:off x="9360916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3" name="Freeform 105">
            <a:extLst>
              <a:ext uri="{FF2B5EF4-FFF2-40B4-BE49-F238E27FC236}">
                <a16:creationId xmlns:a16="http://schemas.microsoft.com/office/drawing/2014/main" id="{A246E220-515C-B7FF-F09B-1DFD4E98565D}"/>
              </a:ext>
            </a:extLst>
          </p:cNvPr>
          <p:cNvSpPr/>
          <p:nvPr/>
        </p:nvSpPr>
        <p:spPr>
          <a:xfrm>
            <a:off x="9360916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66" name="Freeform 24">
            <a:extLst>
              <a:ext uri="{FF2B5EF4-FFF2-40B4-BE49-F238E27FC236}">
                <a16:creationId xmlns:a16="http://schemas.microsoft.com/office/drawing/2014/main" id="{1CA84F22-C524-D0F6-6F85-49F97F98C5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9" name="Freeform 3">
            <a:extLst>
              <a:ext uri="{FF2B5EF4-FFF2-40B4-BE49-F238E27FC236}">
                <a16:creationId xmlns:a16="http://schemas.microsoft.com/office/drawing/2014/main" id="{17FB0992-4391-7615-9A10-9008F96820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3BCD9EEF-572D-98CD-EC2A-2568C8EC0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3B68984B-74D9-CC4E-7F0F-F2DBD846F6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EDBCD3BE-29EA-2F1F-5ED3-DB19A3703D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C9608FA7-F8AB-11B1-F82D-069D7E24CD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1626691" cy="446278"/>
          </a:xfrm>
          <a:custGeom>
            <a:avLst/>
            <a:gdLst/>
            <a:ahLst/>
            <a:cxnLst/>
            <a:rect l="l" t="t" r="r" b="b"/>
            <a:pathLst>
              <a:path w="412200" h="113086">
                <a:moveTo>
                  <a:pt x="0" y="0"/>
                </a:moveTo>
                <a:lnTo>
                  <a:pt x="412200" y="0"/>
                </a:lnTo>
                <a:lnTo>
                  <a:pt x="412200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296365" y="338740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Process-flow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4825000" y="3539235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Composant</a:t>
            </a:r>
          </a:p>
        </p:txBody>
      </p:sp>
      <p:sp>
        <p:nvSpPr>
          <p:cNvPr id="36" name="Freeform 36"/>
          <p:cNvSpPr/>
          <p:nvPr/>
        </p:nvSpPr>
        <p:spPr>
          <a:xfrm>
            <a:off x="296365" y="6303548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39" name="Freeform 39"/>
          <p:cNvSpPr/>
          <p:nvPr/>
        </p:nvSpPr>
        <p:spPr>
          <a:xfrm>
            <a:off x="296365" y="3985513"/>
            <a:ext cx="2308210" cy="502859"/>
          </a:xfrm>
          <a:custGeom>
            <a:avLst/>
            <a:gdLst/>
            <a:ahLst/>
            <a:cxnLst/>
            <a:rect l="l" t="t" r="r" b="b"/>
            <a:pathLst>
              <a:path w="584896" h="127423">
                <a:moveTo>
                  <a:pt x="0" y="0"/>
                </a:moveTo>
                <a:lnTo>
                  <a:pt x="584896" y="0"/>
                </a:lnTo>
                <a:lnTo>
                  <a:pt x="58489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42" name="Freeform 42"/>
          <p:cNvSpPr/>
          <p:nvPr/>
        </p:nvSpPr>
        <p:spPr>
          <a:xfrm>
            <a:off x="296365" y="4583622"/>
            <a:ext cx="4094092" cy="482008"/>
          </a:xfrm>
          <a:custGeom>
            <a:avLst/>
            <a:gdLst/>
            <a:ahLst/>
            <a:cxnLst/>
            <a:rect l="l" t="t" r="r" b="b"/>
            <a:pathLst>
              <a:path w="1037435" h="122140">
                <a:moveTo>
                  <a:pt x="0" y="0"/>
                </a:moveTo>
                <a:lnTo>
                  <a:pt x="1037435" y="0"/>
                </a:lnTo>
                <a:lnTo>
                  <a:pt x="1037435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Process-flow composants</a:t>
            </a:r>
          </a:p>
        </p:txBody>
      </p:sp>
      <p:sp>
        <p:nvSpPr>
          <p:cNvPr id="45" name="Freeform 45"/>
          <p:cNvSpPr/>
          <p:nvPr/>
        </p:nvSpPr>
        <p:spPr>
          <a:xfrm>
            <a:off x="297127" y="5156930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6365" y="5730239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TD interactions laser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825000" y="2733108"/>
            <a:ext cx="4098265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60" name="Freeform 60"/>
          <p:cNvSpPr/>
          <p:nvPr/>
        </p:nvSpPr>
        <p:spPr>
          <a:xfrm>
            <a:off x="9366686" y="5619311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63" name="Freeform 63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66" name="Freeform 66"/>
          <p:cNvSpPr/>
          <p:nvPr/>
        </p:nvSpPr>
        <p:spPr>
          <a:xfrm>
            <a:off x="9366686" y="2845876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9366686" y="3539235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72" name="Freeform 72"/>
          <p:cNvSpPr/>
          <p:nvPr/>
        </p:nvSpPr>
        <p:spPr>
          <a:xfrm>
            <a:off x="13889590" y="284587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Atelier enjeux environnementaux</a:t>
            </a:r>
          </a:p>
        </p:txBody>
      </p:sp>
      <p:sp>
        <p:nvSpPr>
          <p:cNvPr id="74" name="Freeform 74"/>
          <p:cNvSpPr/>
          <p:nvPr/>
        </p:nvSpPr>
        <p:spPr>
          <a:xfrm>
            <a:off x="3814874" y="347661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13889590" y="380105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78" name="Freeform 78"/>
          <p:cNvSpPr/>
          <p:nvPr/>
        </p:nvSpPr>
        <p:spPr>
          <a:xfrm>
            <a:off x="17423365" y="38798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13889590" y="449441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82" name="Freeform 82"/>
          <p:cNvSpPr/>
          <p:nvPr/>
        </p:nvSpPr>
        <p:spPr>
          <a:xfrm>
            <a:off x="17423365" y="45732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151141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Freeform 93"/>
          <p:cNvSpPr/>
          <p:nvPr/>
        </p:nvSpPr>
        <p:spPr>
          <a:xfrm>
            <a:off x="297127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01" name="Freeform 101"/>
          <p:cNvSpPr/>
          <p:nvPr/>
        </p:nvSpPr>
        <p:spPr>
          <a:xfrm>
            <a:off x="3830902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8363878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Freeform 103"/>
          <p:cNvSpPr/>
          <p:nvPr/>
        </p:nvSpPr>
        <p:spPr>
          <a:xfrm>
            <a:off x="12905470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Freeform 105"/>
          <p:cNvSpPr/>
          <p:nvPr/>
        </p:nvSpPr>
        <p:spPr>
          <a:xfrm>
            <a:off x="297127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13" name="Freeform 113"/>
          <p:cNvSpPr/>
          <p:nvPr/>
        </p:nvSpPr>
        <p:spPr>
          <a:xfrm>
            <a:off x="3830902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/>
          <p:cNvSpPr/>
          <p:nvPr/>
        </p:nvSpPr>
        <p:spPr>
          <a:xfrm>
            <a:off x="8363878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Freeform 115"/>
          <p:cNvSpPr/>
          <p:nvPr/>
        </p:nvSpPr>
        <p:spPr>
          <a:xfrm>
            <a:off x="12905470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120"/>
          <p:cNvSpPr/>
          <p:nvPr/>
        </p:nvSpPr>
        <p:spPr>
          <a:xfrm>
            <a:off x="296365" y="6880806"/>
            <a:ext cx="2847510" cy="502859"/>
          </a:xfrm>
          <a:custGeom>
            <a:avLst/>
            <a:gdLst/>
            <a:ahLst/>
            <a:cxnLst/>
            <a:rect l="l" t="t" r="r" b="b"/>
            <a:pathLst>
              <a:path w="697211" h="127423">
                <a:moveTo>
                  <a:pt x="0" y="0"/>
                </a:moveTo>
                <a:lnTo>
                  <a:pt x="697211" y="0"/>
                </a:lnTo>
                <a:lnTo>
                  <a:pt x="69721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23" name="Freeform 123"/>
          <p:cNvSpPr/>
          <p:nvPr/>
        </p:nvSpPr>
        <p:spPr>
          <a:xfrm>
            <a:off x="3193399" y="6880806"/>
            <a:ext cx="1196296" cy="502859"/>
          </a:xfrm>
          <a:custGeom>
            <a:avLst/>
            <a:gdLst/>
            <a:ahLst/>
            <a:cxnLst/>
            <a:rect l="l" t="t" r="r" b="b"/>
            <a:pathLst>
              <a:path w="315207" h="127423">
                <a:moveTo>
                  <a:pt x="0" y="0"/>
                </a:moveTo>
                <a:lnTo>
                  <a:pt x="315207" y="0"/>
                </a:lnTo>
                <a:lnTo>
                  <a:pt x="315207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26" name="Freeform 126"/>
          <p:cNvSpPr/>
          <p:nvPr/>
        </p:nvSpPr>
        <p:spPr>
          <a:xfrm>
            <a:off x="297127" y="7478915"/>
            <a:ext cx="4092568" cy="485639"/>
          </a:xfrm>
          <a:custGeom>
            <a:avLst/>
            <a:gdLst/>
            <a:ahLst/>
            <a:cxnLst/>
            <a:rect l="l" t="t" r="r" b="b"/>
            <a:pathLst>
              <a:path w="1037049" h="123060">
                <a:moveTo>
                  <a:pt x="0" y="0"/>
                </a:moveTo>
                <a:lnTo>
                  <a:pt x="1037049" y="0"/>
                </a:lnTo>
                <a:lnTo>
                  <a:pt x="1037049" y="123060"/>
                </a:lnTo>
                <a:lnTo>
                  <a:pt x="0" y="12306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29" name="Freeform 129"/>
          <p:cNvSpPr/>
          <p:nvPr/>
        </p:nvSpPr>
        <p:spPr>
          <a:xfrm>
            <a:off x="296365" y="8041260"/>
            <a:ext cx="4097145" cy="446278"/>
          </a:xfrm>
          <a:custGeom>
            <a:avLst/>
            <a:gdLst/>
            <a:ahLst/>
            <a:cxnLst/>
            <a:rect l="l" t="t" r="r" b="b"/>
            <a:pathLst>
              <a:path w="1038209" h="113086">
                <a:moveTo>
                  <a:pt x="0" y="0"/>
                </a:moveTo>
                <a:lnTo>
                  <a:pt x="1038209" y="0"/>
                </a:lnTo>
                <a:lnTo>
                  <a:pt x="1038209" y="113086"/>
                </a:lnTo>
                <a:lnTo>
                  <a:pt x="0" y="113086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32" name="Freeform 132"/>
          <p:cNvSpPr/>
          <p:nvPr/>
        </p:nvSpPr>
        <p:spPr>
          <a:xfrm>
            <a:off x="2696837" y="3985513"/>
            <a:ext cx="1703524" cy="502859"/>
          </a:xfrm>
          <a:custGeom>
            <a:avLst/>
            <a:gdLst/>
            <a:ahLst/>
            <a:cxnLst/>
            <a:rect l="l" t="t" r="r" b="b"/>
            <a:pathLst>
              <a:path w="431670" h="127423">
                <a:moveTo>
                  <a:pt x="0" y="0"/>
                </a:moveTo>
                <a:lnTo>
                  <a:pt x="431670" y="0"/>
                </a:lnTo>
                <a:lnTo>
                  <a:pt x="431670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MEB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1999255" y="2845876"/>
            <a:ext cx="1194144" cy="446278"/>
          </a:xfrm>
          <a:custGeom>
            <a:avLst/>
            <a:gdLst/>
            <a:ahLst/>
            <a:cxnLst/>
            <a:rect l="l" t="t" r="r" b="b"/>
            <a:pathLst>
              <a:path w="302594" h="113086">
                <a:moveTo>
                  <a:pt x="0" y="0"/>
                </a:moveTo>
                <a:lnTo>
                  <a:pt x="302594" y="0"/>
                </a:lnTo>
                <a:lnTo>
                  <a:pt x="302594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138" name="Freeform 138"/>
          <p:cNvSpPr/>
          <p:nvPr/>
        </p:nvSpPr>
        <p:spPr>
          <a:xfrm>
            <a:off x="3273008" y="2845876"/>
            <a:ext cx="1120501" cy="446278"/>
          </a:xfrm>
          <a:custGeom>
            <a:avLst/>
            <a:gdLst/>
            <a:ahLst/>
            <a:cxnLst/>
            <a:rect l="l" t="t" r="r" b="b"/>
            <a:pathLst>
              <a:path w="283933" h="113086">
                <a:moveTo>
                  <a:pt x="0" y="0"/>
                </a:moveTo>
                <a:lnTo>
                  <a:pt x="283933" y="0"/>
                </a:lnTo>
                <a:lnTo>
                  <a:pt x="283933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141" name="Freeform 141"/>
          <p:cNvSpPr/>
          <p:nvPr/>
        </p:nvSpPr>
        <p:spPr>
          <a:xfrm>
            <a:off x="4825000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Lecture livre CEM</a:t>
            </a:r>
          </a:p>
        </p:txBody>
      </p:sp>
      <p:sp>
        <p:nvSpPr>
          <p:cNvPr id="144" name="Freeform 144"/>
          <p:cNvSpPr/>
          <p:nvPr/>
        </p:nvSpPr>
        <p:spPr>
          <a:xfrm>
            <a:off x="9357161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47" name="Freeform 147"/>
          <p:cNvSpPr/>
          <p:nvPr/>
        </p:nvSpPr>
        <p:spPr>
          <a:xfrm>
            <a:off x="9357161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0" name="Freeform 150"/>
          <p:cNvSpPr/>
          <p:nvPr/>
        </p:nvSpPr>
        <p:spPr>
          <a:xfrm>
            <a:off x="4825000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3" name="Freeform 153"/>
          <p:cNvSpPr/>
          <p:nvPr/>
        </p:nvSpPr>
        <p:spPr>
          <a:xfrm>
            <a:off x="4836139" y="7699387"/>
            <a:ext cx="4014487" cy="502859"/>
          </a:xfrm>
          <a:custGeom>
            <a:avLst/>
            <a:gdLst/>
            <a:ahLst/>
            <a:cxnLst/>
            <a:rect l="l" t="t" r="r" b="b"/>
            <a:pathLst>
              <a:path w="1017264" h="127423">
                <a:moveTo>
                  <a:pt x="0" y="0"/>
                </a:moveTo>
                <a:lnTo>
                  <a:pt x="1017264" y="0"/>
                </a:lnTo>
                <a:lnTo>
                  <a:pt x="10172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56" name="Freeform 156"/>
          <p:cNvSpPr/>
          <p:nvPr/>
        </p:nvSpPr>
        <p:spPr>
          <a:xfrm>
            <a:off x="4825000" y="4925952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159" name="Freeform 159"/>
          <p:cNvSpPr/>
          <p:nvPr/>
        </p:nvSpPr>
        <p:spPr>
          <a:xfrm>
            <a:off x="4825000" y="5619311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61" name="Freeform 161"/>
          <p:cNvSpPr/>
          <p:nvPr/>
        </p:nvSpPr>
        <p:spPr>
          <a:xfrm>
            <a:off x="8369914" y="570852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163"/>
          <p:cNvSpPr/>
          <p:nvPr/>
        </p:nvSpPr>
        <p:spPr>
          <a:xfrm>
            <a:off x="13899115" y="5187769"/>
            <a:ext cx="4086858" cy="502859"/>
          </a:xfrm>
          <a:custGeom>
            <a:avLst/>
            <a:gdLst/>
            <a:ahLst/>
            <a:cxnLst/>
            <a:rect l="l" t="t" r="r" b="b"/>
            <a:pathLst>
              <a:path w="1035602" h="127423">
                <a:moveTo>
                  <a:pt x="0" y="0"/>
                </a:moveTo>
                <a:lnTo>
                  <a:pt x="1035602" y="0"/>
                </a:lnTo>
                <a:lnTo>
                  <a:pt x="103560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65" name="Freeform 119">
            <a:extLst>
              <a:ext uri="{FF2B5EF4-FFF2-40B4-BE49-F238E27FC236}">
                <a16:creationId xmlns:a16="http://schemas.microsoft.com/office/drawing/2014/main" id="{8AB12A00-01E5-741A-A9BE-64E2EB632B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75" name="Freeform 54">
            <a:extLst>
              <a:ext uri="{FF2B5EF4-FFF2-40B4-BE49-F238E27FC236}">
                <a16:creationId xmlns:a16="http://schemas.microsoft.com/office/drawing/2014/main" id="{88CF8510-6757-ED0E-9420-676EE041463A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Procédé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71">
            <a:extLst>
              <a:ext uri="{FF2B5EF4-FFF2-40B4-BE49-F238E27FC236}">
                <a16:creationId xmlns:a16="http://schemas.microsoft.com/office/drawing/2014/main" id="{F1B67D0E-2A5A-7556-77A3-30DFE6C57B3B}"/>
              </a:ext>
            </a:extLst>
          </p:cNvPr>
          <p:cNvSpPr/>
          <p:nvPr/>
        </p:nvSpPr>
        <p:spPr>
          <a:xfrm>
            <a:off x="151141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Freeform 74">
            <a:extLst>
              <a:ext uri="{FF2B5EF4-FFF2-40B4-BE49-F238E27FC236}">
                <a16:creationId xmlns:a16="http://schemas.microsoft.com/office/drawing/2014/main" id="{51004AA1-265E-CC52-F17A-0CDC51282D2F}"/>
              </a:ext>
            </a:extLst>
          </p:cNvPr>
          <p:cNvSpPr/>
          <p:nvPr/>
        </p:nvSpPr>
        <p:spPr>
          <a:xfrm>
            <a:off x="4684118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Freeform 77">
            <a:extLst>
              <a:ext uri="{FF2B5EF4-FFF2-40B4-BE49-F238E27FC236}">
                <a16:creationId xmlns:a16="http://schemas.microsoft.com/office/drawing/2014/main" id="{3AD62519-1ECB-09CE-CC8E-A1D0FE4AFFA0}"/>
              </a:ext>
            </a:extLst>
          </p:cNvPr>
          <p:cNvSpPr/>
          <p:nvPr/>
        </p:nvSpPr>
        <p:spPr>
          <a:xfrm>
            <a:off x="9227497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8">
            <a:extLst>
              <a:ext uri="{FF2B5EF4-FFF2-40B4-BE49-F238E27FC236}">
                <a16:creationId xmlns:a16="http://schemas.microsoft.com/office/drawing/2014/main" id="{E68CC88E-34BB-59BA-00AD-2AE95E274A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Freeform 9">
            <a:extLst>
              <a:ext uri="{FF2B5EF4-FFF2-40B4-BE49-F238E27FC236}">
                <a16:creationId xmlns:a16="http://schemas.microsoft.com/office/drawing/2014/main" id="{F301B75B-BF9C-677A-C7CA-2ABA79576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4684118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9227497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80">
            <a:extLst>
              <a:ext uri="{FF2B5EF4-FFF2-40B4-BE49-F238E27FC236}">
                <a16:creationId xmlns:a16="http://schemas.microsoft.com/office/drawing/2014/main" id="{7F4DB156-53AC-B8CA-0EC0-8EADE763D1AB}"/>
              </a:ext>
            </a:extLst>
          </p:cNvPr>
          <p:cNvSpPr/>
          <p:nvPr/>
        </p:nvSpPr>
        <p:spPr>
          <a:xfrm>
            <a:off x="4833268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18" name="Freeform 92">
            <a:extLst>
              <a:ext uri="{FF2B5EF4-FFF2-40B4-BE49-F238E27FC236}">
                <a16:creationId xmlns:a16="http://schemas.microsoft.com/office/drawing/2014/main" id="{9AD65D4C-BBEA-C488-4B30-38282E0AF3BC}"/>
              </a:ext>
            </a:extLst>
          </p:cNvPr>
          <p:cNvSpPr/>
          <p:nvPr/>
        </p:nvSpPr>
        <p:spPr>
          <a:xfrm>
            <a:off x="4833268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19" name="Freeform 80">
            <a:extLst>
              <a:ext uri="{FF2B5EF4-FFF2-40B4-BE49-F238E27FC236}">
                <a16:creationId xmlns:a16="http://schemas.microsoft.com/office/drawing/2014/main" id="{7F28E3A9-2248-790F-1CB6-13E24466CCCA}"/>
              </a:ext>
            </a:extLst>
          </p:cNvPr>
          <p:cNvSpPr/>
          <p:nvPr/>
        </p:nvSpPr>
        <p:spPr>
          <a:xfrm>
            <a:off x="9351480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20" name="Freeform 92">
            <a:extLst>
              <a:ext uri="{FF2B5EF4-FFF2-40B4-BE49-F238E27FC236}">
                <a16:creationId xmlns:a16="http://schemas.microsoft.com/office/drawing/2014/main" id="{992CF300-5971-71F1-E7CE-E794FAE08871}"/>
              </a:ext>
            </a:extLst>
          </p:cNvPr>
          <p:cNvSpPr/>
          <p:nvPr/>
        </p:nvSpPr>
        <p:spPr>
          <a:xfrm>
            <a:off x="9351480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8" name="Freeform 24">
            <a:extLst>
              <a:ext uri="{FF2B5EF4-FFF2-40B4-BE49-F238E27FC236}">
                <a16:creationId xmlns:a16="http://schemas.microsoft.com/office/drawing/2014/main" id="{D97578DA-7477-F66B-90FC-697E3EA831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Freeform 3">
            <a:extLst>
              <a:ext uri="{FF2B5EF4-FFF2-40B4-BE49-F238E27FC236}">
                <a16:creationId xmlns:a16="http://schemas.microsoft.com/office/drawing/2014/main" id="{B465D3AA-5DBB-977D-733F-759C3CB179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F08C2C98-7609-2B01-6DE3-15E8CE76D0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23E6D467-BE67-7245-2AF8-08CD075B0B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93060019-23C7-6583-0B5E-4A192E99EA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0B6F1928-926B-80CB-81A0-BA30D95565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4" name="Freeform 119">
            <a:extLst>
              <a:ext uri="{FF2B5EF4-FFF2-40B4-BE49-F238E27FC236}">
                <a16:creationId xmlns:a16="http://schemas.microsoft.com/office/drawing/2014/main" id="{49CF58AA-345B-FBD9-8655-6BFC4BA093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3 (S9 et S10)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9376536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9376536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4825000" y="3539235"/>
            <a:ext cx="4098265" cy="770128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296365" y="4925952"/>
            <a:ext cx="4094092" cy="502859"/>
          </a:xfrm>
          <a:custGeom>
            <a:avLst/>
            <a:gdLst/>
            <a:ahLst/>
            <a:cxnLst/>
            <a:rect l="l" t="t" r="r" b="b"/>
            <a:pathLst>
              <a:path w="1037435" h="127423">
                <a:moveTo>
                  <a:pt x="0" y="0"/>
                </a:moveTo>
                <a:lnTo>
                  <a:pt x="1037435" y="0"/>
                </a:lnTo>
                <a:lnTo>
                  <a:pt x="103743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FPGE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7127" y="561931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Plasma</a:t>
            </a:r>
          </a:p>
        </p:txBody>
      </p:sp>
      <p:sp>
        <p:nvSpPr>
          <p:cNvPr id="54" name="Freeform 54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770128"/>
          </a:xfrm>
          <a:custGeom>
            <a:avLst/>
            <a:gdLst/>
            <a:ahLst/>
            <a:cxnLst/>
            <a:rect l="l" t="t" r="r" b="b"/>
            <a:pathLst>
              <a:path w="1038445" h="195149">
                <a:moveTo>
                  <a:pt x="0" y="0"/>
                </a:moveTo>
                <a:lnTo>
                  <a:pt x="1038445" y="0"/>
                </a:lnTo>
                <a:lnTo>
                  <a:pt x="1038445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0" name="Freeform 60"/>
          <p:cNvSpPr/>
          <p:nvPr/>
        </p:nvSpPr>
        <p:spPr>
          <a:xfrm>
            <a:off x="13889590" y="2845876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63" name="Freeform 63"/>
          <p:cNvSpPr/>
          <p:nvPr/>
        </p:nvSpPr>
        <p:spPr>
          <a:xfrm>
            <a:off x="13889590" y="3539235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guidé</a:t>
            </a:r>
          </a:p>
        </p:txBody>
      </p:sp>
      <p:sp>
        <p:nvSpPr>
          <p:cNvPr id="65" name="Freeform 65"/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Freeform 67"/>
          <p:cNvSpPr/>
          <p:nvPr/>
        </p:nvSpPr>
        <p:spPr>
          <a:xfrm>
            <a:off x="13889590" y="4232594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151141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297127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88" name="Freeform 88"/>
          <p:cNvSpPr/>
          <p:nvPr/>
        </p:nvSpPr>
        <p:spPr>
          <a:xfrm>
            <a:off x="3830902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Freeform 89"/>
          <p:cNvSpPr/>
          <p:nvPr/>
        </p:nvSpPr>
        <p:spPr>
          <a:xfrm>
            <a:off x="8363878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Freeform 90"/>
          <p:cNvSpPr/>
          <p:nvPr/>
        </p:nvSpPr>
        <p:spPr>
          <a:xfrm>
            <a:off x="12907257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Freeform 92"/>
          <p:cNvSpPr/>
          <p:nvPr/>
        </p:nvSpPr>
        <p:spPr>
          <a:xfrm>
            <a:off x="297127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0" name="Freeform 100"/>
          <p:cNvSpPr/>
          <p:nvPr/>
        </p:nvSpPr>
        <p:spPr>
          <a:xfrm>
            <a:off x="3830902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Freeform 101"/>
          <p:cNvSpPr/>
          <p:nvPr/>
        </p:nvSpPr>
        <p:spPr>
          <a:xfrm>
            <a:off x="8363878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12907257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ée un document." ma:contentTypeScope="" ma:versionID="9dd84554855137b3c4e9941de9ea473a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597d1f51a261b32c39cf293dd3671caf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alises d’image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66F0A0A-BBFC-4D41-995D-6FCF93F1D7CF}">
  <ds:schemaRefs>
    <ds:schemaRef ds:uri="http://schemas.microsoft.com/office/2006/metadata/properties"/>
    <ds:schemaRef ds:uri="http://schemas.microsoft.com/office/infopath/2007/PartnerControls"/>
    <ds:schemaRef ds:uri="64984f8b-2057-4450-93f2-8aa5e6a062ce"/>
    <ds:schemaRef ds:uri="5a932de8-014e-4395-a210-acace869bdb6"/>
  </ds:schemaRefs>
</ds:datastoreItem>
</file>

<file path=customXml/itemProps2.xml><?xml version="1.0" encoding="utf-8"?>
<ds:datastoreItem xmlns:ds="http://schemas.openxmlformats.org/officeDocument/2006/customXml" ds:itemID="{ECA29AD2-B663-49E8-9B8C-2CDCA29448F7}"/>
</file>

<file path=customXml/itemProps3.xml><?xml version="1.0" encoding="utf-8"?>
<ds:datastoreItem xmlns:ds="http://schemas.openxmlformats.org/officeDocument/2006/customXml" ds:itemID="{E267B8AD-384E-4782-B430-F82376292C0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1377</Words>
  <Application>Microsoft Macintosh PowerPoint</Application>
  <PresentationFormat>Personnalisé</PresentationFormat>
  <Paragraphs>653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lastModifiedBy>marc skerrett</cp:lastModifiedBy>
  <cp:revision>304</cp:revision>
  <dcterms:created xsi:type="dcterms:W3CDTF">2006-08-16T00:00:00Z</dcterms:created>
  <dcterms:modified xsi:type="dcterms:W3CDTF">2025-06-09T19:20:27Z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Order">
    <vt:r8>60800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MediaServiceImageTags">
    <vt:lpwstr/>
  </property>
</Properties>
</file>