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85" r:id="rId7"/>
    <p:sldId id="281" r:id="rId8"/>
    <p:sldId id="279" r:id="rId9"/>
    <p:sldId id="280" r:id="rId10"/>
    <p:sldId id="260" r:id="rId11"/>
    <p:sldId id="276" r:id="rId12"/>
    <p:sldId id="261" r:id="rId13"/>
    <p:sldId id="286" r:id="rId14"/>
    <p:sldId id="287" r:id="rId15"/>
    <p:sldId id="273" r:id="rId16"/>
    <p:sldId id="267" r:id="rId17"/>
    <p:sldId id="264" r:id="rId18"/>
    <p:sldId id="265" r:id="rId19"/>
    <p:sldId id="259" r:id="rId20"/>
    <p:sldId id="269" r:id="rId21"/>
    <p:sldId id="270" r:id="rId22"/>
    <p:sldId id="262" r:id="rId23"/>
    <p:sldId id="263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91DA13-9037-28A5-A460-C1C494DB096D}" v="177" dt="2025-10-15T17:08:37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4"/>
    <p:restoredTop sz="94694"/>
  </p:normalViewPr>
  <p:slideViewPr>
    <p:cSldViewPr snapToGrid="0">
      <p:cViewPr varScale="1">
        <p:scale>
          <a:sx n="71" d="100"/>
          <a:sy n="71" d="100"/>
        </p:scale>
        <p:origin x="135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AF91DA13-9037-28A5-A460-C1C494DB096D}"/>
    <pc:docChg chg="modSld">
      <pc:chgData name="Marc Skerrett" userId="S::marc.skerrett@univ-smb.fr::5838212c-6006-4602-b097-e4ba2e4953e8" providerId="AD" clId="Web-{AF91DA13-9037-28A5-A460-C1C494DB096D}" dt="2025-10-15T17:08:37.660" v="159" actId="1076"/>
      <pc:docMkLst>
        <pc:docMk/>
      </pc:docMkLst>
      <pc:sldChg chg="modSp">
        <pc:chgData name="Marc Skerrett" userId="S::marc.skerrett@univ-smb.fr::5838212c-6006-4602-b097-e4ba2e4953e8" providerId="AD" clId="Web-{AF91DA13-9037-28A5-A460-C1C494DB096D}" dt="2025-10-15T17:01:10.317" v="24" actId="20577"/>
        <pc:sldMkLst>
          <pc:docMk/>
          <pc:sldMk cId="0" sldId="260"/>
        </pc:sldMkLst>
        <pc:spChg chg="mod">
          <ac:chgData name="Marc Skerrett" userId="S::marc.skerrett@univ-smb.fr::5838212c-6006-4602-b097-e4ba2e4953e8" providerId="AD" clId="Web-{AF91DA13-9037-28A5-A460-C1C494DB096D}" dt="2025-10-15T17:00:18.614" v="3" actId="20577"/>
          <ac:spMkLst>
            <pc:docMk/>
            <pc:sldMk cId="0" sldId="260"/>
            <ac:spMk id="7" creationId="{0E7FCF63-45E7-9CEE-9EEF-1C8E9BD2678E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0:38.161" v="11" actId="14100"/>
          <ac:spMkLst>
            <pc:docMk/>
            <pc:sldMk cId="0" sldId="260"/>
            <ac:spMk id="10" creationId="{87189417-EF94-4296-74D1-EF01A0D2D205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0:57.552" v="17" actId="20577"/>
          <ac:spMkLst>
            <pc:docMk/>
            <pc:sldMk cId="0" sldId="260"/>
            <ac:spMk id="28" creationId="{B61B29CB-BDF5-1605-655F-F962B33C3A3B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1:04.645" v="22" actId="20577"/>
          <ac:spMkLst>
            <pc:docMk/>
            <pc:sldMk cId="0" sldId="260"/>
            <ac:spMk id="36" creationId="{77223EFF-39CD-A63D-C088-67CCD1FEBF79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1:10.317" v="24" actId="20577"/>
          <ac:spMkLst>
            <pc:docMk/>
            <pc:sldMk cId="0" sldId="260"/>
            <ac:spMk id="42" creationId="{4DAD5750-B61A-81CB-D414-491B956EF896}"/>
          </ac:spMkLst>
        </pc:spChg>
      </pc:sldChg>
      <pc:sldChg chg="addSp modSp">
        <pc:chgData name="Marc Skerrett" userId="S::marc.skerrett@univ-smb.fr::5838212c-6006-4602-b097-e4ba2e4953e8" providerId="AD" clId="Web-{AF91DA13-9037-28A5-A460-C1C494DB096D}" dt="2025-10-15T17:08:37.660" v="159" actId="1076"/>
        <pc:sldMkLst>
          <pc:docMk/>
          <pc:sldMk cId="0" sldId="261"/>
        </pc:sldMkLst>
        <pc:spChg chg="mod">
          <ac:chgData name="Marc Skerrett" userId="S::marc.skerrett@univ-smb.fr::5838212c-6006-4602-b097-e4ba2e4953e8" providerId="AD" clId="Web-{AF91DA13-9037-28A5-A460-C1C494DB096D}" dt="2025-10-15T17:02:54.786" v="81" actId="20577"/>
          <ac:spMkLst>
            <pc:docMk/>
            <pc:sldMk cId="0" sldId="261"/>
            <ac:spMk id="2" creationId="{E426C1D6-ABBF-781B-E673-1AA581729874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3:29.552" v="105" actId="20577"/>
          <ac:spMkLst>
            <pc:docMk/>
            <pc:sldMk cId="0" sldId="261"/>
            <ac:spMk id="3" creationId="{B8DF136F-534F-C3DC-A05A-228802E3A83A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3:01.583" v="87" actId="20577"/>
          <ac:spMkLst>
            <pc:docMk/>
            <pc:sldMk cId="0" sldId="261"/>
            <ac:spMk id="4" creationId="{CB6F3336-C1C0-009C-3767-2CBA650FF8E0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3:33.911" v="107" actId="20577"/>
          <ac:spMkLst>
            <pc:docMk/>
            <pc:sldMk cId="0" sldId="261"/>
            <ac:spMk id="5" creationId="{0E5BFC9F-F1BB-7543-B2F0-E202E2FE3D0F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3:07.239" v="96" actId="20577"/>
          <ac:spMkLst>
            <pc:docMk/>
            <pc:sldMk cId="0" sldId="261"/>
            <ac:spMk id="6" creationId="{799C9370-FB9E-FC95-F71D-711AD0EE9198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3:36.505" v="109" actId="20577"/>
          <ac:spMkLst>
            <pc:docMk/>
            <pc:sldMk cId="0" sldId="261"/>
            <ac:spMk id="7" creationId="{50F92BF1-F942-53BA-41F5-ADF2AE6C8079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8:37.645" v="158" actId="1076"/>
          <ac:spMkLst>
            <pc:docMk/>
            <pc:sldMk cId="0" sldId="261"/>
            <ac:spMk id="15" creationId="{72B3EDB2-A8E5-E1FC-4252-E77A3F72D377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8:37.660" v="159" actId="1076"/>
          <ac:spMkLst>
            <pc:docMk/>
            <pc:sldMk cId="0" sldId="261"/>
            <ac:spMk id="16" creationId="{91192611-BA9D-523A-3CEF-BEA014974B63}"/>
          </ac:spMkLst>
        </pc:spChg>
      </pc:sldChg>
      <pc:sldChg chg="modSp">
        <pc:chgData name="Marc Skerrett" userId="S::marc.skerrett@univ-smb.fr::5838212c-6006-4602-b097-e4ba2e4953e8" providerId="AD" clId="Web-{AF91DA13-9037-28A5-A460-C1C494DB096D}" dt="2025-10-15T17:01:49.849" v="45" actId="20577"/>
        <pc:sldMkLst>
          <pc:docMk/>
          <pc:sldMk cId="552375304" sldId="279"/>
        </pc:sldMkLst>
        <pc:spChg chg="mod">
          <ac:chgData name="Marc Skerrett" userId="S::marc.skerrett@univ-smb.fr::5838212c-6006-4602-b097-e4ba2e4953e8" providerId="AD" clId="Web-{AF91DA13-9037-28A5-A460-C1C494DB096D}" dt="2025-10-15T17:01:49.849" v="45" actId="20577"/>
          <ac:spMkLst>
            <pc:docMk/>
            <pc:sldMk cId="552375304" sldId="279"/>
            <ac:spMk id="10" creationId="{A05DC5A2-4EEE-F2E7-52E4-43AAA8C129ED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1:37.083" v="35" actId="20577"/>
          <ac:spMkLst>
            <pc:docMk/>
            <pc:sldMk cId="552375304" sldId="279"/>
            <ac:spMk id="31" creationId="{A58E499E-AB1C-2C01-2E7B-01C7DF61DFBE}"/>
          </ac:spMkLst>
        </pc:spChg>
      </pc:sldChg>
      <pc:sldChg chg="modSp">
        <pc:chgData name="Marc Skerrett" userId="S::marc.skerrett@univ-smb.fr::5838212c-6006-4602-b097-e4ba2e4953e8" providerId="AD" clId="Web-{AF91DA13-9037-28A5-A460-C1C494DB096D}" dt="2025-10-15T17:01:26.708" v="28" actId="20577"/>
        <pc:sldMkLst>
          <pc:docMk/>
          <pc:sldMk cId="3771586570" sldId="280"/>
        </pc:sldMkLst>
        <pc:spChg chg="mod">
          <ac:chgData name="Marc Skerrett" userId="S::marc.skerrett@univ-smb.fr::5838212c-6006-4602-b097-e4ba2e4953e8" providerId="AD" clId="Web-{AF91DA13-9037-28A5-A460-C1C494DB096D}" dt="2025-10-15T17:01:26.708" v="28" actId="20577"/>
          <ac:spMkLst>
            <pc:docMk/>
            <pc:sldMk cId="3771586570" sldId="280"/>
            <ac:spMk id="4" creationId="{BA377BD5-CA91-2497-9A21-AC55145AA98A}"/>
          </ac:spMkLst>
        </pc:spChg>
      </pc:sldChg>
      <pc:sldChg chg="modSp">
        <pc:chgData name="Marc Skerrett" userId="S::marc.skerrett@univ-smb.fr::5838212c-6006-4602-b097-e4ba2e4953e8" providerId="AD" clId="Web-{AF91DA13-9037-28A5-A460-C1C494DB096D}" dt="2025-10-15T17:02:22.052" v="77" actId="20577"/>
        <pc:sldMkLst>
          <pc:docMk/>
          <pc:sldMk cId="1334436" sldId="281"/>
        </pc:sldMkLst>
        <pc:spChg chg="mod">
          <ac:chgData name="Marc Skerrett" userId="S::marc.skerrett@univ-smb.fr::5838212c-6006-4602-b097-e4ba2e4953e8" providerId="AD" clId="Web-{AF91DA13-9037-28A5-A460-C1C494DB096D}" dt="2025-10-15T17:02:15.052" v="62" actId="20577"/>
          <ac:spMkLst>
            <pc:docMk/>
            <pc:sldMk cId="1334436" sldId="281"/>
            <ac:spMk id="4" creationId="{1CDC2F40-6158-6D74-86CC-3B81DFD79D93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2:22.052" v="77" actId="20577"/>
          <ac:spMkLst>
            <pc:docMk/>
            <pc:sldMk cId="1334436" sldId="281"/>
            <ac:spMk id="6" creationId="{CD4ABD4A-9FF0-100C-6FD3-B1AD8293584D}"/>
          </ac:spMkLst>
        </pc:spChg>
      </pc:sldChg>
      <pc:sldChg chg="addSp modSp">
        <pc:chgData name="Marc Skerrett" userId="S::marc.skerrett@univ-smb.fr::5838212c-6006-4602-b097-e4ba2e4953e8" providerId="AD" clId="Web-{AF91DA13-9037-28A5-A460-C1C494DB096D}" dt="2025-10-15T17:08:24.348" v="155" actId="1076"/>
        <pc:sldMkLst>
          <pc:docMk/>
          <pc:sldMk cId="2737131968" sldId="286"/>
        </pc:sldMkLst>
        <pc:spChg chg="mod">
          <ac:chgData name="Marc Skerrett" userId="S::marc.skerrett@univ-smb.fr::5838212c-6006-4602-b097-e4ba2e4953e8" providerId="AD" clId="Web-{AF91DA13-9037-28A5-A460-C1C494DB096D}" dt="2025-10-15T17:04:18.052" v="117" actId="20577"/>
          <ac:spMkLst>
            <pc:docMk/>
            <pc:sldMk cId="2737131968" sldId="286"/>
            <ac:spMk id="3" creationId="{E3990268-88DB-444B-D063-79DA2124E5AF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4:56.973" v="122" actId="20577"/>
          <ac:spMkLst>
            <pc:docMk/>
            <pc:sldMk cId="2737131968" sldId="286"/>
            <ac:spMk id="6" creationId="{6D1B5D2D-0565-9A3C-3F76-62C1B17BEBBE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8:24.348" v="155" actId="1076"/>
          <ac:spMkLst>
            <pc:docMk/>
            <pc:sldMk cId="2737131968" sldId="286"/>
            <ac:spMk id="7" creationId="{57FE3248-A241-248B-AF75-70EE923B017F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7:58.223" v="148" actId="1076"/>
          <ac:spMkLst>
            <pc:docMk/>
            <pc:sldMk cId="2737131968" sldId="286"/>
            <ac:spMk id="8" creationId="{8F714EEA-823B-FC61-96DA-D0DD07AA1C8B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4:41.958" v="120" actId="20577"/>
          <ac:spMkLst>
            <pc:docMk/>
            <pc:sldMk cId="2737131968" sldId="286"/>
            <ac:spMk id="9" creationId="{4738D2CB-81B4-048D-E9D1-67CD36334525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8:08.317" v="151" actId="1076"/>
          <ac:spMkLst>
            <pc:docMk/>
            <pc:sldMk cId="2737131968" sldId="286"/>
            <ac:spMk id="11" creationId="{83E6FE1A-25CF-00D1-52AA-E7E38AD54D08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8:19.020" v="154" actId="1076"/>
          <ac:spMkLst>
            <pc:docMk/>
            <pc:sldMk cId="2737131968" sldId="286"/>
            <ac:spMk id="12" creationId="{6D9959A0-1250-1585-B9CD-8E971B3A8A64}"/>
          </ac:spMkLst>
        </pc:spChg>
        <pc:spChg chg="mod">
          <ac:chgData name="Marc Skerrett" userId="S::marc.skerrett@univ-smb.fr::5838212c-6006-4602-b097-e4ba2e4953e8" providerId="AD" clId="Web-{AF91DA13-9037-28A5-A460-C1C494DB096D}" dt="2025-10-15T17:08:01.036" v="149" actId="14100"/>
          <ac:spMkLst>
            <pc:docMk/>
            <pc:sldMk cId="2737131968" sldId="286"/>
            <ac:spMk id="167" creationId="{57472D0D-AAFA-E90E-5846-DFC847C7AEDF}"/>
          </ac:spMkLst>
        </pc:spChg>
      </pc:sldChg>
      <pc:sldChg chg="addSp modSp">
        <pc:chgData name="Marc Skerrett" userId="S::marc.skerrett@univ-smb.fr::5838212c-6006-4602-b097-e4ba2e4953e8" providerId="AD" clId="Web-{AF91DA13-9037-28A5-A460-C1C494DB096D}" dt="2025-10-15T17:06:04.098" v="146" actId="1076"/>
        <pc:sldMkLst>
          <pc:docMk/>
          <pc:sldMk cId="2828021676" sldId="287"/>
        </pc:sldMkLst>
        <pc:spChg chg="mod">
          <ac:chgData name="Marc Skerrett" userId="S::marc.skerrett@univ-smb.fr::5838212c-6006-4602-b097-e4ba2e4953e8" providerId="AD" clId="Web-{AF91DA13-9037-28A5-A460-C1C494DB096D}" dt="2025-10-15T17:06:04.098" v="146" actId="1076"/>
          <ac:spMkLst>
            <pc:docMk/>
            <pc:sldMk cId="2828021676" sldId="287"/>
            <ac:spMk id="14" creationId="{C40937CC-826D-E668-6316-0C673E612A9E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5:40.176" v="139" actId="20577"/>
          <ac:spMkLst>
            <pc:docMk/>
            <pc:sldMk cId="2828021676" sldId="287"/>
            <ac:spMk id="15" creationId="{1F57ED40-0E23-1619-0E5A-3D85FA79F6A5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5:46.833" v="141" actId="1076"/>
          <ac:spMkLst>
            <pc:docMk/>
            <pc:sldMk cId="2828021676" sldId="287"/>
            <ac:spMk id="16" creationId="{FA2CBB34-CFCF-35F3-E871-61684D22F2EC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5:53.020" v="143" actId="1076"/>
          <ac:spMkLst>
            <pc:docMk/>
            <pc:sldMk cId="2828021676" sldId="287"/>
            <ac:spMk id="17" creationId="{BA9F73F4-EB70-F570-BAC7-39E541FE162B}"/>
          </ac:spMkLst>
        </pc:spChg>
        <pc:spChg chg="add mod">
          <ac:chgData name="Marc Skerrett" userId="S::marc.skerrett@univ-smb.fr::5838212c-6006-4602-b097-e4ba2e4953e8" providerId="AD" clId="Web-{AF91DA13-9037-28A5-A460-C1C494DB096D}" dt="2025-10-15T17:06:00.145" v="145" actId="1076"/>
          <ac:spMkLst>
            <pc:docMk/>
            <pc:sldMk cId="2828021676" sldId="287"/>
            <ac:spMk id="18" creationId="{2E581BEB-16B8-FC5D-CB69-5127B581D5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AMS MECA – CM</a:t>
            </a:r>
          </a:p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Conception et mécatronique</a:t>
            </a:r>
          </a:p>
        </p:txBody>
      </p:sp>
      <p:pic>
        <p:nvPicPr>
          <p:cNvPr id="2" name="Image 1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A173B9A-2527-894C-292C-B11B621DD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3" name="Image 2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267576FD-707C-2C8D-33A3-FE333E669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4" name="Picture 2" descr="Réseau Polytech — Wikipédia">
            <a:extLst>
              <a:ext uri="{FF2B5EF4-FFF2-40B4-BE49-F238E27FC236}">
                <a16:creationId xmlns:a16="http://schemas.microsoft.com/office/drawing/2014/main" id="{3343BBBD-E41E-4063-76AD-6B4E37EB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688552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688552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24148EB-7232-C382-83FF-FC992C54670A}"/>
              </a:ext>
            </a:extLst>
          </p:cNvPr>
          <p:cNvSpPr/>
          <p:nvPr/>
        </p:nvSpPr>
        <p:spPr>
          <a:xfrm>
            <a:off x="4183813" y="4160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1FE784-D587-DDA7-A3AE-7736E352DE99}"/>
              </a:ext>
            </a:extLst>
          </p:cNvPr>
          <p:cNvSpPr/>
          <p:nvPr/>
        </p:nvSpPr>
        <p:spPr>
          <a:xfrm>
            <a:off x="4183813" y="538143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69B8359-DA1C-83BD-F32C-F89FDBA92340}"/>
              </a:ext>
            </a:extLst>
          </p:cNvPr>
          <p:cNvSpPr/>
          <p:nvPr/>
        </p:nvSpPr>
        <p:spPr>
          <a:xfrm>
            <a:off x="4829856" y="41670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935BB48-3B5D-3F69-E8D2-78F7A8145E8D}"/>
              </a:ext>
            </a:extLst>
          </p:cNvPr>
          <p:cNvSpPr/>
          <p:nvPr/>
        </p:nvSpPr>
        <p:spPr>
          <a:xfrm>
            <a:off x="4829856" y="538853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6F3F-389C-EF42-EE20-C93A43B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043BACEF-4590-BAEC-8402-430F18950721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52EFAAD6-CB88-8C56-523F-C972FB2DBE71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C1 - Concevoir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C3E70761-33B4-149B-AE08-EF2913266CCA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C4 - 1 - Optimiser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42260754-BBD6-1968-A164-4FDEC18DD63A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Industrialiser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77A4D4A-E1DE-A69C-31D9-38652415BFA8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C4 - 2 - Concevoir des systèmes mécatroniques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CE120826-407C-00C1-F8AB-7562B1A0F6E8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C3 - Piloter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E10922B-F0DE-D2A8-9226-1FDA6BEFF0D5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C4 - 3 - Concevoir des produits en matériaux composites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0159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32F7C-6F7F-6A1C-4BC4-6E244EB3C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F9E409F9-B3E5-D64B-C8A9-A177D6FB9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F241A2E-336F-3C15-63FD-911A0A4919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918A94D-93BC-CAA3-0198-F740BE3D95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F91E6CA-6A88-5E79-F638-63C34513DA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 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AC67A133-5991-6CDB-F6ED-99FE5AED4C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E6AB0021-EDC5-D204-9102-1AD16C094556}"/>
              </a:ext>
            </a:extLst>
          </p:cNvPr>
          <p:cNvSpPr>
            <a:spLocks/>
          </p:cNvSpPr>
          <p:nvPr/>
        </p:nvSpPr>
        <p:spPr>
          <a:xfrm>
            <a:off x="441380" y="1623493"/>
            <a:ext cx="17419438" cy="11959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EDEFCAA1-A702-E994-BB47-2182700FD83E}"/>
              </a:ext>
            </a:extLst>
          </p:cNvPr>
          <p:cNvSpPr>
            <a:spLocks/>
          </p:cNvSpPr>
          <p:nvPr/>
        </p:nvSpPr>
        <p:spPr>
          <a:xfrm>
            <a:off x="434281" y="3176972"/>
            <a:ext cx="17426537" cy="512160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F18CB900-0980-C88F-406B-94F297EC3537}"/>
              </a:ext>
            </a:extLst>
          </p:cNvPr>
          <p:cNvSpPr>
            <a:spLocks/>
          </p:cNvSpPr>
          <p:nvPr/>
        </p:nvSpPr>
        <p:spPr>
          <a:xfrm>
            <a:off x="963919" y="3021012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DF391920-7ADD-45A1-3278-070D552EB64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CD4ABD4A-9FF0-100C-6FD3-B1AD8293584D}"/>
              </a:ext>
            </a:extLst>
          </p:cNvPr>
          <p:cNvSpPr/>
          <p:nvPr/>
        </p:nvSpPr>
        <p:spPr>
          <a:xfrm>
            <a:off x="963919" y="2013264"/>
            <a:ext cx="381696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DF87A383-27D8-9C33-B9C2-584D4073B3D9}"/>
              </a:ext>
            </a:extLst>
          </p:cNvPr>
          <p:cNvSpPr/>
          <p:nvPr/>
        </p:nvSpPr>
        <p:spPr>
          <a:xfrm>
            <a:off x="963919" y="3851055"/>
            <a:ext cx="388348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5E1FF09-39FE-5881-083E-27E2A08B8EF9}"/>
              </a:ext>
            </a:extLst>
          </p:cNvPr>
          <p:cNvSpPr/>
          <p:nvPr/>
        </p:nvSpPr>
        <p:spPr>
          <a:xfrm>
            <a:off x="9136100" y="5826565"/>
            <a:ext cx="4403289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D6FB013B-58F6-8147-3C02-3D77AFDCD32F}"/>
              </a:ext>
            </a:extLst>
          </p:cNvPr>
          <p:cNvSpPr/>
          <p:nvPr/>
        </p:nvSpPr>
        <p:spPr>
          <a:xfrm>
            <a:off x="9136100" y="4842553"/>
            <a:ext cx="4439469" cy="5247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A89EE9A7-43C4-0C10-34D2-50F97BF78968}"/>
              </a:ext>
            </a:extLst>
          </p:cNvPr>
          <p:cNvSpPr/>
          <p:nvPr/>
        </p:nvSpPr>
        <p:spPr>
          <a:xfrm>
            <a:off x="963919" y="4860565"/>
            <a:ext cx="388348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446F0C0-B44B-103D-5BBF-1689C532C2DF}"/>
              </a:ext>
            </a:extLst>
          </p:cNvPr>
          <p:cNvSpPr/>
          <p:nvPr/>
        </p:nvSpPr>
        <p:spPr>
          <a:xfrm>
            <a:off x="5809722" y="384555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EDDDEEA-17EF-5A2C-0EE1-3DF31A930F7F}"/>
              </a:ext>
            </a:extLst>
          </p:cNvPr>
          <p:cNvSpPr/>
          <p:nvPr/>
        </p:nvSpPr>
        <p:spPr>
          <a:xfrm>
            <a:off x="7488457" y="485984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81B91708-9CE8-EB7A-2EF2-701C9B2644AF}"/>
              </a:ext>
            </a:extLst>
          </p:cNvPr>
          <p:cNvSpPr/>
          <p:nvPr/>
        </p:nvSpPr>
        <p:spPr>
          <a:xfrm>
            <a:off x="9169786" y="3845558"/>
            <a:ext cx="4967127" cy="56348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B1D0372F-31D2-37F0-0C29-01F4F7B0E13B}"/>
              </a:ext>
            </a:extLst>
          </p:cNvPr>
          <p:cNvSpPr/>
          <p:nvPr/>
        </p:nvSpPr>
        <p:spPr>
          <a:xfrm>
            <a:off x="16148241" y="394189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1CDC2F40-6158-6D74-86CC-3B81DFD79D93}"/>
              </a:ext>
            </a:extLst>
          </p:cNvPr>
          <p:cNvSpPr/>
          <p:nvPr/>
        </p:nvSpPr>
        <p:spPr>
          <a:xfrm>
            <a:off x="9169787" y="2027605"/>
            <a:ext cx="381696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3AB43C0-8C60-93D4-52F8-72D74BAA9734}"/>
              </a:ext>
            </a:extLst>
          </p:cNvPr>
          <p:cNvSpPr/>
          <p:nvPr/>
        </p:nvSpPr>
        <p:spPr>
          <a:xfrm>
            <a:off x="5051426" y="202063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1672A18-0261-B921-4AE9-C026526233B6}"/>
              </a:ext>
            </a:extLst>
          </p:cNvPr>
          <p:cNvSpPr/>
          <p:nvPr/>
        </p:nvSpPr>
        <p:spPr>
          <a:xfrm>
            <a:off x="5809722" y="202502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38479A7-DCA2-59B7-511C-D00B6B824CFB}"/>
              </a:ext>
            </a:extLst>
          </p:cNvPr>
          <p:cNvSpPr/>
          <p:nvPr/>
        </p:nvSpPr>
        <p:spPr>
          <a:xfrm>
            <a:off x="7488457" y="2027605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3D38B40-4EDC-DE5A-47D9-5C81A41B8F7A}"/>
              </a:ext>
            </a:extLst>
          </p:cNvPr>
          <p:cNvSpPr/>
          <p:nvPr/>
        </p:nvSpPr>
        <p:spPr>
          <a:xfrm>
            <a:off x="13187332" y="201326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E84A276-BD80-AC18-D87A-E82C26048F60}"/>
              </a:ext>
            </a:extLst>
          </p:cNvPr>
          <p:cNvSpPr/>
          <p:nvPr/>
        </p:nvSpPr>
        <p:spPr>
          <a:xfrm>
            <a:off x="13945628" y="201765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5C16150-21B2-0831-829B-733BA97EFB12}"/>
              </a:ext>
            </a:extLst>
          </p:cNvPr>
          <p:cNvSpPr/>
          <p:nvPr/>
        </p:nvSpPr>
        <p:spPr>
          <a:xfrm>
            <a:off x="16148241" y="202036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E1F44D9-9451-3AF0-AE01-DFB5CA293F86}"/>
              </a:ext>
            </a:extLst>
          </p:cNvPr>
          <p:cNvSpPr/>
          <p:nvPr/>
        </p:nvSpPr>
        <p:spPr>
          <a:xfrm>
            <a:off x="15277756" y="485540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6A490C8-B055-F0C7-D3A8-BC0206A32A01}"/>
              </a:ext>
            </a:extLst>
          </p:cNvPr>
          <p:cNvSpPr/>
          <p:nvPr/>
        </p:nvSpPr>
        <p:spPr>
          <a:xfrm>
            <a:off x="15339443" y="580176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33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A6ED-06F0-6E39-EFE4-9790F32A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411E63D2-EE18-B680-C683-3444BE6CA3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1717AF7-E11B-09A3-7EE2-15A8D79B14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D92CB4A-097A-F87A-2DB0-187E9F2543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D0BE2F98-C17E-4986-A17B-AFD138E2EC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4A19827-07CE-EDFF-3035-51743AE613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 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7C8AC5-01ED-DF11-D702-C62359CA433B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222293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E3D0142E-3245-50CF-2FCC-1DF28006EE28}"/>
              </a:ext>
            </a:extLst>
          </p:cNvPr>
          <p:cNvSpPr>
            <a:spLocks/>
          </p:cNvSpPr>
          <p:nvPr/>
        </p:nvSpPr>
        <p:spPr>
          <a:xfrm>
            <a:off x="427182" y="4289296"/>
            <a:ext cx="17433636" cy="568838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E24361F5-6900-2F6A-286F-85819D4BB15E}"/>
              </a:ext>
            </a:extLst>
          </p:cNvPr>
          <p:cNvSpPr>
            <a:spLocks/>
          </p:cNvSpPr>
          <p:nvPr/>
        </p:nvSpPr>
        <p:spPr>
          <a:xfrm>
            <a:off x="774581" y="3933650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4247D028-303A-6C2D-C4DC-F2D649C9633C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BEA35DE7-311C-99B0-009E-927A9251B4FE}"/>
              </a:ext>
            </a:extLst>
          </p:cNvPr>
          <p:cNvSpPr/>
          <p:nvPr/>
        </p:nvSpPr>
        <p:spPr>
          <a:xfrm>
            <a:off x="17423166" y="-1407719"/>
            <a:ext cx="266263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180ED790-6EAE-025D-E13D-B2AD7A21936F}"/>
              </a:ext>
            </a:extLst>
          </p:cNvPr>
          <p:cNvSpPr/>
          <p:nvPr/>
        </p:nvSpPr>
        <p:spPr>
          <a:xfrm>
            <a:off x="774580" y="4565483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FD32506-A1EB-D149-1262-E16627F79256}"/>
              </a:ext>
            </a:extLst>
          </p:cNvPr>
          <p:cNvSpPr/>
          <p:nvPr/>
        </p:nvSpPr>
        <p:spPr>
          <a:xfrm>
            <a:off x="774580" y="5222683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7EB1B88-A7C9-4E8A-3DEE-3819BB220A8E}"/>
              </a:ext>
            </a:extLst>
          </p:cNvPr>
          <p:cNvSpPr/>
          <p:nvPr/>
        </p:nvSpPr>
        <p:spPr>
          <a:xfrm>
            <a:off x="4717251" y="525487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9C54D165-9429-7039-1149-BBD4DB4643B1}"/>
              </a:ext>
            </a:extLst>
          </p:cNvPr>
          <p:cNvSpPr/>
          <p:nvPr/>
        </p:nvSpPr>
        <p:spPr>
          <a:xfrm>
            <a:off x="774580" y="5903264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3AAC7C7-CB44-1F6C-259D-8C6A1FEFA522}"/>
              </a:ext>
            </a:extLst>
          </p:cNvPr>
          <p:cNvSpPr/>
          <p:nvPr/>
        </p:nvSpPr>
        <p:spPr>
          <a:xfrm>
            <a:off x="774580" y="6544372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4E939AB-08F6-281D-A3DE-E457D207A4CC}"/>
              </a:ext>
            </a:extLst>
          </p:cNvPr>
          <p:cNvSpPr/>
          <p:nvPr/>
        </p:nvSpPr>
        <p:spPr>
          <a:xfrm>
            <a:off x="4706636" y="661111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C72A056-53CC-CA05-0E1E-E2E0437AD8A2}"/>
              </a:ext>
            </a:extLst>
          </p:cNvPr>
          <p:cNvSpPr/>
          <p:nvPr/>
        </p:nvSpPr>
        <p:spPr>
          <a:xfrm>
            <a:off x="774578" y="7185480"/>
            <a:ext cx="365322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échantillonnée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FB1C260B-5924-DAA9-B53D-BBEA38F091A3}"/>
              </a:ext>
            </a:extLst>
          </p:cNvPr>
          <p:cNvSpPr/>
          <p:nvPr/>
        </p:nvSpPr>
        <p:spPr>
          <a:xfrm>
            <a:off x="9053612" y="5196531"/>
            <a:ext cx="394267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58E499E-AB1C-2C01-2E7B-01C7DF61DFBE}"/>
              </a:ext>
            </a:extLst>
          </p:cNvPr>
          <p:cNvSpPr/>
          <p:nvPr/>
        </p:nvSpPr>
        <p:spPr>
          <a:xfrm>
            <a:off x="9053612" y="2088410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9FE30A82-05D0-5708-65A6-9709F0EDBF4A}"/>
              </a:ext>
            </a:extLst>
          </p:cNvPr>
          <p:cNvSpPr/>
          <p:nvPr/>
        </p:nvSpPr>
        <p:spPr>
          <a:xfrm>
            <a:off x="9045768" y="7536424"/>
            <a:ext cx="392009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A05DC5A2-4EEE-F2E7-52E4-43AAA8C129ED}"/>
              </a:ext>
            </a:extLst>
          </p:cNvPr>
          <p:cNvSpPr/>
          <p:nvPr/>
        </p:nvSpPr>
        <p:spPr>
          <a:xfrm>
            <a:off x="776142" y="2131432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09948C1-8FB7-B56C-D3C8-527F2EA22354}"/>
              </a:ext>
            </a:extLst>
          </p:cNvPr>
          <p:cNvSpPr/>
          <p:nvPr/>
        </p:nvSpPr>
        <p:spPr>
          <a:xfrm>
            <a:off x="3770695" y="216507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8965B9D-4369-4A06-EACC-E34AA5EF3D67}"/>
              </a:ext>
            </a:extLst>
          </p:cNvPr>
          <p:cNvSpPr/>
          <p:nvPr/>
        </p:nvSpPr>
        <p:spPr>
          <a:xfrm>
            <a:off x="4528991" y="216946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C1367BDB-8EBE-314F-88F1-06E809B67C78}"/>
              </a:ext>
            </a:extLst>
          </p:cNvPr>
          <p:cNvSpPr/>
          <p:nvPr/>
        </p:nvSpPr>
        <p:spPr>
          <a:xfrm>
            <a:off x="5291768" y="216651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49AC3E85-6668-D8E0-FC1C-F8D0F34B85EB}"/>
              </a:ext>
            </a:extLst>
          </p:cNvPr>
          <p:cNvSpPr/>
          <p:nvPr/>
        </p:nvSpPr>
        <p:spPr>
          <a:xfrm>
            <a:off x="6731604" y="217216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782AC619-6D47-C2EA-0695-93AC0DA62B33}"/>
              </a:ext>
            </a:extLst>
          </p:cNvPr>
          <p:cNvSpPr/>
          <p:nvPr/>
        </p:nvSpPr>
        <p:spPr>
          <a:xfrm>
            <a:off x="12004277" y="208021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96FBFF8-64EF-D1AD-7FD6-38C0EDA09ECC}"/>
              </a:ext>
            </a:extLst>
          </p:cNvPr>
          <p:cNvSpPr/>
          <p:nvPr/>
        </p:nvSpPr>
        <p:spPr>
          <a:xfrm>
            <a:off x="12762573" y="208460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3ED393EE-8F76-45D2-2846-D47B35A0CF39}"/>
              </a:ext>
            </a:extLst>
          </p:cNvPr>
          <p:cNvSpPr/>
          <p:nvPr/>
        </p:nvSpPr>
        <p:spPr>
          <a:xfrm>
            <a:off x="4717251" y="59369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9297F1C1-CE28-01DB-EBB9-E2E4D16DA1B6}"/>
              </a:ext>
            </a:extLst>
          </p:cNvPr>
          <p:cNvSpPr/>
          <p:nvPr/>
        </p:nvSpPr>
        <p:spPr>
          <a:xfrm>
            <a:off x="4706636" y="45823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76720C6C-B8F4-0FA0-90D3-E7596874A6D9}"/>
              </a:ext>
            </a:extLst>
          </p:cNvPr>
          <p:cNvSpPr/>
          <p:nvPr/>
        </p:nvSpPr>
        <p:spPr>
          <a:xfrm>
            <a:off x="4706636" y="72022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D112E659-EB2C-19BA-8598-609BCDBC6D25}"/>
              </a:ext>
            </a:extLst>
          </p:cNvPr>
          <p:cNvSpPr/>
          <p:nvPr/>
        </p:nvSpPr>
        <p:spPr>
          <a:xfrm>
            <a:off x="13706240" y="525487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8" name="Freeform 31">
            <a:extLst>
              <a:ext uri="{FF2B5EF4-FFF2-40B4-BE49-F238E27FC236}">
                <a16:creationId xmlns:a16="http://schemas.microsoft.com/office/drawing/2014/main" id="{F2D7F5C5-09FE-84BB-013E-45FA48465F96}"/>
              </a:ext>
            </a:extLst>
          </p:cNvPr>
          <p:cNvSpPr/>
          <p:nvPr/>
        </p:nvSpPr>
        <p:spPr>
          <a:xfrm>
            <a:off x="9053612" y="2903000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1AAE35D7-7083-1090-B17B-EF9AB0528369}"/>
              </a:ext>
            </a:extLst>
          </p:cNvPr>
          <p:cNvSpPr/>
          <p:nvPr/>
        </p:nvSpPr>
        <p:spPr>
          <a:xfrm>
            <a:off x="12052024" y="290300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B56EA2B2-5042-BACF-1DA8-94FAFA5D8EE8}"/>
              </a:ext>
            </a:extLst>
          </p:cNvPr>
          <p:cNvSpPr/>
          <p:nvPr/>
        </p:nvSpPr>
        <p:spPr>
          <a:xfrm>
            <a:off x="14331393" y="2903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1" name="Freeform 31">
            <a:extLst>
              <a:ext uri="{FF2B5EF4-FFF2-40B4-BE49-F238E27FC236}">
                <a16:creationId xmlns:a16="http://schemas.microsoft.com/office/drawing/2014/main" id="{0633DC30-DAD7-812A-A55F-D7EF391CF585}"/>
              </a:ext>
            </a:extLst>
          </p:cNvPr>
          <p:cNvSpPr/>
          <p:nvPr/>
        </p:nvSpPr>
        <p:spPr>
          <a:xfrm>
            <a:off x="9045767" y="8258690"/>
            <a:ext cx="528438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75C052D9-633B-33AF-7C0C-3EC8727C89B1}"/>
              </a:ext>
            </a:extLst>
          </p:cNvPr>
          <p:cNvSpPr/>
          <p:nvPr/>
        </p:nvSpPr>
        <p:spPr>
          <a:xfrm>
            <a:off x="14835393" y="827550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3" name="Freeform 31">
            <a:extLst>
              <a:ext uri="{FF2B5EF4-FFF2-40B4-BE49-F238E27FC236}">
                <a16:creationId xmlns:a16="http://schemas.microsoft.com/office/drawing/2014/main" id="{6E6AA06D-F8AE-BE22-80B1-8FE96F2F60EA}"/>
              </a:ext>
            </a:extLst>
          </p:cNvPr>
          <p:cNvSpPr/>
          <p:nvPr/>
        </p:nvSpPr>
        <p:spPr>
          <a:xfrm>
            <a:off x="9042198" y="5986946"/>
            <a:ext cx="395408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1B8EED57-0869-70BD-A53C-A54F21F31D9A}"/>
              </a:ext>
            </a:extLst>
          </p:cNvPr>
          <p:cNvSpPr/>
          <p:nvPr/>
        </p:nvSpPr>
        <p:spPr>
          <a:xfrm>
            <a:off x="14647409" y="58581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EE2326DC-04E9-DC06-AC58-30CF4482BF56}"/>
              </a:ext>
            </a:extLst>
          </p:cNvPr>
          <p:cNvSpPr/>
          <p:nvPr/>
        </p:nvSpPr>
        <p:spPr>
          <a:xfrm>
            <a:off x="15405705" y="586250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6" name="Freeform 31">
            <a:extLst>
              <a:ext uri="{FF2B5EF4-FFF2-40B4-BE49-F238E27FC236}">
                <a16:creationId xmlns:a16="http://schemas.microsoft.com/office/drawing/2014/main" id="{C7B59B48-CA50-7160-E0CA-ACC02A789E9A}"/>
              </a:ext>
            </a:extLst>
          </p:cNvPr>
          <p:cNvSpPr/>
          <p:nvPr/>
        </p:nvSpPr>
        <p:spPr>
          <a:xfrm>
            <a:off x="9042198" y="6697522"/>
            <a:ext cx="392366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9E55CB33-2974-D996-E5D4-F3A1DFAFE03E}"/>
              </a:ext>
            </a:extLst>
          </p:cNvPr>
          <p:cNvSpPr/>
          <p:nvPr/>
        </p:nvSpPr>
        <p:spPr>
          <a:xfrm>
            <a:off x="14740494" y="667696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2643CAD2-34E8-A24D-3F87-3FF00D659E3D}"/>
              </a:ext>
            </a:extLst>
          </p:cNvPr>
          <p:cNvSpPr/>
          <p:nvPr/>
        </p:nvSpPr>
        <p:spPr>
          <a:xfrm>
            <a:off x="14236494" y="74357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CED983B6-CF1A-7B0D-9BC0-4F3325FCA1D9}"/>
              </a:ext>
            </a:extLst>
          </p:cNvPr>
          <p:cNvSpPr/>
          <p:nvPr/>
        </p:nvSpPr>
        <p:spPr>
          <a:xfrm>
            <a:off x="14994790" y="743427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37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51F8-9E9A-09CD-8A3E-2A626ED1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419A00C8-D342-FA45-CB11-1CE9FE6D4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8EF043F-5721-2A5D-5EEB-DC7B1E993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A869620-E2C5-49A2-223C-B9E8B6EDEE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75774D08-6781-BADF-9553-AB89D3958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Calibri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ADDF5604-C17E-B59E-4C6E-CC617A7426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 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FCC35AED-631B-EBF6-BF32-06D1B2AA9FA0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4132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8B811FB-C9D8-C5A7-E163-F57A047C527B}"/>
              </a:ext>
            </a:extLst>
          </p:cNvPr>
          <p:cNvSpPr>
            <a:spLocks/>
          </p:cNvSpPr>
          <p:nvPr/>
        </p:nvSpPr>
        <p:spPr>
          <a:xfrm>
            <a:off x="427182" y="3875834"/>
            <a:ext cx="17433636" cy="610184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E6792EF-4BA1-0213-0038-9BB0E011924A}"/>
              </a:ext>
            </a:extLst>
          </p:cNvPr>
          <p:cNvSpPr>
            <a:spLocks/>
          </p:cNvSpPr>
          <p:nvPr/>
        </p:nvSpPr>
        <p:spPr>
          <a:xfrm>
            <a:off x="789073" y="3684507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F6F48649-14A9-34F7-F114-3D08512C5BA2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A377BD5-CA91-2497-9A21-AC55145AA98A}"/>
              </a:ext>
            </a:extLst>
          </p:cNvPr>
          <p:cNvSpPr/>
          <p:nvPr/>
        </p:nvSpPr>
        <p:spPr>
          <a:xfrm>
            <a:off x="900584" y="2192123"/>
            <a:ext cx="38656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6D2D004-C0A1-DFA0-3CDA-2A4122ECC45C}"/>
              </a:ext>
            </a:extLst>
          </p:cNvPr>
          <p:cNvSpPr/>
          <p:nvPr/>
        </p:nvSpPr>
        <p:spPr>
          <a:xfrm>
            <a:off x="5038662" y="22105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012740-59EC-0661-CAC2-95F0D83DFB18}"/>
              </a:ext>
            </a:extLst>
          </p:cNvPr>
          <p:cNvSpPr/>
          <p:nvPr/>
        </p:nvSpPr>
        <p:spPr>
          <a:xfrm>
            <a:off x="5796958" y="221497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9386F66-6F0F-C202-3304-CFC39DAD0510}"/>
              </a:ext>
            </a:extLst>
          </p:cNvPr>
          <p:cNvSpPr/>
          <p:nvPr/>
        </p:nvSpPr>
        <p:spPr>
          <a:xfrm>
            <a:off x="7318031" y="221058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7CABB431-8C15-EF4C-A2B8-CB3C60377BC1}"/>
              </a:ext>
            </a:extLst>
          </p:cNvPr>
          <p:cNvSpPr/>
          <p:nvPr/>
        </p:nvSpPr>
        <p:spPr>
          <a:xfrm>
            <a:off x="900583" y="5822414"/>
            <a:ext cx="34747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BC6B2228-3C4E-F0C1-7E47-F3AFDBB97B52}"/>
              </a:ext>
            </a:extLst>
          </p:cNvPr>
          <p:cNvSpPr/>
          <p:nvPr/>
        </p:nvSpPr>
        <p:spPr>
          <a:xfrm>
            <a:off x="900583" y="6499477"/>
            <a:ext cx="351278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A7DF649-A320-A0E5-4292-13064A5D5811}"/>
              </a:ext>
            </a:extLst>
          </p:cNvPr>
          <p:cNvSpPr/>
          <p:nvPr/>
        </p:nvSpPr>
        <p:spPr>
          <a:xfrm>
            <a:off x="6378762" y="64994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2D110EB2-06D4-8702-9102-A136343C1773}"/>
              </a:ext>
            </a:extLst>
          </p:cNvPr>
          <p:cNvSpPr/>
          <p:nvPr/>
        </p:nvSpPr>
        <p:spPr>
          <a:xfrm>
            <a:off x="900583" y="7185431"/>
            <a:ext cx="57624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8DF5C7C-7B8B-8A38-353F-2B2BB9454D69}"/>
              </a:ext>
            </a:extLst>
          </p:cNvPr>
          <p:cNvSpPr/>
          <p:nvPr/>
        </p:nvSpPr>
        <p:spPr>
          <a:xfrm>
            <a:off x="5455876" y="64994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898B584C-A239-4B05-12DF-79A1A960636B}"/>
              </a:ext>
            </a:extLst>
          </p:cNvPr>
          <p:cNvSpPr/>
          <p:nvPr/>
        </p:nvSpPr>
        <p:spPr>
          <a:xfrm>
            <a:off x="906997" y="7830707"/>
            <a:ext cx="57624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fonctionnels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E1CE999-B7B8-85CB-B5DE-8E29380390D7}"/>
              </a:ext>
            </a:extLst>
          </p:cNvPr>
          <p:cNvSpPr/>
          <p:nvPr/>
        </p:nvSpPr>
        <p:spPr>
          <a:xfrm>
            <a:off x="4786662" y="583923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90CE3C8-C461-8C08-B571-DF5146BBD7F5}"/>
              </a:ext>
            </a:extLst>
          </p:cNvPr>
          <p:cNvSpPr/>
          <p:nvPr/>
        </p:nvSpPr>
        <p:spPr>
          <a:xfrm>
            <a:off x="7015792" y="721906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470F53A6-D9C5-D6FC-C109-F22CBC16D57A}"/>
              </a:ext>
            </a:extLst>
          </p:cNvPr>
          <p:cNvSpPr/>
          <p:nvPr/>
        </p:nvSpPr>
        <p:spPr>
          <a:xfrm>
            <a:off x="9457509" y="2192249"/>
            <a:ext cx="38656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C48F336-3BC1-2AC8-F285-07346EF0BA67}"/>
              </a:ext>
            </a:extLst>
          </p:cNvPr>
          <p:cNvSpPr/>
          <p:nvPr/>
        </p:nvSpPr>
        <p:spPr>
          <a:xfrm>
            <a:off x="6473214" y="2208942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0579A297-9711-A66E-032C-E102FAC6B3FF}"/>
              </a:ext>
            </a:extLst>
          </p:cNvPr>
          <p:cNvSpPr/>
          <p:nvPr/>
        </p:nvSpPr>
        <p:spPr>
          <a:xfrm>
            <a:off x="13629124" y="221861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2B825A1-7D83-3180-E600-DEB6B42C8830}"/>
              </a:ext>
            </a:extLst>
          </p:cNvPr>
          <p:cNvSpPr/>
          <p:nvPr/>
        </p:nvSpPr>
        <p:spPr>
          <a:xfrm>
            <a:off x="14387420" y="222300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C3AA7F3-933D-A6E5-914E-156F5120BEDB}"/>
              </a:ext>
            </a:extLst>
          </p:cNvPr>
          <p:cNvSpPr/>
          <p:nvPr/>
        </p:nvSpPr>
        <p:spPr>
          <a:xfrm>
            <a:off x="15908493" y="2218616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3CF0E010-E352-12FD-D618-71D0ED4FC743}"/>
              </a:ext>
            </a:extLst>
          </p:cNvPr>
          <p:cNvSpPr/>
          <p:nvPr/>
        </p:nvSpPr>
        <p:spPr>
          <a:xfrm>
            <a:off x="15063676" y="221697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F2FF143-02C9-6C2A-EB97-DDED5031335B}"/>
              </a:ext>
            </a:extLst>
          </p:cNvPr>
          <p:cNvSpPr/>
          <p:nvPr/>
        </p:nvSpPr>
        <p:spPr>
          <a:xfrm>
            <a:off x="7016061" y="786719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F7D09EFF-C38B-2CA8-BC83-A751BD8CCC6E}"/>
              </a:ext>
            </a:extLst>
          </p:cNvPr>
          <p:cNvSpPr/>
          <p:nvPr/>
        </p:nvSpPr>
        <p:spPr>
          <a:xfrm>
            <a:off x="913568" y="8577678"/>
            <a:ext cx="57624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multiphysiques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6ABD67D0-88F2-51D2-3309-DB95ACE6126E}"/>
              </a:ext>
            </a:extLst>
          </p:cNvPr>
          <p:cNvSpPr/>
          <p:nvPr/>
        </p:nvSpPr>
        <p:spPr>
          <a:xfrm>
            <a:off x="7022285" y="859837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3" name="Freeform 31">
            <a:extLst>
              <a:ext uri="{FF2B5EF4-FFF2-40B4-BE49-F238E27FC236}">
                <a16:creationId xmlns:a16="http://schemas.microsoft.com/office/drawing/2014/main" id="{EDB6DABD-FD0C-5387-DB72-E8B6A28480B3}"/>
              </a:ext>
            </a:extLst>
          </p:cNvPr>
          <p:cNvSpPr/>
          <p:nvPr/>
        </p:nvSpPr>
        <p:spPr>
          <a:xfrm>
            <a:off x="9144000" y="5143500"/>
            <a:ext cx="325030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8AA1F3FD-456D-AED4-2032-CC7E1E87C46D}"/>
              </a:ext>
            </a:extLst>
          </p:cNvPr>
          <p:cNvSpPr/>
          <p:nvPr/>
        </p:nvSpPr>
        <p:spPr>
          <a:xfrm>
            <a:off x="12813768" y="520518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377158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Autres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0E7FCF63-45E7-9CEE-9EEF-1C8E9BD2678E}"/>
              </a:ext>
            </a:extLst>
          </p:cNvPr>
          <p:cNvSpPr/>
          <p:nvPr/>
        </p:nvSpPr>
        <p:spPr>
          <a:xfrm>
            <a:off x="502285" y="2404188"/>
            <a:ext cx="2542465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87189417-EF94-4296-74D1-EF01A0D2D205}"/>
              </a:ext>
            </a:extLst>
          </p:cNvPr>
          <p:cNvSpPr/>
          <p:nvPr/>
        </p:nvSpPr>
        <p:spPr>
          <a:xfrm>
            <a:off x="3365799" y="2422492"/>
            <a:ext cx="267195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préparatoire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AE6E467-526C-2805-609A-10AAB7B2D6FA}"/>
              </a:ext>
            </a:extLst>
          </p:cNvPr>
          <p:cNvSpPr/>
          <p:nvPr/>
        </p:nvSpPr>
        <p:spPr>
          <a:xfrm>
            <a:off x="533220" y="301384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FBB3C3C-94CA-D0A9-CFDE-FA65E70A6844}"/>
              </a:ext>
            </a:extLst>
          </p:cNvPr>
          <p:cNvSpPr/>
          <p:nvPr/>
        </p:nvSpPr>
        <p:spPr>
          <a:xfrm>
            <a:off x="1081350" y="301384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B6C9919-C314-4514-3714-09E1059FA3C3}"/>
              </a:ext>
            </a:extLst>
          </p:cNvPr>
          <p:cNvSpPr/>
          <p:nvPr/>
        </p:nvSpPr>
        <p:spPr>
          <a:xfrm>
            <a:off x="1647410" y="301384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B61B29CB-BDF5-1605-655F-F962B33C3A3B}"/>
              </a:ext>
            </a:extLst>
          </p:cNvPr>
          <p:cNvSpPr/>
          <p:nvPr/>
        </p:nvSpPr>
        <p:spPr>
          <a:xfrm>
            <a:off x="6564971" y="2429591"/>
            <a:ext cx="238139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  <a:endParaRPr lang="fr-FR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9E243F1-A26C-39E3-D1BB-A04294760FD7}"/>
              </a:ext>
            </a:extLst>
          </p:cNvPr>
          <p:cNvSpPr/>
          <p:nvPr/>
        </p:nvSpPr>
        <p:spPr>
          <a:xfrm>
            <a:off x="6549750" y="29898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DCE5D2F2-C29A-E148-B022-376C2762F664}"/>
              </a:ext>
            </a:extLst>
          </p:cNvPr>
          <p:cNvSpPr/>
          <p:nvPr/>
        </p:nvSpPr>
        <p:spPr>
          <a:xfrm>
            <a:off x="7092895" y="299421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D5D439C-4EEF-F612-AC4B-F3E187F83E71}"/>
              </a:ext>
            </a:extLst>
          </p:cNvPr>
          <p:cNvSpPr/>
          <p:nvPr/>
        </p:nvSpPr>
        <p:spPr>
          <a:xfrm>
            <a:off x="7640522" y="299126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508A72A-D9B3-C35A-3597-8634DEA738E1}"/>
              </a:ext>
            </a:extLst>
          </p:cNvPr>
          <p:cNvSpPr/>
          <p:nvPr/>
        </p:nvSpPr>
        <p:spPr>
          <a:xfrm>
            <a:off x="8201818" y="299691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F53DA8B-B2BC-0F7E-045C-3CFE062F76A5}"/>
              </a:ext>
            </a:extLst>
          </p:cNvPr>
          <p:cNvSpPr/>
          <p:nvPr/>
        </p:nvSpPr>
        <p:spPr>
          <a:xfrm>
            <a:off x="3697754" y="302281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16C519D-6029-1F7D-B712-82D0C7154CB8}"/>
              </a:ext>
            </a:extLst>
          </p:cNvPr>
          <p:cNvSpPr/>
          <p:nvPr/>
        </p:nvSpPr>
        <p:spPr>
          <a:xfrm>
            <a:off x="4245884" y="302281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917E3BD-3646-67D9-CB79-0255F36322F7}"/>
              </a:ext>
            </a:extLst>
          </p:cNvPr>
          <p:cNvSpPr/>
          <p:nvPr/>
        </p:nvSpPr>
        <p:spPr>
          <a:xfrm>
            <a:off x="4811944" y="3022815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77223EFF-39CD-A63D-C088-67CCD1FEBF79}"/>
              </a:ext>
            </a:extLst>
          </p:cNvPr>
          <p:cNvSpPr/>
          <p:nvPr/>
        </p:nvSpPr>
        <p:spPr>
          <a:xfrm>
            <a:off x="9371339" y="2429591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FFFF1E2-B3A4-078E-6787-F14326E9E0DA}"/>
              </a:ext>
            </a:extLst>
          </p:cNvPr>
          <p:cNvSpPr/>
          <p:nvPr/>
        </p:nvSpPr>
        <p:spPr>
          <a:xfrm>
            <a:off x="9350037" y="3919771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EE23E99-2483-17CC-E4D9-10B11AAB25FF}"/>
              </a:ext>
            </a:extLst>
          </p:cNvPr>
          <p:cNvSpPr/>
          <p:nvPr/>
        </p:nvSpPr>
        <p:spPr>
          <a:xfrm>
            <a:off x="9409487" y="299878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50994AD-7F6D-0E64-176E-78BA2DDC62B4}"/>
              </a:ext>
            </a:extLst>
          </p:cNvPr>
          <p:cNvSpPr/>
          <p:nvPr/>
        </p:nvSpPr>
        <p:spPr>
          <a:xfrm>
            <a:off x="9952632" y="30031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2" name="Freeform 31">
            <a:extLst>
              <a:ext uri="{FF2B5EF4-FFF2-40B4-BE49-F238E27FC236}">
                <a16:creationId xmlns:a16="http://schemas.microsoft.com/office/drawing/2014/main" id="{4DAD5750-B61A-81CB-D414-491B956EF896}"/>
              </a:ext>
            </a:extLst>
          </p:cNvPr>
          <p:cNvSpPr/>
          <p:nvPr/>
        </p:nvSpPr>
        <p:spPr>
          <a:xfrm>
            <a:off x="12496195" y="2429591"/>
            <a:ext cx="23279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A745B96-6DBA-5E01-690D-B9DDDDC61C30}"/>
              </a:ext>
            </a:extLst>
          </p:cNvPr>
          <p:cNvSpPr/>
          <p:nvPr/>
        </p:nvSpPr>
        <p:spPr>
          <a:xfrm>
            <a:off x="12565061" y="2998788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D3B84D5-557E-F022-232E-FB9A1CC2DEF3}"/>
              </a:ext>
            </a:extLst>
          </p:cNvPr>
          <p:cNvSpPr/>
          <p:nvPr/>
        </p:nvSpPr>
        <p:spPr>
          <a:xfrm>
            <a:off x="13108206" y="300317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89680D72-4969-CD81-B67D-73AF0031DF4E}"/>
              </a:ext>
            </a:extLst>
          </p:cNvPr>
          <p:cNvSpPr/>
          <p:nvPr/>
        </p:nvSpPr>
        <p:spPr>
          <a:xfrm>
            <a:off x="13655833" y="300023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F9C39402-C9F6-6A73-EB7D-D75CAF403097}"/>
              </a:ext>
            </a:extLst>
          </p:cNvPr>
          <p:cNvSpPr/>
          <p:nvPr/>
        </p:nvSpPr>
        <p:spPr>
          <a:xfrm>
            <a:off x="14217129" y="3005887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D67D92D-BA0B-F6EA-2867-E14CCFE1504D}"/>
              </a:ext>
            </a:extLst>
          </p:cNvPr>
          <p:cNvSpPr/>
          <p:nvPr/>
        </p:nvSpPr>
        <p:spPr>
          <a:xfrm>
            <a:off x="9429211" y="449251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682E9BE-925C-0D57-8565-4546222974C7}"/>
              </a:ext>
            </a:extLst>
          </p:cNvPr>
          <p:cNvSpPr/>
          <p:nvPr/>
        </p:nvSpPr>
        <p:spPr>
          <a:xfrm>
            <a:off x="9977884" y="449496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4CF843A3-0AF6-2BC1-D9FF-53C75FD1F21C}"/>
              </a:ext>
            </a:extLst>
          </p:cNvPr>
          <p:cNvSpPr/>
          <p:nvPr/>
        </p:nvSpPr>
        <p:spPr>
          <a:xfrm>
            <a:off x="15347615" y="2420623"/>
            <a:ext cx="23279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5AC4C31-2210-2275-2BFF-DA68E234B7CD}"/>
              </a:ext>
            </a:extLst>
          </p:cNvPr>
          <p:cNvSpPr/>
          <p:nvPr/>
        </p:nvSpPr>
        <p:spPr>
          <a:xfrm>
            <a:off x="15416481" y="29898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33B71551-A4D6-9D94-2F30-BBA4B0AF808E}"/>
              </a:ext>
            </a:extLst>
          </p:cNvPr>
          <p:cNvSpPr/>
          <p:nvPr/>
        </p:nvSpPr>
        <p:spPr>
          <a:xfrm>
            <a:off x="15959626" y="299421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A49790D4-F1D7-7CF0-1FBB-35DEC8358C5D}"/>
              </a:ext>
            </a:extLst>
          </p:cNvPr>
          <p:cNvSpPr/>
          <p:nvPr/>
        </p:nvSpPr>
        <p:spPr>
          <a:xfrm>
            <a:off x="16507253" y="299126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C254FC4C-5007-3717-31A0-095B00D723F1}"/>
              </a:ext>
            </a:extLst>
          </p:cNvPr>
          <p:cNvSpPr/>
          <p:nvPr/>
        </p:nvSpPr>
        <p:spPr>
          <a:xfrm>
            <a:off x="17068549" y="299691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2051426"/>
            <a:ext cx="17835899" cy="7851223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200F792B-829D-9F87-7F32-E3B2CA5E5202}"/>
              </a:ext>
            </a:extLst>
          </p:cNvPr>
          <p:cNvSpPr/>
          <p:nvPr/>
        </p:nvSpPr>
        <p:spPr>
          <a:xfrm>
            <a:off x="430570" y="2341704"/>
            <a:ext cx="2455303" cy="69554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C90D73-C9FE-7CA9-7B88-F9B0823BC14F}"/>
              </a:ext>
            </a:extLst>
          </p:cNvPr>
          <p:cNvSpPr/>
          <p:nvPr/>
        </p:nvSpPr>
        <p:spPr>
          <a:xfrm>
            <a:off x="504303" y="30803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9A981C05-4BA4-9E67-D039-530CD7B07F1F}"/>
              </a:ext>
            </a:extLst>
          </p:cNvPr>
          <p:cNvSpPr/>
          <p:nvPr/>
        </p:nvSpPr>
        <p:spPr>
          <a:xfrm>
            <a:off x="445589" y="3881399"/>
            <a:ext cx="2455304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1E2D6B3-9EB9-6DAD-4734-57B3B911818B}"/>
              </a:ext>
            </a:extLst>
          </p:cNvPr>
          <p:cNvSpPr/>
          <p:nvPr/>
        </p:nvSpPr>
        <p:spPr>
          <a:xfrm>
            <a:off x="526763" y="44302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A6CBB307-6AFC-E72E-B672-5AE3565313EB}"/>
              </a:ext>
            </a:extLst>
          </p:cNvPr>
          <p:cNvSpPr/>
          <p:nvPr/>
        </p:nvSpPr>
        <p:spPr>
          <a:xfrm>
            <a:off x="3467674" y="5290667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DE24796-0AB7-7C39-2445-8B2484F620BE}"/>
              </a:ext>
            </a:extLst>
          </p:cNvPr>
          <p:cNvSpPr/>
          <p:nvPr/>
        </p:nvSpPr>
        <p:spPr>
          <a:xfrm>
            <a:off x="3467674" y="3833296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692464D4-CE48-BB70-7036-1EE54FC4B061}"/>
              </a:ext>
            </a:extLst>
          </p:cNvPr>
          <p:cNvSpPr/>
          <p:nvPr/>
        </p:nvSpPr>
        <p:spPr>
          <a:xfrm>
            <a:off x="3467674" y="2341703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AAC7306-6294-2024-3555-A6AEAEC113EB}"/>
              </a:ext>
            </a:extLst>
          </p:cNvPr>
          <p:cNvSpPr/>
          <p:nvPr/>
        </p:nvSpPr>
        <p:spPr>
          <a:xfrm>
            <a:off x="3523974" y="311625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A0B3BD2-BEBE-CCB6-5BC8-6D073B6E17A4}"/>
              </a:ext>
            </a:extLst>
          </p:cNvPr>
          <p:cNvSpPr/>
          <p:nvPr/>
        </p:nvSpPr>
        <p:spPr>
          <a:xfrm>
            <a:off x="3515012" y="461335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94E57E1-B74E-2E6F-67EE-2E638C58DA6A}"/>
              </a:ext>
            </a:extLst>
          </p:cNvPr>
          <p:cNvSpPr/>
          <p:nvPr/>
        </p:nvSpPr>
        <p:spPr>
          <a:xfrm>
            <a:off x="3512010" y="60707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3F1BDCE3-69DD-125F-6012-95F58983250D}"/>
              </a:ext>
            </a:extLst>
          </p:cNvPr>
          <p:cNvSpPr/>
          <p:nvPr/>
        </p:nvSpPr>
        <p:spPr>
          <a:xfrm>
            <a:off x="6510809" y="2341703"/>
            <a:ext cx="2480962" cy="7292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0D52B643-B3A4-A380-B46A-91FA1F91EE1A}"/>
              </a:ext>
            </a:extLst>
          </p:cNvPr>
          <p:cNvSpPr/>
          <p:nvPr/>
        </p:nvSpPr>
        <p:spPr>
          <a:xfrm>
            <a:off x="6475009" y="3833295"/>
            <a:ext cx="2476391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AAC1E455-AE98-ECB3-D7D2-1F3399D21C40}"/>
              </a:ext>
            </a:extLst>
          </p:cNvPr>
          <p:cNvSpPr/>
          <p:nvPr/>
        </p:nvSpPr>
        <p:spPr>
          <a:xfrm>
            <a:off x="6415642" y="5290667"/>
            <a:ext cx="255944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C55EE25D-BEDC-45AD-03F5-F9A7A15A8DB7}"/>
              </a:ext>
            </a:extLst>
          </p:cNvPr>
          <p:cNvSpPr/>
          <p:nvPr/>
        </p:nvSpPr>
        <p:spPr>
          <a:xfrm>
            <a:off x="6416596" y="6582782"/>
            <a:ext cx="25348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53843E9D-B7A1-EF5B-A9F8-F58180658D0B}"/>
              </a:ext>
            </a:extLst>
          </p:cNvPr>
          <p:cNvSpPr/>
          <p:nvPr/>
        </p:nvSpPr>
        <p:spPr>
          <a:xfrm>
            <a:off x="6415642" y="7955222"/>
            <a:ext cx="2535758" cy="57741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échantillonnée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BCD6134-9FE7-B891-24B1-0F441D48DAC1}"/>
              </a:ext>
            </a:extLst>
          </p:cNvPr>
          <p:cNvSpPr/>
          <p:nvPr/>
        </p:nvSpPr>
        <p:spPr>
          <a:xfrm>
            <a:off x="6497254" y="58825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EE593AA-7976-79B2-E797-BF72CACA7430}"/>
              </a:ext>
            </a:extLst>
          </p:cNvPr>
          <p:cNvSpPr/>
          <p:nvPr/>
        </p:nvSpPr>
        <p:spPr>
          <a:xfrm>
            <a:off x="6542079" y="463645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76035F5-78F7-5FAD-30D1-0132B8BEA6F8}"/>
              </a:ext>
            </a:extLst>
          </p:cNvPr>
          <p:cNvSpPr/>
          <p:nvPr/>
        </p:nvSpPr>
        <p:spPr>
          <a:xfrm>
            <a:off x="6568970" y="31214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1C4F98D-6B51-674F-AA3D-90B191BB7936}"/>
              </a:ext>
            </a:extLst>
          </p:cNvPr>
          <p:cNvSpPr/>
          <p:nvPr/>
        </p:nvSpPr>
        <p:spPr>
          <a:xfrm>
            <a:off x="6470862" y="716399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D3C384C-9D6E-595F-051F-F8083C9C6D9D}"/>
              </a:ext>
            </a:extLst>
          </p:cNvPr>
          <p:cNvSpPr/>
          <p:nvPr/>
        </p:nvSpPr>
        <p:spPr>
          <a:xfrm>
            <a:off x="6497257" y="860781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695E529B-C578-BC19-A704-7D90332C0EF8}"/>
              </a:ext>
            </a:extLst>
          </p:cNvPr>
          <p:cNvSpPr/>
          <p:nvPr/>
        </p:nvSpPr>
        <p:spPr>
          <a:xfrm>
            <a:off x="9450129" y="2366668"/>
            <a:ext cx="2529964" cy="6705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A225D04-6FA5-761E-2B2A-9077D9590B62}"/>
              </a:ext>
            </a:extLst>
          </p:cNvPr>
          <p:cNvSpPr/>
          <p:nvPr/>
        </p:nvSpPr>
        <p:spPr>
          <a:xfrm>
            <a:off x="9442285" y="6592907"/>
            <a:ext cx="251644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AC1C9F78-5EB1-DD67-70D1-5DA02CE380AA}"/>
              </a:ext>
            </a:extLst>
          </p:cNvPr>
          <p:cNvSpPr/>
          <p:nvPr/>
        </p:nvSpPr>
        <p:spPr>
          <a:xfrm>
            <a:off x="9442285" y="7960631"/>
            <a:ext cx="2548874" cy="10220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F055A858-163A-9CE5-B05B-50458C70B277}"/>
              </a:ext>
            </a:extLst>
          </p:cNvPr>
          <p:cNvSpPr/>
          <p:nvPr/>
        </p:nvSpPr>
        <p:spPr>
          <a:xfrm>
            <a:off x="9438716" y="3878020"/>
            <a:ext cx="2520018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ED51B53A-7F62-27A0-D195-3D633927A9E0}"/>
              </a:ext>
            </a:extLst>
          </p:cNvPr>
          <p:cNvSpPr/>
          <p:nvPr/>
        </p:nvSpPr>
        <p:spPr>
          <a:xfrm>
            <a:off x="9438715" y="5323701"/>
            <a:ext cx="254931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15B3CD6-BD81-2442-D4E4-A701DC58E685}"/>
              </a:ext>
            </a:extLst>
          </p:cNvPr>
          <p:cNvSpPr/>
          <p:nvPr/>
        </p:nvSpPr>
        <p:spPr>
          <a:xfrm>
            <a:off x="9509897" y="308505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AAA2320-26CE-90BE-4452-0923C4B80E53}"/>
              </a:ext>
            </a:extLst>
          </p:cNvPr>
          <p:cNvSpPr/>
          <p:nvPr/>
        </p:nvSpPr>
        <p:spPr>
          <a:xfrm>
            <a:off x="9527828" y="442976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3D57E3C-D313-66E2-2B74-A862F2605E92}"/>
              </a:ext>
            </a:extLst>
          </p:cNvPr>
          <p:cNvSpPr/>
          <p:nvPr/>
        </p:nvSpPr>
        <p:spPr>
          <a:xfrm>
            <a:off x="10087568" y="44160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6E45285-09AA-5987-C24B-CA2D28F39638}"/>
              </a:ext>
            </a:extLst>
          </p:cNvPr>
          <p:cNvSpPr/>
          <p:nvPr/>
        </p:nvSpPr>
        <p:spPr>
          <a:xfrm>
            <a:off x="9509390" y="59184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06881BE-CE92-6CAE-2474-A26B9395318C}"/>
              </a:ext>
            </a:extLst>
          </p:cNvPr>
          <p:cNvSpPr/>
          <p:nvPr/>
        </p:nvSpPr>
        <p:spPr>
          <a:xfrm>
            <a:off x="9494464" y="718622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1AD99D65-FA51-E6CF-26F0-06BF26A575F3}"/>
              </a:ext>
            </a:extLst>
          </p:cNvPr>
          <p:cNvSpPr/>
          <p:nvPr/>
        </p:nvSpPr>
        <p:spPr>
          <a:xfrm>
            <a:off x="10056240" y="71824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EE13F959-BBD6-82E6-F1CB-3E1C247671C3}"/>
              </a:ext>
            </a:extLst>
          </p:cNvPr>
          <p:cNvSpPr/>
          <p:nvPr/>
        </p:nvSpPr>
        <p:spPr>
          <a:xfrm>
            <a:off x="9500429" y="902915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3A8BA1AA-B787-92AF-8FC0-580B7B6EA342}"/>
              </a:ext>
            </a:extLst>
          </p:cNvPr>
          <p:cNvSpPr/>
          <p:nvPr/>
        </p:nvSpPr>
        <p:spPr>
          <a:xfrm>
            <a:off x="12395490" y="2342949"/>
            <a:ext cx="2507504" cy="5802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E2544CF9-D63C-BE65-B905-D7A0BA0EBBEC}"/>
              </a:ext>
            </a:extLst>
          </p:cNvPr>
          <p:cNvSpPr/>
          <p:nvPr/>
        </p:nvSpPr>
        <p:spPr>
          <a:xfrm>
            <a:off x="12395490" y="3880622"/>
            <a:ext cx="250750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50" name="Freeform 31">
            <a:extLst>
              <a:ext uri="{FF2B5EF4-FFF2-40B4-BE49-F238E27FC236}">
                <a16:creationId xmlns:a16="http://schemas.microsoft.com/office/drawing/2014/main" id="{240CEA58-A6CB-EDA5-8870-BB70215019FB}"/>
              </a:ext>
            </a:extLst>
          </p:cNvPr>
          <p:cNvSpPr/>
          <p:nvPr/>
        </p:nvSpPr>
        <p:spPr>
          <a:xfrm>
            <a:off x="12395489" y="5301682"/>
            <a:ext cx="2507504" cy="7276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0B48DAB2-7D05-DDB5-AEB9-C2EB3A15049A}"/>
              </a:ext>
            </a:extLst>
          </p:cNvPr>
          <p:cNvSpPr/>
          <p:nvPr/>
        </p:nvSpPr>
        <p:spPr>
          <a:xfrm>
            <a:off x="12401903" y="6699988"/>
            <a:ext cx="2501090" cy="6748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fonctionnels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EA0F07EE-FB9A-3F3B-D2CD-48412BE6044A}"/>
              </a:ext>
            </a:extLst>
          </p:cNvPr>
          <p:cNvSpPr/>
          <p:nvPr/>
        </p:nvSpPr>
        <p:spPr>
          <a:xfrm>
            <a:off x="12408474" y="8038630"/>
            <a:ext cx="2494519" cy="81849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multiphysiques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2CDAF2C4-9303-1B5C-09A1-AEFBED7CD0DD}"/>
              </a:ext>
            </a:extLst>
          </p:cNvPr>
          <p:cNvSpPr/>
          <p:nvPr/>
        </p:nvSpPr>
        <p:spPr>
          <a:xfrm>
            <a:off x="12459283" y="296852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0D88BCB5-13EB-9E24-B521-6FAE8967ABF0}"/>
              </a:ext>
            </a:extLst>
          </p:cNvPr>
          <p:cNvSpPr/>
          <p:nvPr/>
        </p:nvSpPr>
        <p:spPr>
          <a:xfrm>
            <a:off x="12463210" y="446090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D3959A9-4FB9-DD84-EDCC-271927B34C31}"/>
              </a:ext>
            </a:extLst>
          </p:cNvPr>
          <p:cNvSpPr/>
          <p:nvPr/>
        </p:nvSpPr>
        <p:spPr>
          <a:xfrm>
            <a:off x="13044483" y="446096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DD6705D5-0E3C-DB5F-AD8F-6F85EE8B8F2D}"/>
              </a:ext>
            </a:extLst>
          </p:cNvPr>
          <p:cNvSpPr/>
          <p:nvPr/>
        </p:nvSpPr>
        <p:spPr>
          <a:xfrm>
            <a:off x="12399029" y="605667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9C6EDFC-007C-48E1-1D2E-DD9FD222C5A9}"/>
              </a:ext>
            </a:extLst>
          </p:cNvPr>
          <p:cNvSpPr/>
          <p:nvPr/>
        </p:nvSpPr>
        <p:spPr>
          <a:xfrm>
            <a:off x="12467740" y="742446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71B696-B335-4795-09EF-9D40E9522B89}"/>
              </a:ext>
            </a:extLst>
          </p:cNvPr>
          <p:cNvSpPr/>
          <p:nvPr/>
        </p:nvSpPr>
        <p:spPr>
          <a:xfrm>
            <a:off x="12485673" y="891261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59" name="Freeform 31">
            <a:extLst>
              <a:ext uri="{FF2B5EF4-FFF2-40B4-BE49-F238E27FC236}">
                <a16:creationId xmlns:a16="http://schemas.microsoft.com/office/drawing/2014/main" id="{78DC0C50-7844-FB8C-C313-7B2D2E6EBDD4}"/>
              </a:ext>
            </a:extLst>
          </p:cNvPr>
          <p:cNvSpPr/>
          <p:nvPr/>
        </p:nvSpPr>
        <p:spPr>
          <a:xfrm>
            <a:off x="15258438" y="2366668"/>
            <a:ext cx="259476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636F4AE0-2459-1754-B0DA-3A8CD263D305}"/>
              </a:ext>
            </a:extLst>
          </p:cNvPr>
          <p:cNvSpPr/>
          <p:nvPr/>
        </p:nvSpPr>
        <p:spPr>
          <a:xfrm>
            <a:off x="15336953" y="295955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E426C1D6-ABBF-781B-E673-1AA581729874}"/>
              </a:ext>
            </a:extLst>
          </p:cNvPr>
          <p:cNvSpPr/>
          <p:nvPr/>
        </p:nvSpPr>
        <p:spPr>
          <a:xfrm>
            <a:off x="522853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B8DF136F-534F-C3DC-A05A-228802E3A83A}"/>
              </a:ext>
            </a:extLst>
          </p:cNvPr>
          <p:cNvSpPr/>
          <p:nvPr/>
        </p:nvSpPr>
        <p:spPr>
          <a:xfrm>
            <a:off x="522852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CB6F3336-C1C0-009C-3767-2CBA650FF8E0}"/>
              </a:ext>
            </a:extLst>
          </p:cNvPr>
          <p:cNvSpPr/>
          <p:nvPr/>
        </p:nvSpPr>
        <p:spPr>
          <a:xfrm>
            <a:off x="5085889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0E5BFC9F-F1BB-7543-B2F0-E202E2FE3D0F}"/>
              </a:ext>
            </a:extLst>
          </p:cNvPr>
          <p:cNvSpPr/>
          <p:nvPr/>
        </p:nvSpPr>
        <p:spPr>
          <a:xfrm>
            <a:off x="5085888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799C9370-FB9E-FC95-F71D-711AD0EE9198}"/>
              </a:ext>
            </a:extLst>
          </p:cNvPr>
          <p:cNvSpPr/>
          <p:nvPr/>
        </p:nvSpPr>
        <p:spPr>
          <a:xfrm>
            <a:off x="14092518" y="8674847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0F92BF1-F942-53BA-41F5-ADF2AE6C8079}"/>
              </a:ext>
            </a:extLst>
          </p:cNvPr>
          <p:cNvSpPr/>
          <p:nvPr/>
        </p:nvSpPr>
        <p:spPr>
          <a:xfrm>
            <a:off x="14092517" y="9400721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8C6B9E6-8330-2806-73C5-AC62F1A03A63}"/>
              </a:ext>
            </a:extLst>
          </p:cNvPr>
          <p:cNvSpPr/>
          <p:nvPr/>
        </p:nvSpPr>
        <p:spPr>
          <a:xfrm>
            <a:off x="5085888" y="2711337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C79F0596-5BD0-53D0-63BF-4C385B484C56}"/>
              </a:ext>
            </a:extLst>
          </p:cNvPr>
          <p:cNvSpPr/>
          <p:nvPr/>
        </p:nvSpPr>
        <p:spPr>
          <a:xfrm>
            <a:off x="14092516" y="2711338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FA7DC7C-B2EC-B04D-0D30-A8014B7214FF}"/>
              </a:ext>
            </a:extLst>
          </p:cNvPr>
          <p:cNvSpPr/>
          <p:nvPr/>
        </p:nvSpPr>
        <p:spPr>
          <a:xfrm>
            <a:off x="9546461" y="2711338"/>
            <a:ext cx="3685445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B4823396-11EB-8A67-EAC0-FAD4F3F55357}"/>
              </a:ext>
            </a:extLst>
          </p:cNvPr>
          <p:cNvSpPr/>
          <p:nvPr/>
        </p:nvSpPr>
        <p:spPr>
          <a:xfrm>
            <a:off x="9546461" y="3757304"/>
            <a:ext cx="3685445" cy="73307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A8F46658-57E9-5E0E-B96F-4E8EBF32B146}"/>
              </a:ext>
            </a:extLst>
          </p:cNvPr>
          <p:cNvSpPr/>
          <p:nvPr/>
        </p:nvSpPr>
        <p:spPr>
          <a:xfrm>
            <a:off x="14092516" y="3751747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72B3EDB2-A8E5-E1FC-4252-E77A3F72D377}"/>
              </a:ext>
            </a:extLst>
          </p:cNvPr>
          <p:cNvSpPr/>
          <p:nvPr/>
        </p:nvSpPr>
        <p:spPr>
          <a:xfrm>
            <a:off x="9586895" y="8679239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91192611-BA9D-523A-3CEF-BEA014974B63}"/>
              </a:ext>
            </a:extLst>
          </p:cNvPr>
          <p:cNvSpPr/>
          <p:nvPr/>
        </p:nvSpPr>
        <p:spPr>
          <a:xfrm>
            <a:off x="9586894" y="9405113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7B70-AE9D-4DA4-C14C-46D37D0A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C0C42AB2-C176-31FA-88C3-421FE22BE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B1835322-F0DC-54A1-E669-97757870A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010460B4-9FB5-34A4-E33B-D70A1A22E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2C2AB23-BC47-A599-05E9-20E6A5DA51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88AABC7-CAA7-07AA-F392-7798120DFC94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F5ED1E-84C0-6DA3-4FE3-12040D91C9B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0B9C7D-930F-7870-9ED8-9A95BF5887B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75BFC4-B217-B4B3-0856-1F4A7849CDFB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C04C8C9B-AB6C-CAA6-5053-9F20E75721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90ED1CEC-7B66-57E6-2D89-7538BD93F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6095106-1CF2-3D63-FDF0-E3864BDBF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F50477B7-1342-83DF-13F7-4DF1968F0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A979D9E6-17F7-CF78-6700-8DBA7F1C4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E7357E8A-39FD-2772-B2F7-702EAB227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96989A78-2C58-5A2C-C853-55D7D83AFB6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E099CE1F-0DE9-AAD7-B601-54E1D690844A}"/>
              </a:ext>
            </a:extLst>
          </p:cNvPr>
          <p:cNvSpPr/>
          <p:nvPr/>
        </p:nvSpPr>
        <p:spPr>
          <a:xfrm>
            <a:off x="9218539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7F59A78-2D32-FCA6-80BC-202495652B9C}"/>
              </a:ext>
            </a:extLst>
          </p:cNvPr>
          <p:cNvSpPr/>
          <p:nvPr/>
        </p:nvSpPr>
        <p:spPr>
          <a:xfrm>
            <a:off x="4684118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CC4576CB-59B5-9069-FEC5-0244FB0237A4}"/>
              </a:ext>
            </a:extLst>
          </p:cNvPr>
          <p:cNvSpPr/>
          <p:nvPr/>
        </p:nvSpPr>
        <p:spPr>
          <a:xfrm>
            <a:off x="151141" y="7684211"/>
            <a:ext cx="4380029" cy="245708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7472D0D-AAFA-E90E-5846-DFC847C7AEDF}"/>
              </a:ext>
            </a:extLst>
          </p:cNvPr>
          <p:cNvSpPr/>
          <p:nvPr/>
        </p:nvSpPr>
        <p:spPr>
          <a:xfrm>
            <a:off x="13754680" y="8144408"/>
            <a:ext cx="4380029" cy="2000036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19B73A20-6118-610C-FB6D-B07545ADD593}"/>
              </a:ext>
            </a:extLst>
          </p:cNvPr>
          <p:cNvSpPr/>
          <p:nvPr/>
        </p:nvSpPr>
        <p:spPr>
          <a:xfrm>
            <a:off x="434620" y="7899352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E3990268-88DB-444B-D063-79DA2124E5AF}"/>
              </a:ext>
            </a:extLst>
          </p:cNvPr>
          <p:cNvSpPr/>
          <p:nvPr/>
        </p:nvSpPr>
        <p:spPr>
          <a:xfrm>
            <a:off x="434620" y="8624199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  <a:endParaRPr lang="fr-FR" dirty="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60C6782-0B8C-8257-1C81-7E9B56595EAF}"/>
              </a:ext>
            </a:extLst>
          </p:cNvPr>
          <p:cNvSpPr/>
          <p:nvPr/>
        </p:nvSpPr>
        <p:spPr>
          <a:xfrm>
            <a:off x="434620" y="9349046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90DE724-607C-4A2D-25F2-D0F2F39B8DF0}"/>
              </a:ext>
            </a:extLst>
          </p:cNvPr>
          <p:cNvSpPr/>
          <p:nvPr/>
        </p:nvSpPr>
        <p:spPr>
          <a:xfrm>
            <a:off x="4957842" y="861652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D1B5D2D-0565-9A3C-3F76-62C1B17BEBBE}"/>
              </a:ext>
            </a:extLst>
          </p:cNvPr>
          <p:cNvSpPr/>
          <p:nvPr/>
        </p:nvSpPr>
        <p:spPr>
          <a:xfrm>
            <a:off x="9492262" y="8642053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7FE3248-A241-248B-AF75-70EE923B017F}"/>
              </a:ext>
            </a:extLst>
          </p:cNvPr>
          <p:cNvSpPr/>
          <p:nvPr/>
        </p:nvSpPr>
        <p:spPr>
          <a:xfrm>
            <a:off x="14027918" y="8871378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4738D2CB-81B4-048D-E9D1-67CD36334525}"/>
              </a:ext>
            </a:extLst>
          </p:cNvPr>
          <p:cNvSpPr/>
          <p:nvPr/>
        </p:nvSpPr>
        <p:spPr>
          <a:xfrm>
            <a:off x="4957842" y="9375049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3E6FE1A-25CF-00D1-52AA-E7E38AD54D08}"/>
              </a:ext>
            </a:extLst>
          </p:cNvPr>
          <p:cNvSpPr/>
          <p:nvPr/>
        </p:nvSpPr>
        <p:spPr>
          <a:xfrm>
            <a:off x="14027918" y="9530511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E57026E7-CA30-0BFA-E2BB-085E1E1DF5D5}"/>
              </a:ext>
            </a:extLst>
          </p:cNvPr>
          <p:cNvSpPr/>
          <p:nvPr/>
        </p:nvSpPr>
        <p:spPr>
          <a:xfrm>
            <a:off x="14027917" y="2729005"/>
            <a:ext cx="3832579" cy="7292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66346EEF-58AD-AD74-F552-8C0D2595A6CC}"/>
              </a:ext>
            </a:extLst>
          </p:cNvPr>
          <p:cNvSpPr/>
          <p:nvPr/>
        </p:nvSpPr>
        <p:spPr>
          <a:xfrm>
            <a:off x="14021078" y="3571522"/>
            <a:ext cx="3832578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1BE9494B-49D9-DCCA-0928-D0CA6C351123}"/>
              </a:ext>
            </a:extLst>
          </p:cNvPr>
          <p:cNvSpPr/>
          <p:nvPr/>
        </p:nvSpPr>
        <p:spPr>
          <a:xfrm>
            <a:off x="14027918" y="4408218"/>
            <a:ext cx="383257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FF26F1D-1198-046C-AADB-B614A482425B}"/>
              </a:ext>
            </a:extLst>
          </p:cNvPr>
          <p:cNvSpPr/>
          <p:nvPr/>
        </p:nvSpPr>
        <p:spPr>
          <a:xfrm>
            <a:off x="14021078" y="5041234"/>
            <a:ext cx="3832578" cy="57741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échantillonnée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2E44D94D-AC13-38E6-0502-F258BAE2A090}"/>
              </a:ext>
            </a:extLst>
          </p:cNvPr>
          <p:cNvSpPr/>
          <p:nvPr/>
        </p:nvSpPr>
        <p:spPr>
          <a:xfrm>
            <a:off x="14027917" y="6355068"/>
            <a:ext cx="382573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812AB8FB-1505-BF5E-269A-78D567110C77}"/>
              </a:ext>
            </a:extLst>
          </p:cNvPr>
          <p:cNvSpPr/>
          <p:nvPr/>
        </p:nvSpPr>
        <p:spPr>
          <a:xfrm>
            <a:off x="14038260" y="7006774"/>
            <a:ext cx="3815119" cy="10220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D629006A-8877-7517-A2F8-BF6B5CAFEE52}"/>
              </a:ext>
            </a:extLst>
          </p:cNvPr>
          <p:cNvSpPr/>
          <p:nvPr/>
        </p:nvSpPr>
        <p:spPr>
          <a:xfrm>
            <a:off x="14021078" y="5717425"/>
            <a:ext cx="383941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embarqués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04D840DC-B2EC-E8AB-1765-A12670AE4C06}"/>
              </a:ext>
            </a:extLst>
          </p:cNvPr>
          <p:cNvSpPr/>
          <p:nvPr/>
        </p:nvSpPr>
        <p:spPr>
          <a:xfrm>
            <a:off x="434344" y="3461168"/>
            <a:ext cx="383285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B936F13C-0665-2C0E-4855-1D5132BA4E6F}"/>
              </a:ext>
            </a:extLst>
          </p:cNvPr>
          <p:cNvSpPr/>
          <p:nvPr/>
        </p:nvSpPr>
        <p:spPr>
          <a:xfrm>
            <a:off x="427503" y="2767212"/>
            <a:ext cx="38396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E7FE3853-8A7F-22BE-F1F7-7ED7E4D29D2A}"/>
              </a:ext>
            </a:extLst>
          </p:cNvPr>
          <p:cNvSpPr/>
          <p:nvPr/>
        </p:nvSpPr>
        <p:spPr>
          <a:xfrm>
            <a:off x="427503" y="4213947"/>
            <a:ext cx="3832854" cy="6705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9053D61A-AA19-D8DA-F561-42D2CDD5786C}"/>
              </a:ext>
            </a:extLst>
          </p:cNvPr>
          <p:cNvSpPr/>
          <p:nvPr/>
        </p:nvSpPr>
        <p:spPr>
          <a:xfrm>
            <a:off x="4957841" y="2748372"/>
            <a:ext cx="3832579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DC2E0E7C-E717-37B3-BCC1-CEFC98698DB4}"/>
              </a:ext>
            </a:extLst>
          </p:cNvPr>
          <p:cNvSpPr/>
          <p:nvPr/>
        </p:nvSpPr>
        <p:spPr>
          <a:xfrm>
            <a:off x="9492263" y="276824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F714EEA-823B-FC61-96DA-D0DD07AA1C8B}"/>
              </a:ext>
            </a:extLst>
          </p:cNvPr>
          <p:cNvSpPr/>
          <p:nvPr/>
        </p:nvSpPr>
        <p:spPr>
          <a:xfrm>
            <a:off x="9487245" y="9376157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D9959A0-1250-1585-B9CD-8E971B3A8A64}"/>
              </a:ext>
            </a:extLst>
          </p:cNvPr>
          <p:cNvSpPr/>
          <p:nvPr/>
        </p:nvSpPr>
        <p:spPr>
          <a:xfrm>
            <a:off x="14037947" y="8226058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</p:spTree>
    <p:extLst>
      <p:ext uri="{BB962C8B-B14F-4D97-AF65-F5344CB8AC3E}">
        <p14:creationId xmlns:p14="http://schemas.microsoft.com/office/powerpoint/2010/main" val="273713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BC16-AFC2-2C7B-748F-2BD6C3C2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64C29AEA-CAAA-7173-AB3D-A209E9D62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6AB286F-38A5-5954-7D8C-C753DC2EB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53E73733-9410-B548-7BEC-44800F3D1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96C572C-8281-3854-9B72-EAC30F824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738397D8-99CF-870B-B4B6-9AD1B1A9C8D8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C7287F-9A50-B231-4FE8-C79B5EDDD866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3AC98C-4DBA-D4B0-B2CD-1E17A395CE40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A25CD4-49ED-36DA-AA0B-A8A207698B20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FC0AF06C-9CA6-05A5-F676-98AEBE910D4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3327FA26-2A65-371A-9320-0E1FE370B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EEF420E-9632-6C58-4C71-6B4E999B6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9E2C8E72-C76C-D1F8-B561-D5A69FB1FD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13F408F6-CD91-74B7-8169-E83539B09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C1A650F7-2EC7-66D6-35C4-365F030C4A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F929E37C-D109-0E6B-B124-549F7F41E47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9A56E0B7-CD10-941E-0C4E-A6E89779FE12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4A36C64-94D0-1CF3-1670-3A3DEDD2D662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E95B2C3B-EABC-D5C3-8D50-1C12246DF190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0AD10C11-B890-E929-39A7-AD637D755642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FC6414FD-B267-E1EB-AB1F-02E435A361B3}"/>
              </a:ext>
            </a:extLst>
          </p:cNvPr>
          <p:cNvSpPr/>
          <p:nvPr/>
        </p:nvSpPr>
        <p:spPr>
          <a:xfrm>
            <a:off x="461340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3F4C9D94-8CA6-B9A3-9876-36D3833E5A79}"/>
              </a:ext>
            </a:extLst>
          </p:cNvPr>
          <p:cNvSpPr/>
          <p:nvPr/>
        </p:nvSpPr>
        <p:spPr>
          <a:xfrm>
            <a:off x="4980166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40C85DB-2441-032D-BC51-32A1698DABCC}"/>
              </a:ext>
            </a:extLst>
          </p:cNvPr>
          <p:cNvSpPr/>
          <p:nvPr/>
        </p:nvSpPr>
        <p:spPr>
          <a:xfrm>
            <a:off x="9514587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D1C05080-EE3B-7922-1C5D-8F58D479D93E}"/>
              </a:ext>
            </a:extLst>
          </p:cNvPr>
          <p:cNvSpPr/>
          <p:nvPr/>
        </p:nvSpPr>
        <p:spPr>
          <a:xfrm>
            <a:off x="14050242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FF307274-92DD-9E25-A421-8A7E0895A8D0}"/>
              </a:ext>
            </a:extLst>
          </p:cNvPr>
          <p:cNvSpPr/>
          <p:nvPr/>
        </p:nvSpPr>
        <p:spPr>
          <a:xfrm>
            <a:off x="461340" y="2759132"/>
            <a:ext cx="3787930" cy="5802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6783C65D-81B3-E69A-9D57-5EDA03011A2E}"/>
              </a:ext>
            </a:extLst>
          </p:cNvPr>
          <p:cNvSpPr/>
          <p:nvPr/>
        </p:nvSpPr>
        <p:spPr>
          <a:xfrm>
            <a:off x="461340" y="3621079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7AAC916B-BBB5-89DC-528F-2D2913A719C5}"/>
              </a:ext>
            </a:extLst>
          </p:cNvPr>
          <p:cNvSpPr/>
          <p:nvPr/>
        </p:nvSpPr>
        <p:spPr>
          <a:xfrm>
            <a:off x="4980165" y="2759132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EA3DFCB0-8C63-482F-F04B-94AECA002307}"/>
              </a:ext>
            </a:extLst>
          </p:cNvPr>
          <p:cNvSpPr/>
          <p:nvPr/>
        </p:nvSpPr>
        <p:spPr>
          <a:xfrm>
            <a:off x="9514586" y="2780449"/>
            <a:ext cx="3787931" cy="71047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C1C54029-6BC9-03BF-40B7-EA0A7A32C15C}"/>
              </a:ext>
            </a:extLst>
          </p:cNvPr>
          <p:cNvSpPr/>
          <p:nvPr/>
        </p:nvSpPr>
        <p:spPr>
          <a:xfrm>
            <a:off x="9514586" y="3746869"/>
            <a:ext cx="3787931" cy="7276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F51A44EF-FB2D-C220-BBC6-DB554A87A885}"/>
              </a:ext>
            </a:extLst>
          </p:cNvPr>
          <p:cNvSpPr/>
          <p:nvPr/>
        </p:nvSpPr>
        <p:spPr>
          <a:xfrm>
            <a:off x="14050241" y="2816042"/>
            <a:ext cx="3787931" cy="6748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fonctionnels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C40937CC-826D-E668-6316-0C673E612A9E}"/>
              </a:ext>
            </a:extLst>
          </p:cNvPr>
          <p:cNvSpPr/>
          <p:nvPr/>
        </p:nvSpPr>
        <p:spPr>
          <a:xfrm>
            <a:off x="14066107" y="3749469"/>
            <a:ext cx="3777979" cy="67488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Systèmes multiphysiques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F57ED40-0E23-1619-0E5A-3D85FA79F6A5}"/>
              </a:ext>
            </a:extLst>
          </p:cNvPr>
          <p:cNvSpPr/>
          <p:nvPr/>
        </p:nvSpPr>
        <p:spPr>
          <a:xfrm>
            <a:off x="447141" y="9321244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FA2CBB34-CFCF-35F3-E871-61684D22F2EC}"/>
              </a:ext>
            </a:extLst>
          </p:cNvPr>
          <p:cNvSpPr/>
          <p:nvPr/>
        </p:nvSpPr>
        <p:spPr>
          <a:xfrm>
            <a:off x="4976544" y="9321243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BA9F73F4-EB70-F570-BAC7-39E541FE162B}"/>
              </a:ext>
            </a:extLst>
          </p:cNvPr>
          <p:cNvSpPr/>
          <p:nvPr/>
        </p:nvSpPr>
        <p:spPr>
          <a:xfrm>
            <a:off x="9513048" y="9321244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2E581BEB-16B8-FC5D-CB69-5127B581D563}"/>
              </a:ext>
            </a:extLst>
          </p:cNvPr>
          <p:cNvSpPr/>
          <p:nvPr/>
        </p:nvSpPr>
        <p:spPr>
          <a:xfrm>
            <a:off x="14049550" y="9321243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</p:spTree>
    <p:extLst>
      <p:ext uri="{BB962C8B-B14F-4D97-AF65-F5344CB8AC3E}">
        <p14:creationId xmlns:p14="http://schemas.microsoft.com/office/powerpoint/2010/main" val="282802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customXml/itemProps2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8644BC-CAAE-407B-BDD2-43DA4FF23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932de8-014e-4395-a210-acace869bdb6"/>
    <ds:schemaRef ds:uri="64984f8b-2057-4450-93f2-8aa5e6a062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1253</Words>
  <Application>Microsoft Office PowerPoint</Application>
  <PresentationFormat>Personnalisé</PresentationFormat>
  <Paragraphs>648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344</cp:revision>
  <dcterms:created xsi:type="dcterms:W3CDTF">2006-08-16T00:00:00Z</dcterms:created>
  <dcterms:modified xsi:type="dcterms:W3CDTF">2025-10-15T17:08:38Z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