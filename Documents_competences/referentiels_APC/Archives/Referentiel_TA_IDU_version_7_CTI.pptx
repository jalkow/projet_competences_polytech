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8" r:id="rId5"/>
    <p:sldMasterId id="2147483686" r:id="rId6"/>
    <p:sldMasterId id="2147483688" r:id="rId7"/>
    <p:sldMasterId id="2147483719" r:id="rId8"/>
  </p:sldMasterIdLst>
  <p:notesMasterIdLst>
    <p:notesMasterId r:id="rId17"/>
  </p:notesMasterIdLst>
  <p:sldIdLst>
    <p:sldId id="256" r:id="rId9"/>
    <p:sldId id="257" r:id="rId10"/>
    <p:sldId id="258" r:id="rId11"/>
    <p:sldId id="259" r:id="rId12"/>
    <p:sldId id="260" r:id="rId13"/>
    <p:sldId id="261" r:id="rId14"/>
    <p:sldId id="262" r:id="rId15"/>
    <p:sldId id="263" r:id="rId16"/>
  </p:sldIdLst>
  <p:sldSz cx="6854825" cy="8880475"/>
  <p:notesSz cx="7559675" cy="10691813"/>
  <p:defaultTextStyle>
    <a:defPPr>
      <a:defRPr lang="fr-FR"/>
    </a:defPPr>
    <a:lvl1pPr marL="0" algn="l" defTabSz="642183" rtl="0" eaLnBrk="1" latinLnBrk="0" hangingPunct="1">
      <a:defRPr sz="1264" kern="1200">
        <a:solidFill>
          <a:schemeClr val="tx1"/>
        </a:solidFill>
        <a:latin typeface="+mn-lt"/>
        <a:ea typeface="+mn-ea"/>
        <a:cs typeface="+mn-cs"/>
      </a:defRPr>
    </a:lvl1pPr>
    <a:lvl2pPr marL="321092" algn="l" defTabSz="642183" rtl="0" eaLnBrk="1" latinLnBrk="0" hangingPunct="1">
      <a:defRPr sz="1264" kern="1200">
        <a:solidFill>
          <a:schemeClr val="tx1"/>
        </a:solidFill>
        <a:latin typeface="+mn-lt"/>
        <a:ea typeface="+mn-ea"/>
        <a:cs typeface="+mn-cs"/>
      </a:defRPr>
    </a:lvl2pPr>
    <a:lvl3pPr marL="642183" algn="l" defTabSz="642183" rtl="0" eaLnBrk="1" latinLnBrk="0" hangingPunct="1">
      <a:defRPr sz="1264" kern="1200">
        <a:solidFill>
          <a:schemeClr val="tx1"/>
        </a:solidFill>
        <a:latin typeface="+mn-lt"/>
        <a:ea typeface="+mn-ea"/>
        <a:cs typeface="+mn-cs"/>
      </a:defRPr>
    </a:lvl3pPr>
    <a:lvl4pPr marL="963275" algn="l" defTabSz="642183" rtl="0" eaLnBrk="1" latinLnBrk="0" hangingPunct="1">
      <a:defRPr sz="1264" kern="1200">
        <a:solidFill>
          <a:schemeClr val="tx1"/>
        </a:solidFill>
        <a:latin typeface="+mn-lt"/>
        <a:ea typeface="+mn-ea"/>
        <a:cs typeface="+mn-cs"/>
      </a:defRPr>
    </a:lvl4pPr>
    <a:lvl5pPr marL="1284366" algn="l" defTabSz="642183" rtl="0" eaLnBrk="1" latinLnBrk="0" hangingPunct="1">
      <a:defRPr sz="1264" kern="1200">
        <a:solidFill>
          <a:schemeClr val="tx1"/>
        </a:solidFill>
        <a:latin typeface="+mn-lt"/>
        <a:ea typeface="+mn-ea"/>
        <a:cs typeface="+mn-cs"/>
      </a:defRPr>
    </a:lvl5pPr>
    <a:lvl6pPr marL="1605458" algn="l" defTabSz="642183" rtl="0" eaLnBrk="1" latinLnBrk="0" hangingPunct="1">
      <a:defRPr sz="1264" kern="1200">
        <a:solidFill>
          <a:schemeClr val="tx1"/>
        </a:solidFill>
        <a:latin typeface="+mn-lt"/>
        <a:ea typeface="+mn-ea"/>
        <a:cs typeface="+mn-cs"/>
      </a:defRPr>
    </a:lvl6pPr>
    <a:lvl7pPr marL="1926549" algn="l" defTabSz="642183" rtl="0" eaLnBrk="1" latinLnBrk="0" hangingPunct="1">
      <a:defRPr sz="1264" kern="1200">
        <a:solidFill>
          <a:schemeClr val="tx1"/>
        </a:solidFill>
        <a:latin typeface="+mn-lt"/>
        <a:ea typeface="+mn-ea"/>
        <a:cs typeface="+mn-cs"/>
      </a:defRPr>
    </a:lvl7pPr>
    <a:lvl8pPr marL="2247641" algn="l" defTabSz="642183" rtl="0" eaLnBrk="1" latinLnBrk="0" hangingPunct="1">
      <a:defRPr sz="1264" kern="1200">
        <a:solidFill>
          <a:schemeClr val="tx1"/>
        </a:solidFill>
        <a:latin typeface="+mn-lt"/>
        <a:ea typeface="+mn-ea"/>
        <a:cs typeface="+mn-cs"/>
      </a:defRPr>
    </a:lvl8pPr>
    <a:lvl9pPr marL="2568732" algn="l" defTabSz="642183" rtl="0" eaLnBrk="1" latinLnBrk="0" hangingPunct="1">
      <a:defRPr sz="126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3C94C8-403E-26B2-6E04-A07D50DD19A9}" v="5" dt="2025-09-02T13:08:15.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p:cViewPr>
        <p:scale>
          <a:sx n="207" d="100"/>
          <a:sy n="207" d="100"/>
        </p:scale>
        <p:origin x="376" y="-6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23"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Skerrett" userId="S::marc.skerrett@univ-smb.fr::5838212c-6006-4602-b097-e4ba2e4953e8" providerId="AD" clId="Web-{A53C94C8-403E-26B2-6E04-A07D50DD19A9}"/>
    <pc:docChg chg="modSld">
      <pc:chgData name="Marc Skerrett" userId="S::marc.skerrett@univ-smb.fr::5838212c-6006-4602-b097-e4ba2e4953e8" providerId="AD" clId="Web-{A53C94C8-403E-26B2-6E04-A07D50DD19A9}" dt="2025-09-02T13:08:15.373" v="3" actId="20577"/>
      <pc:docMkLst>
        <pc:docMk/>
      </pc:docMkLst>
      <pc:sldChg chg="modSp">
        <pc:chgData name="Marc Skerrett" userId="S::marc.skerrett@univ-smb.fr::5838212c-6006-4602-b097-e4ba2e4953e8" providerId="AD" clId="Web-{A53C94C8-403E-26B2-6E04-A07D50DD19A9}" dt="2025-09-02T13:08:15.373" v="3" actId="20577"/>
        <pc:sldMkLst>
          <pc:docMk/>
          <pc:sldMk cId="0" sldId="260"/>
        </pc:sldMkLst>
        <pc:spChg chg="mod">
          <ac:chgData name="Marc Skerrett" userId="S::marc.skerrett@univ-smb.fr::5838212c-6006-4602-b097-e4ba2e4953e8" providerId="AD" clId="Web-{A53C94C8-403E-26B2-6E04-A07D50DD19A9}" dt="2025-09-02T13:08:15.373" v="3" actId="20577"/>
          <ac:spMkLst>
            <pc:docMk/>
            <pc:sldMk cId="0" sldId="260"/>
            <ac:spMk id="433" creationId="{00000000-0000-0000-0000-000000000000}"/>
          </ac:spMkLst>
        </pc:spChg>
      </pc:sldChg>
    </pc:docChg>
  </pc:docChgLst>
  <pc:docChgLst>
    <pc:chgData name="Marc Skerrett" userId="S::marc.skerrett@univ-smb.fr::5838212c-6006-4602-b097-e4ba2e4953e8" providerId="AD" clId="Web-{93E37751-7884-C811-A707-22201C7C869A}"/>
    <pc:docChg chg="modSld">
      <pc:chgData name="Marc Skerrett" userId="S::marc.skerrett@univ-smb.fr::5838212c-6006-4602-b097-e4ba2e4953e8" providerId="AD" clId="Web-{93E37751-7884-C811-A707-22201C7C869A}" dt="2025-08-12T14:23:39.902" v="1" actId="14100"/>
      <pc:docMkLst>
        <pc:docMk/>
      </pc:docMkLst>
      <pc:sldChg chg="modSp">
        <pc:chgData name="Marc Skerrett" userId="S::marc.skerrett@univ-smb.fr::5838212c-6006-4602-b097-e4ba2e4953e8" providerId="AD" clId="Web-{93E37751-7884-C811-A707-22201C7C869A}" dt="2025-08-12T14:23:39.902" v="1" actId="14100"/>
        <pc:sldMkLst>
          <pc:docMk/>
          <pc:sldMk cId="0" sldId="260"/>
        </pc:sldMkLst>
        <pc:spChg chg="mod">
          <ac:chgData name="Marc Skerrett" userId="S::marc.skerrett@univ-smb.fr::5838212c-6006-4602-b097-e4ba2e4953e8" providerId="AD" clId="Web-{93E37751-7884-C811-A707-22201C7C869A}" dt="2025-08-12T14:23:12.385" v="0" actId="14100"/>
          <ac:spMkLst>
            <pc:docMk/>
            <pc:sldMk cId="0" sldId="260"/>
            <ac:spMk id="444" creationId="{00000000-0000-0000-0000-000000000000}"/>
          </ac:spMkLst>
        </pc:spChg>
        <pc:spChg chg="mod">
          <ac:chgData name="Marc Skerrett" userId="S::marc.skerrett@univ-smb.fr::5838212c-6006-4602-b097-e4ba2e4953e8" providerId="AD" clId="Web-{93E37751-7884-C811-A707-22201C7C869A}" dt="2025-08-12T14:23:39.902" v="1" actId="14100"/>
          <ac:spMkLst>
            <pc:docMk/>
            <pc:sldMk cId="0" sldId="260"/>
            <ac:spMk id="44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s-ES_tradnl"/>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0309382D-E7A7-4D42-BA21-F33FB062C14C}" type="datetimeFigureOut">
              <a:rPr lang="es-ES_tradnl" smtClean="0"/>
              <a:t>02/09/2025</a:t>
            </a:fld>
            <a:endParaRPr lang="es-ES_tradnl"/>
          </a:p>
        </p:txBody>
      </p:sp>
      <p:sp>
        <p:nvSpPr>
          <p:cNvPr id="4" name="Espace réservé de l'image des diapositives 3"/>
          <p:cNvSpPr>
            <a:spLocks noGrp="1" noRot="1" noChangeAspect="1"/>
          </p:cNvSpPr>
          <p:nvPr>
            <p:ph type="sldImg" idx="2"/>
          </p:nvPr>
        </p:nvSpPr>
        <p:spPr>
          <a:xfrm>
            <a:off x="2387600" y="1336675"/>
            <a:ext cx="2784475" cy="3608388"/>
          </a:xfrm>
          <a:prstGeom prst="rect">
            <a:avLst/>
          </a:prstGeom>
          <a:noFill/>
          <a:ln w="12700">
            <a:solidFill>
              <a:prstClr val="black"/>
            </a:solidFill>
          </a:ln>
        </p:spPr>
        <p:txBody>
          <a:bodyPr vert="horz" lIns="91440" tIns="45720" rIns="91440" bIns="45720" rtlCol="0" anchor="ctr"/>
          <a:lstStyle/>
          <a:p>
            <a:endParaRPr lang="es-ES_tradnl"/>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_tradnl"/>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s-ES_tradnl"/>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9D924C1-0057-C542-AC93-CC1ECE5DFBE2}" type="slidenum">
              <a:rPr lang="es-ES_tradnl" smtClean="0"/>
              <a:t>‹N°›</a:t>
            </a:fld>
            <a:endParaRPr lang="es-ES_tradnl"/>
          </a:p>
        </p:txBody>
      </p:sp>
    </p:spTree>
    <p:extLst>
      <p:ext uri="{BB962C8B-B14F-4D97-AF65-F5344CB8AC3E}">
        <p14:creationId xmlns:p14="http://schemas.microsoft.com/office/powerpoint/2010/main" val="66260183"/>
      </p:ext>
    </p:extLst>
  </p:cSld>
  <p:clrMap bg1="lt1" tx1="dk1" bg2="lt2" tx2="dk2" accent1="accent1" accent2="accent2" accent3="accent3" accent4="accent4" accent5="accent5" accent6="accent6" hlink="hlink" folHlink="folHlink"/>
  <p:notesStyle>
    <a:lvl1pPr marL="0" algn="l" defTabSz="642183" rtl="0" eaLnBrk="1" latinLnBrk="0" hangingPunct="1">
      <a:defRPr sz="843" kern="1200">
        <a:solidFill>
          <a:schemeClr val="tx1"/>
        </a:solidFill>
        <a:latin typeface="+mn-lt"/>
        <a:ea typeface="+mn-ea"/>
        <a:cs typeface="+mn-cs"/>
      </a:defRPr>
    </a:lvl1pPr>
    <a:lvl2pPr marL="321092" algn="l" defTabSz="642183" rtl="0" eaLnBrk="1" latinLnBrk="0" hangingPunct="1">
      <a:defRPr sz="843" kern="1200">
        <a:solidFill>
          <a:schemeClr val="tx1"/>
        </a:solidFill>
        <a:latin typeface="+mn-lt"/>
        <a:ea typeface="+mn-ea"/>
        <a:cs typeface="+mn-cs"/>
      </a:defRPr>
    </a:lvl2pPr>
    <a:lvl3pPr marL="642183" algn="l" defTabSz="642183" rtl="0" eaLnBrk="1" latinLnBrk="0" hangingPunct="1">
      <a:defRPr sz="843" kern="1200">
        <a:solidFill>
          <a:schemeClr val="tx1"/>
        </a:solidFill>
        <a:latin typeface="+mn-lt"/>
        <a:ea typeface="+mn-ea"/>
        <a:cs typeface="+mn-cs"/>
      </a:defRPr>
    </a:lvl3pPr>
    <a:lvl4pPr marL="963275" algn="l" defTabSz="642183" rtl="0" eaLnBrk="1" latinLnBrk="0" hangingPunct="1">
      <a:defRPr sz="843" kern="1200">
        <a:solidFill>
          <a:schemeClr val="tx1"/>
        </a:solidFill>
        <a:latin typeface="+mn-lt"/>
        <a:ea typeface="+mn-ea"/>
        <a:cs typeface="+mn-cs"/>
      </a:defRPr>
    </a:lvl4pPr>
    <a:lvl5pPr marL="1284366" algn="l" defTabSz="642183" rtl="0" eaLnBrk="1" latinLnBrk="0" hangingPunct="1">
      <a:defRPr sz="843" kern="1200">
        <a:solidFill>
          <a:schemeClr val="tx1"/>
        </a:solidFill>
        <a:latin typeface="+mn-lt"/>
        <a:ea typeface="+mn-ea"/>
        <a:cs typeface="+mn-cs"/>
      </a:defRPr>
    </a:lvl5pPr>
    <a:lvl6pPr marL="1605458" algn="l" defTabSz="642183" rtl="0" eaLnBrk="1" latinLnBrk="0" hangingPunct="1">
      <a:defRPr sz="843" kern="1200">
        <a:solidFill>
          <a:schemeClr val="tx1"/>
        </a:solidFill>
        <a:latin typeface="+mn-lt"/>
        <a:ea typeface="+mn-ea"/>
        <a:cs typeface="+mn-cs"/>
      </a:defRPr>
    </a:lvl6pPr>
    <a:lvl7pPr marL="1926549" algn="l" defTabSz="642183" rtl="0" eaLnBrk="1" latinLnBrk="0" hangingPunct="1">
      <a:defRPr sz="843" kern="1200">
        <a:solidFill>
          <a:schemeClr val="tx1"/>
        </a:solidFill>
        <a:latin typeface="+mn-lt"/>
        <a:ea typeface="+mn-ea"/>
        <a:cs typeface="+mn-cs"/>
      </a:defRPr>
    </a:lvl7pPr>
    <a:lvl8pPr marL="2247641" algn="l" defTabSz="642183" rtl="0" eaLnBrk="1" latinLnBrk="0" hangingPunct="1">
      <a:defRPr sz="843" kern="1200">
        <a:solidFill>
          <a:schemeClr val="tx1"/>
        </a:solidFill>
        <a:latin typeface="+mn-lt"/>
        <a:ea typeface="+mn-ea"/>
        <a:cs typeface="+mn-cs"/>
      </a:defRPr>
    </a:lvl8pPr>
    <a:lvl9pPr marL="2568732" algn="l" defTabSz="642183" rtl="0" eaLnBrk="1" latinLnBrk="0" hangingPunct="1">
      <a:defRPr sz="84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itle Content and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lvl1pPr indent="0" algn="ctr">
              <a:buNone/>
              <a:defRPr/>
            </a:lvl1pPr>
          </a:lstStyle>
          <a:p>
            <a:pPr indent="0" algn="ctr">
              <a:buNone/>
            </a:pPr>
            <a:endParaRPr lang="fr-FR" sz="4400" b="0" strike="noStrike" spc="-1">
              <a:solidFill>
                <a:srgbClr val="000000"/>
              </a:solidFill>
              <a:latin typeface="Arial"/>
            </a:endParaRPr>
          </a:p>
        </p:txBody>
      </p:sp>
      <p:sp>
        <p:nvSpPr>
          <p:cNvPr id="10" name="PlaceHolder 2"/>
          <p:cNvSpPr>
            <a:spLocks noGrp="1"/>
          </p:cNvSpPr>
          <p:nvPr>
            <p:ph/>
          </p:nvPr>
        </p:nvSpPr>
        <p:spPr>
          <a:xfrm>
            <a:off x="342741"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11" name="PlaceHolder 3"/>
          <p:cNvSpPr>
            <a:spLocks noGrp="1"/>
          </p:cNvSpPr>
          <p:nvPr>
            <p:ph/>
          </p:nvPr>
        </p:nvSpPr>
        <p:spPr>
          <a:xfrm>
            <a:off x="363367"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1F271950-D7B6-475F-A238-C26CF2973FA9}" type="slidenum">
              <a:t>‹N°›</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Blank Slide">
    <p:spTree>
      <p:nvGrpSpPr>
        <p:cNvPr id="1" name=""/>
        <p:cNvGrpSpPr/>
        <p:nvPr/>
      </p:nvGrpSpPr>
      <p:grpSpPr>
        <a:xfrm>
          <a:off x="0" y="0"/>
          <a:ext cx="0" cy="0"/>
          <a:chOff x="0" y="0"/>
          <a:chExt cx="0" cy="0"/>
        </a:xfrm>
      </p:grpSpPr>
      <p:sp>
        <p:nvSpPr>
          <p:cNvPr id="63"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lvl1pPr indent="0" algn="ctr">
              <a:buNone/>
              <a:defRPr/>
            </a:lvl1pPr>
          </a:lstStyle>
          <a:p>
            <a:pPr indent="0" algn="ctr">
              <a:buNone/>
            </a:pPr>
            <a:endParaRPr lang="fr-FR" sz="4400" b="0" strike="noStrike" spc="-1">
              <a:solidFill>
                <a:srgbClr val="000000"/>
              </a:solidFill>
              <a:latin typeface="Arial"/>
            </a:endParaRPr>
          </a:p>
        </p:txBody>
      </p:sp>
      <p:sp>
        <p:nvSpPr>
          <p:cNvPr id="64" name="PlaceHolder 2"/>
          <p:cNvSpPr>
            <a:spLocks noGrp="1"/>
          </p:cNvSpPr>
          <p:nvPr>
            <p:ph/>
          </p:nvPr>
        </p:nvSpPr>
        <p:spPr>
          <a:xfrm>
            <a:off x="342741"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65" name="PlaceHolder 3"/>
          <p:cNvSpPr>
            <a:spLocks noGrp="1"/>
          </p:cNvSpPr>
          <p:nvPr>
            <p:ph/>
          </p:nvPr>
        </p:nvSpPr>
        <p:spPr>
          <a:xfrm>
            <a:off x="363367"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F1828586-FBE3-4833-A638-0563A8D30C23}" type="slidenum">
              <a:t>‹N°›</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lstStyle/>
          <a:p>
            <a:r>
              <a:t>Footer</a:t>
            </a:r>
          </a:p>
        </p:txBody>
      </p:sp>
      <p:sp>
        <p:nvSpPr>
          <p:cNvPr id="3" name="PlaceHolder 2"/>
          <p:cNvSpPr>
            <a:spLocks noGrp="1"/>
          </p:cNvSpPr>
          <p:nvPr>
            <p:ph type="sldNum" idx="17"/>
          </p:nvPr>
        </p:nvSpPr>
        <p:spPr/>
        <p:txBody>
          <a:bodyPr/>
          <a:lstStyle/>
          <a:p>
            <a:fld id="{6E1727F7-3925-43B3-BBF7-5049E0364213}" type="slidenum">
              <a:t>‹N°›</a:t>
            </a:fld>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lank Slide">
    <p:spTree>
      <p:nvGrpSpPr>
        <p:cNvPr id="1" name=""/>
        <p:cNvGrpSpPr/>
        <p:nvPr/>
      </p:nvGrpSpPr>
      <p:grpSpPr>
        <a:xfrm>
          <a:off x="0" y="0"/>
          <a:ext cx="0" cy="0"/>
          <a:chOff x="0" y="0"/>
          <a:chExt cx="0" cy="0"/>
        </a:xfrm>
      </p:grpSpPr>
      <p:sp>
        <p:nvSpPr>
          <p:cNvPr id="66"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lvl1pPr indent="0" algn="ctr">
              <a:buNone/>
              <a:defRPr/>
            </a:lvl1pPr>
          </a:lstStyle>
          <a:p>
            <a:pPr indent="0" algn="ctr">
              <a:buNone/>
            </a:pPr>
            <a:endParaRPr lang="fr-FR" sz="4400" b="0" strike="noStrike" spc="-1">
              <a:solidFill>
                <a:srgbClr val="000000"/>
              </a:solidFill>
              <a:latin typeface="Arial"/>
            </a:endParaRPr>
          </a:p>
        </p:txBody>
      </p:sp>
      <p:sp>
        <p:nvSpPr>
          <p:cNvPr id="67" name="PlaceHolder 2"/>
          <p:cNvSpPr>
            <a:spLocks noGrp="1"/>
          </p:cNvSpPr>
          <p:nvPr>
            <p:ph type="subTitle"/>
          </p:nvPr>
        </p:nvSpPr>
        <p:spPr>
          <a:xfrm>
            <a:off x="342741" y="-1460767"/>
            <a:ext cx="40096" cy="12225221"/>
          </a:xfrm>
          <a:prstGeom prst="rect">
            <a:avLst/>
          </a:prstGeom>
          <a:noFill/>
          <a:ln w="0">
            <a:noFill/>
          </a:ln>
        </p:spPr>
        <p:txBody>
          <a:bodyPr lIns="0" tIns="0" rIns="0" bIns="0" anchor="ctr">
            <a:noAutofit/>
          </a:bodyPr>
          <a:lstStyle>
            <a:lvl1pPr indent="0" algn="ctr">
              <a:buNone/>
              <a:defRPr/>
            </a:lvl1pPr>
          </a:lstStyle>
          <a:p>
            <a:pPr indent="0" algn="ctr">
              <a:buNone/>
            </a:pPr>
            <a:endParaRPr lang="fr-FR" sz="3200" b="0" strike="noStrike" spc="-1">
              <a:solidFill>
                <a:srgbClr val="000000"/>
              </a:solidFill>
              <a:latin typeface="Arial"/>
            </a:endParaRPr>
          </a:p>
        </p:txBody>
      </p:sp>
      <p:sp>
        <p:nvSpPr>
          <p:cNvPr id="4" name="PlaceHolder 3"/>
          <p:cNvSpPr>
            <a:spLocks noGrp="1"/>
          </p:cNvSpPr>
          <p:nvPr>
            <p:ph type="ftr" idx="16"/>
          </p:nvPr>
        </p:nvSpPr>
        <p:spPr/>
        <p:txBody>
          <a:bodyPr/>
          <a:lstStyle/>
          <a:p>
            <a:r>
              <a:t>Footer</a:t>
            </a:r>
          </a:p>
        </p:txBody>
      </p:sp>
      <p:sp>
        <p:nvSpPr>
          <p:cNvPr id="5" name="PlaceHolder 4"/>
          <p:cNvSpPr>
            <a:spLocks noGrp="1"/>
          </p:cNvSpPr>
          <p:nvPr>
            <p:ph type="sldNum" idx="17"/>
          </p:nvPr>
        </p:nvSpPr>
        <p:spPr/>
        <p:txBody>
          <a:bodyPr/>
          <a:lstStyle/>
          <a:p>
            <a:fld id="{2BB94B16-E85D-4299-9E43-B38C8E4FDF5A}" type="slidenum">
              <a:t>‹N°›</a:t>
            </a:fld>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Standard 6">
    <p:spTree>
      <p:nvGrpSpPr>
        <p:cNvPr id="1" name=""/>
        <p:cNvGrpSpPr/>
        <p:nvPr/>
      </p:nvGrpSpPr>
      <p:grpSpPr>
        <a:xfrm>
          <a:off x="0" y="0"/>
          <a:ext cx="0" cy="0"/>
          <a:chOff x="0" y="0"/>
          <a:chExt cx="0" cy="0"/>
        </a:xfrm>
      </p:grpSpPr>
      <p:sp>
        <p:nvSpPr>
          <p:cNvPr id="202"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lvl1pPr indent="0" algn="ctr">
              <a:buNone/>
              <a:defRPr/>
            </a:lvl1pPr>
          </a:lstStyle>
          <a:p>
            <a:pPr indent="0" algn="ctr">
              <a:buNone/>
            </a:pPr>
            <a:endParaRPr lang="fr-FR" sz="4400" b="0" strike="noStrike" spc="-1">
              <a:solidFill>
                <a:srgbClr val="000000"/>
              </a:solidFill>
              <a:latin typeface="Arial"/>
            </a:endParaRPr>
          </a:p>
        </p:txBody>
      </p:sp>
      <p:sp>
        <p:nvSpPr>
          <p:cNvPr id="203" name="PlaceHolder 2"/>
          <p:cNvSpPr>
            <a:spLocks noGrp="1"/>
          </p:cNvSpPr>
          <p:nvPr>
            <p:ph/>
          </p:nvPr>
        </p:nvSpPr>
        <p:spPr>
          <a:xfrm>
            <a:off x="342741"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204" name="PlaceHolder 3"/>
          <p:cNvSpPr>
            <a:spLocks noGrp="1"/>
          </p:cNvSpPr>
          <p:nvPr>
            <p:ph/>
          </p:nvPr>
        </p:nvSpPr>
        <p:spPr>
          <a:xfrm>
            <a:off x="363367"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55"/>
          </p:nvPr>
        </p:nvSpPr>
        <p:spPr/>
        <p:txBody>
          <a:bodyPr/>
          <a:lstStyle/>
          <a:p>
            <a:r>
              <a:t>Footer</a:t>
            </a:r>
          </a:p>
        </p:txBody>
      </p:sp>
      <p:sp>
        <p:nvSpPr>
          <p:cNvPr id="6" name="PlaceHolder 5"/>
          <p:cNvSpPr>
            <a:spLocks noGrp="1"/>
          </p:cNvSpPr>
          <p:nvPr>
            <p:ph type="sldNum" idx="56"/>
          </p:nvPr>
        </p:nvSpPr>
        <p:spPr/>
        <p:txBody>
          <a:bodyPr/>
          <a:lstStyle/>
          <a:p>
            <a:fld id="{CAC0C86F-8512-4B2E-9789-4DAAB3DA7FFB}" type="slidenum">
              <a:t>‹N°›</a:t>
            </a:fld>
            <a:endParaRPr/>
          </a:p>
        </p:txBody>
      </p:sp>
      <p:sp>
        <p:nvSpPr>
          <p:cNvPr id="7" name="PlaceHolder 6"/>
          <p:cNvSpPr>
            <a:spLocks noGrp="1"/>
          </p:cNvSpPr>
          <p:nvPr>
            <p:ph type="dt" idx="57"/>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Standard 7">
    <p:spTree>
      <p:nvGrpSpPr>
        <p:cNvPr id="1" name=""/>
        <p:cNvGrpSpPr/>
        <p:nvPr/>
      </p:nvGrpSpPr>
      <p:grpSpPr>
        <a:xfrm>
          <a:off x="0" y="0"/>
          <a:ext cx="0" cy="0"/>
          <a:chOff x="0" y="0"/>
          <a:chExt cx="0" cy="0"/>
        </a:xfrm>
      </p:grpSpPr>
      <p:sp>
        <p:nvSpPr>
          <p:cNvPr id="212"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lvl1pPr indent="0" algn="ctr">
              <a:buNone/>
              <a:defRPr/>
            </a:lvl1pPr>
          </a:lstStyle>
          <a:p>
            <a:pPr indent="0" algn="ctr">
              <a:buNone/>
            </a:pPr>
            <a:endParaRPr lang="fr-FR" sz="4400" b="0" strike="noStrike" spc="-1">
              <a:solidFill>
                <a:srgbClr val="000000"/>
              </a:solidFill>
              <a:latin typeface="Arial"/>
            </a:endParaRPr>
          </a:p>
        </p:txBody>
      </p:sp>
      <p:sp>
        <p:nvSpPr>
          <p:cNvPr id="213" name="PlaceHolder 2"/>
          <p:cNvSpPr>
            <a:spLocks noGrp="1"/>
          </p:cNvSpPr>
          <p:nvPr>
            <p:ph/>
          </p:nvPr>
        </p:nvSpPr>
        <p:spPr>
          <a:xfrm>
            <a:off x="342741"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214" name="PlaceHolder 3"/>
          <p:cNvSpPr>
            <a:spLocks noGrp="1"/>
          </p:cNvSpPr>
          <p:nvPr>
            <p:ph/>
          </p:nvPr>
        </p:nvSpPr>
        <p:spPr>
          <a:xfrm>
            <a:off x="363367"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58"/>
          </p:nvPr>
        </p:nvSpPr>
        <p:spPr/>
        <p:txBody>
          <a:bodyPr/>
          <a:lstStyle/>
          <a:p>
            <a:r>
              <a:t>Footer</a:t>
            </a:r>
          </a:p>
        </p:txBody>
      </p:sp>
      <p:sp>
        <p:nvSpPr>
          <p:cNvPr id="6" name="PlaceHolder 5"/>
          <p:cNvSpPr>
            <a:spLocks noGrp="1"/>
          </p:cNvSpPr>
          <p:nvPr>
            <p:ph type="sldNum" idx="59"/>
          </p:nvPr>
        </p:nvSpPr>
        <p:spPr/>
        <p:txBody>
          <a:bodyPr/>
          <a:lstStyle/>
          <a:p>
            <a:fld id="{CC5E17CD-7656-4351-88D9-9FC6EE61C37A}" type="slidenum">
              <a:t>‹N°›</a:t>
            </a:fld>
            <a:endParaRPr/>
          </a:p>
        </p:txBody>
      </p:sp>
      <p:sp>
        <p:nvSpPr>
          <p:cNvPr id="7" name="PlaceHolder 6"/>
          <p:cNvSpPr>
            <a:spLocks noGrp="1"/>
          </p:cNvSpPr>
          <p:nvPr>
            <p:ph type="dt" idx="60"/>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tandard 7">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lstStyle/>
          <a:p>
            <a:r>
              <a:t>Footer</a:t>
            </a:r>
          </a:p>
        </p:txBody>
      </p:sp>
      <p:sp>
        <p:nvSpPr>
          <p:cNvPr id="3" name="PlaceHolder 2"/>
          <p:cNvSpPr>
            <a:spLocks noGrp="1"/>
          </p:cNvSpPr>
          <p:nvPr>
            <p:ph type="sldNum" idx="59"/>
          </p:nvPr>
        </p:nvSpPr>
        <p:spPr/>
        <p:txBody>
          <a:bodyPr/>
          <a:lstStyle/>
          <a:p>
            <a:fld id="{32AD013F-EC85-435E-8A61-4D4A445865FD}" type="slidenum">
              <a:t>‹N°›</a:t>
            </a:fld>
            <a:endParaRPr/>
          </a:p>
        </p:txBody>
      </p:sp>
      <p:sp>
        <p:nvSpPr>
          <p:cNvPr id="4" name="PlaceHolder 3"/>
          <p:cNvSpPr>
            <a:spLocks noGrp="1"/>
          </p:cNvSpPr>
          <p:nvPr>
            <p:ph type="dt" idx="60"/>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Standard 22">
    <p:spTree>
      <p:nvGrpSpPr>
        <p:cNvPr id="1" name=""/>
        <p:cNvGrpSpPr/>
        <p:nvPr/>
      </p:nvGrpSpPr>
      <p:grpSpPr>
        <a:xfrm>
          <a:off x="0" y="0"/>
          <a:ext cx="0" cy="0"/>
          <a:chOff x="0" y="0"/>
          <a:chExt cx="0" cy="0"/>
        </a:xfrm>
      </p:grpSpPr>
      <p:sp>
        <p:nvSpPr>
          <p:cNvPr id="367"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lvl1pPr indent="0" algn="ctr">
              <a:buNone/>
              <a:defRPr/>
            </a:lvl1pPr>
          </a:lstStyle>
          <a:p>
            <a:pPr indent="0" algn="ctr">
              <a:buNone/>
            </a:pPr>
            <a:endParaRPr lang="fr-FR" sz="4400" b="0" strike="noStrike" spc="-1">
              <a:solidFill>
                <a:srgbClr val="000000"/>
              </a:solidFill>
              <a:latin typeface="Arial"/>
            </a:endParaRPr>
          </a:p>
        </p:txBody>
      </p:sp>
      <p:sp>
        <p:nvSpPr>
          <p:cNvPr id="368" name="PlaceHolder 2"/>
          <p:cNvSpPr>
            <a:spLocks noGrp="1"/>
          </p:cNvSpPr>
          <p:nvPr>
            <p:ph/>
          </p:nvPr>
        </p:nvSpPr>
        <p:spPr>
          <a:xfrm>
            <a:off x="342741"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369" name="PlaceHolder 3"/>
          <p:cNvSpPr>
            <a:spLocks noGrp="1"/>
          </p:cNvSpPr>
          <p:nvPr>
            <p:ph/>
          </p:nvPr>
        </p:nvSpPr>
        <p:spPr>
          <a:xfrm>
            <a:off x="363367" y="2077771"/>
            <a:ext cx="19470" cy="5147812"/>
          </a:xfrm>
          <a:prstGeom prst="rect">
            <a:avLst/>
          </a:prstGeom>
          <a:noFill/>
          <a:ln w="0">
            <a:noFill/>
          </a:ln>
        </p:spPr>
        <p:txBody>
          <a:bodyPr lIns="0" tIns="0" rIns="0" bIns="0" anchor="t">
            <a:normAutofit fontScale="40621"/>
          </a:bodyPr>
          <a:lstStyle>
            <a:lvl1pPr indent="0">
              <a:spcBef>
                <a:spcPts val="1417"/>
              </a:spcBef>
              <a:buNone/>
              <a:defRPr/>
            </a:lvl1pPr>
          </a:lstStyle>
          <a:p>
            <a:pPr indent="0">
              <a:spcBef>
                <a:spcPts val="1417"/>
              </a:spcBef>
              <a:buNone/>
            </a:pPr>
            <a:endParaRPr lang="fr-FR" sz="3200" b="0" strike="noStrike" spc="-1">
              <a:solidFill>
                <a:srgbClr val="000000"/>
              </a:solidFill>
              <a:latin typeface="Arial"/>
            </a:endParaRPr>
          </a:p>
        </p:txBody>
      </p:sp>
      <p:sp>
        <p:nvSpPr>
          <p:cNvPr id="5" name="PlaceHolder 4"/>
          <p:cNvSpPr>
            <a:spLocks noGrp="1"/>
          </p:cNvSpPr>
          <p:nvPr>
            <p:ph type="ftr" idx="103"/>
          </p:nvPr>
        </p:nvSpPr>
        <p:spPr/>
        <p:txBody>
          <a:bodyPr/>
          <a:lstStyle/>
          <a:p>
            <a:r>
              <a:t>Footer</a:t>
            </a:r>
          </a:p>
        </p:txBody>
      </p:sp>
      <p:sp>
        <p:nvSpPr>
          <p:cNvPr id="6" name="PlaceHolder 5"/>
          <p:cNvSpPr>
            <a:spLocks noGrp="1"/>
          </p:cNvSpPr>
          <p:nvPr>
            <p:ph type="sldNum" idx="104"/>
          </p:nvPr>
        </p:nvSpPr>
        <p:spPr/>
        <p:txBody>
          <a:bodyPr/>
          <a:lstStyle/>
          <a:p>
            <a:fld id="{6EE0176F-015F-4E3D-931A-DA3BDFC83C7F}" type="slidenum">
              <a:t>‹N°›</a:t>
            </a:fld>
            <a:endParaRPr/>
          </a:p>
        </p:txBody>
      </p:sp>
      <p:sp>
        <p:nvSpPr>
          <p:cNvPr id="7" name="PlaceHolder 6"/>
          <p:cNvSpPr>
            <a:spLocks noGrp="1"/>
          </p:cNvSpPr>
          <p:nvPr>
            <p:ph type="dt" idx="105"/>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5.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Image 7"/>
          <p:cNvPicPr/>
          <p:nvPr/>
        </p:nvPicPr>
        <p:blipFill>
          <a:blip r:embed="rId3"/>
          <a:stretch/>
        </p:blipFill>
        <p:spPr>
          <a:xfrm>
            <a:off x="5262563" y="7672105"/>
            <a:ext cx="1551974" cy="1114471"/>
          </a:xfrm>
          <a:prstGeom prst="rect">
            <a:avLst/>
          </a:prstGeom>
          <a:ln w="0">
            <a:noFill/>
          </a:ln>
        </p:spPr>
      </p:pic>
      <p:sp>
        <p:nvSpPr>
          <p:cNvPr id="10" name="Rectangle 22"/>
          <p:cNvSpPr/>
          <p:nvPr/>
        </p:nvSpPr>
        <p:spPr>
          <a:xfrm>
            <a:off x="15229" y="0"/>
            <a:ext cx="6838054" cy="2920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2"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3" name="PlaceHolder 2"/>
          <p:cNvSpPr>
            <a:spLocks noGrp="1"/>
          </p:cNvSpPr>
          <p:nvPr>
            <p:ph type="body"/>
          </p:nvPr>
        </p:nvSpPr>
        <p:spPr>
          <a:xfrm>
            <a:off x="342741" y="2077771"/>
            <a:ext cx="40096" cy="5147812"/>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4" name="PlaceHolder 3"/>
          <p:cNvSpPr>
            <a:spLocks noGrp="1"/>
          </p:cNvSpPr>
          <p:nvPr>
            <p:ph type="body"/>
          </p:nvPr>
        </p:nvSpPr>
        <p:spPr>
          <a:xfrm>
            <a:off x="385343" y="2077772"/>
            <a:ext cx="40096" cy="2455033"/>
          </a:xfrm>
          <a:prstGeom prst="rect">
            <a:avLst/>
          </a:prstGeom>
          <a:noFill/>
          <a:ln w="0">
            <a:noFill/>
          </a:ln>
        </p:spPr>
        <p:txBody>
          <a:bodyPr lIns="0" tIns="0" rIns="0" bIns="0" anchor="t">
            <a:normAutofit fontScale="3124" lnSpcReduction="1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5" name="PlaceHolder 4"/>
          <p:cNvSpPr>
            <a:spLocks noGrp="1"/>
          </p:cNvSpPr>
          <p:nvPr>
            <p:ph type="body"/>
          </p:nvPr>
        </p:nvSpPr>
        <p:spPr>
          <a:xfrm>
            <a:off x="385343" y="4766887"/>
            <a:ext cx="40096" cy="2455033"/>
          </a:xfrm>
          <a:prstGeom prst="rect">
            <a:avLst/>
          </a:prstGeom>
          <a:noFill/>
          <a:ln w="0">
            <a:noFill/>
          </a:ln>
        </p:spPr>
        <p:txBody>
          <a:bodyPr lIns="0" tIns="0" rIns="0" bIns="0" anchor="t">
            <a:normAutofit fontScale="3124" lnSpcReduction="1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6" name="PlaceHolder 5"/>
          <p:cNvSpPr>
            <a:spLocks noGrp="1"/>
          </p:cNvSpPr>
          <p:nvPr>
            <p:ph type="ftr" idx="1"/>
          </p:nvPr>
        </p:nvSpPr>
        <p:spPr>
          <a:xfrm>
            <a:off x="2270613" y="8230839"/>
            <a:ext cx="2311865" cy="469829"/>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r>
              <a:rPr lang="fr-FR"/>
              <a:t>&lt;pied de page&gt;</a:t>
            </a:r>
          </a:p>
        </p:txBody>
      </p:sp>
      <p:sp>
        <p:nvSpPr>
          <p:cNvPr id="7" name="PlaceHolder 6"/>
          <p:cNvSpPr>
            <a:spLocks noGrp="1"/>
          </p:cNvSpPr>
          <p:nvPr>
            <p:ph type="sldNum" idx="2"/>
          </p:nvPr>
        </p:nvSpPr>
        <p:spPr>
          <a:xfrm>
            <a:off x="4841172" y="8230839"/>
            <a:ext cx="1540601" cy="469829"/>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fld id="{C786B848-94B4-4CEC-95CE-4DF21F21285F}" type="slidenum">
              <a:rPr lang="fr-FR" smtClean="0"/>
              <a:pPr/>
              <a:t>‹N°›</a:t>
            </a:fld>
            <a:endParaRPr lang="fr-FR">
              <a:solidFill>
                <a:srgbClr val="000000"/>
              </a:solidFill>
              <a:latin typeface="Times New Roman"/>
            </a:endParaRPr>
          </a:p>
        </p:txBody>
      </p:sp>
      <p:sp>
        <p:nvSpPr>
          <p:cNvPr id="8" name="PlaceHolder 7"/>
          <p:cNvSpPr>
            <a:spLocks noGrp="1"/>
          </p:cNvSpPr>
          <p:nvPr>
            <p:ph type="dt" idx="3"/>
          </p:nvPr>
        </p:nvSpPr>
        <p:spPr>
          <a:xfrm>
            <a:off x="471317" y="8230839"/>
            <a:ext cx="1540601" cy="469829"/>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r>
              <a:rPr lang="fr-FR"/>
              <a:t>&lt;date/heure&gt;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indent="0"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6" name="Image 7"/>
          <p:cNvPicPr/>
          <p:nvPr/>
        </p:nvPicPr>
        <p:blipFill>
          <a:blip r:embed="rId5"/>
          <a:stretch/>
        </p:blipFill>
        <p:spPr>
          <a:xfrm>
            <a:off x="5262563" y="7672105"/>
            <a:ext cx="1551974" cy="1114471"/>
          </a:xfrm>
          <a:prstGeom prst="rect">
            <a:avLst/>
          </a:prstGeom>
          <a:ln w="0">
            <a:noFill/>
          </a:ln>
        </p:spPr>
      </p:pic>
      <p:sp>
        <p:nvSpPr>
          <p:cNvPr id="57" name="Rectangle 22"/>
          <p:cNvSpPr/>
          <p:nvPr/>
        </p:nvSpPr>
        <p:spPr>
          <a:xfrm>
            <a:off x="15229" y="0"/>
            <a:ext cx="6838054" cy="2920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58" name="PlaceHolder 1"/>
          <p:cNvSpPr>
            <a:spLocks noGrp="1"/>
          </p:cNvSpPr>
          <p:nvPr>
            <p:ph type="ftr" idx="16"/>
          </p:nvPr>
        </p:nvSpPr>
        <p:spPr>
          <a:xfrm>
            <a:off x="2270613" y="8230839"/>
            <a:ext cx="2311865" cy="469829"/>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r>
              <a:rPr lang="fr-FR"/>
              <a:t>&lt;pied de page&gt;</a:t>
            </a:r>
          </a:p>
        </p:txBody>
      </p:sp>
      <p:sp>
        <p:nvSpPr>
          <p:cNvPr id="59" name="PlaceHolder 2"/>
          <p:cNvSpPr>
            <a:spLocks noGrp="1"/>
          </p:cNvSpPr>
          <p:nvPr>
            <p:ph type="sldNum" idx="17"/>
          </p:nvPr>
        </p:nvSpPr>
        <p:spPr>
          <a:xfrm>
            <a:off x="4841172" y="8230839"/>
            <a:ext cx="1540601" cy="469829"/>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fld id="{D87E373E-4B12-44BF-8FBB-95F5917907E8}" type="slidenum">
              <a:rPr lang="fr-FR" smtClean="0"/>
              <a:pPr/>
              <a:t>‹N°›</a:t>
            </a:fld>
            <a:endParaRPr lang="fr-FR">
              <a:solidFill>
                <a:srgbClr val="000000"/>
              </a:solidFill>
              <a:latin typeface="Times New Roman"/>
            </a:endParaRPr>
          </a:p>
        </p:txBody>
      </p:sp>
      <p:sp>
        <p:nvSpPr>
          <p:cNvPr id="60" name="PlaceHolder 3"/>
          <p:cNvSpPr>
            <a:spLocks noGrp="1"/>
          </p:cNvSpPr>
          <p:nvPr>
            <p:ph type="dt" idx="18"/>
          </p:nvPr>
        </p:nvSpPr>
        <p:spPr>
          <a:xfrm>
            <a:off x="471317" y="8230839"/>
            <a:ext cx="1540601" cy="469829"/>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r>
              <a:rPr lang="fr-FR"/>
              <a:t>&lt;date/heure&gt;</a:t>
            </a:r>
          </a:p>
        </p:txBody>
      </p:sp>
      <p:sp>
        <p:nvSpPr>
          <p:cNvPr id="61" name="PlaceHolder 4"/>
          <p:cNvSpPr>
            <a:spLocks noGrp="1"/>
          </p:cNvSpPr>
          <p:nvPr>
            <p:ph type="title"/>
          </p:nvPr>
        </p:nvSpPr>
        <p:spPr>
          <a:xfrm>
            <a:off x="342741" y="354287"/>
            <a:ext cx="6169150" cy="1482410"/>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62" name="PlaceHolder 5"/>
          <p:cNvSpPr>
            <a:spLocks noGrp="1"/>
          </p:cNvSpPr>
          <p:nvPr>
            <p:ph type="body"/>
          </p:nvPr>
        </p:nvSpPr>
        <p:spPr>
          <a:xfrm>
            <a:off x="342741" y="2077771"/>
            <a:ext cx="6169150" cy="5150143"/>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xStyles>
    <p:titleStyle>
      <a:lvl1pPr indent="0"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4" name="Image 7"/>
          <p:cNvPicPr/>
          <p:nvPr/>
        </p:nvPicPr>
        <p:blipFill>
          <a:blip r:embed="rId3"/>
          <a:stretch/>
        </p:blipFill>
        <p:spPr>
          <a:xfrm>
            <a:off x="5262563" y="7672105"/>
            <a:ext cx="1551974" cy="1114471"/>
          </a:xfrm>
          <a:prstGeom prst="rect">
            <a:avLst/>
          </a:prstGeom>
          <a:ln w="0">
            <a:noFill/>
          </a:ln>
        </p:spPr>
      </p:pic>
      <p:sp>
        <p:nvSpPr>
          <p:cNvPr id="195" name="Rectangle 22"/>
          <p:cNvSpPr/>
          <p:nvPr/>
        </p:nvSpPr>
        <p:spPr>
          <a:xfrm>
            <a:off x="15229" y="0"/>
            <a:ext cx="6838054" cy="2920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196"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197" name="PlaceHolder 2"/>
          <p:cNvSpPr>
            <a:spLocks noGrp="1"/>
          </p:cNvSpPr>
          <p:nvPr>
            <p:ph type="body"/>
          </p:nvPr>
        </p:nvSpPr>
        <p:spPr>
          <a:xfrm>
            <a:off x="342741" y="2077771"/>
            <a:ext cx="40096" cy="5147812"/>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198" name="PlaceHolder 3"/>
          <p:cNvSpPr>
            <a:spLocks noGrp="1"/>
          </p:cNvSpPr>
          <p:nvPr>
            <p:ph type="body"/>
          </p:nvPr>
        </p:nvSpPr>
        <p:spPr>
          <a:xfrm>
            <a:off x="385343" y="2077771"/>
            <a:ext cx="40096" cy="5147812"/>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199" name="PlaceHolder 4"/>
          <p:cNvSpPr>
            <a:spLocks noGrp="1"/>
          </p:cNvSpPr>
          <p:nvPr>
            <p:ph type="ftr" idx="55"/>
          </p:nvPr>
        </p:nvSpPr>
        <p:spPr>
          <a:xfrm>
            <a:off x="2270613" y="8230839"/>
            <a:ext cx="2311865" cy="469829"/>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r>
              <a:rPr lang="fr-FR"/>
              <a:t>&lt;pied de page&gt;</a:t>
            </a:r>
          </a:p>
        </p:txBody>
      </p:sp>
      <p:sp>
        <p:nvSpPr>
          <p:cNvPr id="200" name="PlaceHolder 5"/>
          <p:cNvSpPr>
            <a:spLocks noGrp="1"/>
          </p:cNvSpPr>
          <p:nvPr>
            <p:ph type="sldNum" idx="56"/>
          </p:nvPr>
        </p:nvSpPr>
        <p:spPr>
          <a:xfrm>
            <a:off x="4841172" y="8230839"/>
            <a:ext cx="1540601" cy="469829"/>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fld id="{EED6E6A4-07D9-4516-9FE5-FAFAF6E2A8EB}" type="slidenum">
              <a:rPr lang="fr-FR" smtClean="0"/>
              <a:pPr/>
              <a:t>‹N°›</a:t>
            </a:fld>
            <a:endParaRPr lang="fr-FR">
              <a:solidFill>
                <a:srgbClr val="000000"/>
              </a:solidFill>
              <a:latin typeface="Times New Roman"/>
            </a:endParaRPr>
          </a:p>
        </p:txBody>
      </p:sp>
      <p:sp>
        <p:nvSpPr>
          <p:cNvPr id="201" name="PlaceHolder 6"/>
          <p:cNvSpPr>
            <a:spLocks noGrp="1"/>
          </p:cNvSpPr>
          <p:nvPr>
            <p:ph type="dt" idx="57"/>
          </p:nvPr>
        </p:nvSpPr>
        <p:spPr>
          <a:xfrm>
            <a:off x="471317" y="8230839"/>
            <a:ext cx="1540601" cy="469829"/>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r>
              <a:rPr lang="fr-FR"/>
              <a:t>&lt;date/heure&gt;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indent="0"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5" name="Image 7"/>
          <p:cNvPicPr/>
          <p:nvPr/>
        </p:nvPicPr>
        <p:blipFill>
          <a:blip r:embed="rId4"/>
          <a:stretch/>
        </p:blipFill>
        <p:spPr>
          <a:xfrm>
            <a:off x="5262563" y="7672105"/>
            <a:ext cx="1551974" cy="1114471"/>
          </a:xfrm>
          <a:prstGeom prst="rect">
            <a:avLst/>
          </a:prstGeom>
          <a:ln w="0">
            <a:noFill/>
          </a:ln>
        </p:spPr>
      </p:pic>
      <p:sp>
        <p:nvSpPr>
          <p:cNvPr id="206" name="Rectangle 22"/>
          <p:cNvSpPr/>
          <p:nvPr/>
        </p:nvSpPr>
        <p:spPr>
          <a:xfrm>
            <a:off x="15229" y="0"/>
            <a:ext cx="6838054" cy="2920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207" name="PlaceHolder 1"/>
          <p:cNvSpPr>
            <a:spLocks noGrp="1"/>
          </p:cNvSpPr>
          <p:nvPr>
            <p:ph type="ftr" idx="58"/>
          </p:nvPr>
        </p:nvSpPr>
        <p:spPr>
          <a:xfrm>
            <a:off x="2270613" y="8230839"/>
            <a:ext cx="2311865" cy="469829"/>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r>
              <a:rPr lang="fr-FR"/>
              <a:t>&lt;pied de page&gt;</a:t>
            </a:r>
          </a:p>
        </p:txBody>
      </p:sp>
      <p:sp>
        <p:nvSpPr>
          <p:cNvPr id="208" name="PlaceHolder 2"/>
          <p:cNvSpPr>
            <a:spLocks noGrp="1"/>
          </p:cNvSpPr>
          <p:nvPr>
            <p:ph type="sldNum" idx="59"/>
          </p:nvPr>
        </p:nvSpPr>
        <p:spPr>
          <a:xfrm>
            <a:off x="4841172" y="8230839"/>
            <a:ext cx="1540601" cy="469829"/>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fld id="{C3BCB483-4F30-4E53-B74A-1D24D710850E}" type="slidenum">
              <a:rPr lang="fr-FR" smtClean="0"/>
              <a:pPr/>
              <a:t>‹N°›</a:t>
            </a:fld>
            <a:endParaRPr lang="fr-FR">
              <a:solidFill>
                <a:srgbClr val="000000"/>
              </a:solidFill>
              <a:latin typeface="Times New Roman"/>
            </a:endParaRPr>
          </a:p>
        </p:txBody>
      </p:sp>
      <p:sp>
        <p:nvSpPr>
          <p:cNvPr id="209" name="PlaceHolder 3"/>
          <p:cNvSpPr>
            <a:spLocks noGrp="1"/>
          </p:cNvSpPr>
          <p:nvPr>
            <p:ph type="dt" idx="60"/>
          </p:nvPr>
        </p:nvSpPr>
        <p:spPr>
          <a:xfrm>
            <a:off x="471317" y="8230839"/>
            <a:ext cx="1540601" cy="469829"/>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r>
              <a:rPr lang="fr-FR"/>
              <a:t>&lt;date/heure&gt;</a:t>
            </a:r>
          </a:p>
        </p:txBody>
      </p:sp>
      <p:sp>
        <p:nvSpPr>
          <p:cNvPr id="210" name="PlaceHolder 4"/>
          <p:cNvSpPr>
            <a:spLocks noGrp="1"/>
          </p:cNvSpPr>
          <p:nvPr>
            <p:ph type="title"/>
          </p:nvPr>
        </p:nvSpPr>
        <p:spPr>
          <a:xfrm>
            <a:off x="342741" y="354287"/>
            <a:ext cx="6169150" cy="1482410"/>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211" name="PlaceHolder 5"/>
          <p:cNvSpPr>
            <a:spLocks noGrp="1"/>
          </p:cNvSpPr>
          <p:nvPr>
            <p:ph type="body"/>
          </p:nvPr>
        </p:nvSpPr>
        <p:spPr>
          <a:xfrm>
            <a:off x="342741" y="2077771"/>
            <a:ext cx="6169150" cy="5150143"/>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Lst>
  <p:txStyles>
    <p:titleStyle>
      <a:lvl1pPr indent="0"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59" name="Image 7"/>
          <p:cNvPicPr/>
          <p:nvPr/>
        </p:nvPicPr>
        <p:blipFill>
          <a:blip r:embed="rId3"/>
          <a:stretch/>
        </p:blipFill>
        <p:spPr>
          <a:xfrm>
            <a:off x="5262563" y="7672105"/>
            <a:ext cx="1551974" cy="1114471"/>
          </a:xfrm>
          <a:prstGeom prst="rect">
            <a:avLst/>
          </a:prstGeom>
          <a:ln w="0">
            <a:noFill/>
          </a:ln>
        </p:spPr>
      </p:pic>
      <p:sp>
        <p:nvSpPr>
          <p:cNvPr id="360" name="Rectangle 22"/>
          <p:cNvSpPr/>
          <p:nvPr/>
        </p:nvSpPr>
        <p:spPr>
          <a:xfrm>
            <a:off x="15229" y="0"/>
            <a:ext cx="6838054" cy="292020"/>
          </a:xfrm>
          <a:prstGeom prst="rect">
            <a:avLst/>
          </a:prstGeom>
          <a:solidFill>
            <a:srgbClr val="00B0F0"/>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r>
              <a:rPr lang="fr-FR" sz="800" b="1" strike="noStrike" cap="all" spc="-1">
                <a:solidFill>
                  <a:srgbClr val="FFFFFF"/>
                </a:solidFill>
                <a:latin typeface="Myriad Pro"/>
                <a:ea typeface="Noto Sans CJK SC"/>
              </a:rPr>
              <a:t>		</a:t>
            </a:r>
            <a:r>
              <a:rPr lang="fr-FR" sz="800" b="1" strike="noStrike" cap="all" spc="-1">
                <a:solidFill>
                  <a:srgbClr val="FFFFFF"/>
                </a:solidFill>
                <a:latin typeface="Myriad Pro"/>
                <a:ea typeface="DejaVu Sans"/>
              </a:rPr>
              <a:t>Informatique Données usages         				Polytech Annecy-Chambéry</a:t>
            </a:r>
            <a:endParaRPr lang="fr-FR" sz="800" b="0" strike="noStrike" spc="-1">
              <a:solidFill>
                <a:srgbClr val="FFFFFF"/>
              </a:solidFill>
              <a:latin typeface="Arial"/>
            </a:endParaRPr>
          </a:p>
          <a:p>
            <a:pPr algn="ctr">
              <a:lnSpc>
                <a:spcPct val="100000"/>
              </a:lnSpc>
            </a:pPr>
            <a:endParaRPr lang="fr-FR" sz="800" b="0" strike="noStrike" spc="-1">
              <a:solidFill>
                <a:srgbClr val="FFFFFF"/>
              </a:solidFill>
              <a:latin typeface="Arial"/>
            </a:endParaRPr>
          </a:p>
        </p:txBody>
      </p:sp>
      <p:sp>
        <p:nvSpPr>
          <p:cNvPr id="361" name="PlaceHolder 1"/>
          <p:cNvSpPr>
            <a:spLocks noGrp="1"/>
          </p:cNvSpPr>
          <p:nvPr>
            <p:ph type="title"/>
          </p:nvPr>
        </p:nvSpPr>
        <p:spPr>
          <a:xfrm>
            <a:off x="342741" y="354287"/>
            <a:ext cx="6167800" cy="1480079"/>
          </a:xfrm>
          <a:prstGeom prst="rect">
            <a:avLst/>
          </a:prstGeom>
          <a:noFill/>
          <a:ln w="0">
            <a:noFill/>
          </a:ln>
        </p:spPr>
        <p:txBody>
          <a:bodyPr lIns="0" tIns="0" rIns="0" bIns="0" anchor="ctr">
            <a:noAutofit/>
          </a:bodyPr>
          <a:lstStyle/>
          <a:p>
            <a:pPr indent="0" algn="ctr">
              <a:buNone/>
            </a:pPr>
            <a:r>
              <a:rPr lang="fr-FR" sz="4400" b="0" strike="noStrike" spc="-1">
                <a:solidFill>
                  <a:srgbClr val="000000"/>
                </a:solidFill>
                <a:latin typeface="Arial"/>
              </a:rPr>
              <a:t>Cliquez pour éditer le format du texte-titre</a:t>
            </a:r>
          </a:p>
        </p:txBody>
      </p:sp>
      <p:sp>
        <p:nvSpPr>
          <p:cNvPr id="362" name="PlaceHolder 2"/>
          <p:cNvSpPr>
            <a:spLocks noGrp="1"/>
          </p:cNvSpPr>
          <p:nvPr>
            <p:ph type="body"/>
          </p:nvPr>
        </p:nvSpPr>
        <p:spPr>
          <a:xfrm>
            <a:off x="342741" y="2077771"/>
            <a:ext cx="40096" cy="5147812"/>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363" name="PlaceHolder 3"/>
          <p:cNvSpPr>
            <a:spLocks noGrp="1"/>
          </p:cNvSpPr>
          <p:nvPr>
            <p:ph type="body"/>
          </p:nvPr>
        </p:nvSpPr>
        <p:spPr>
          <a:xfrm>
            <a:off x="385343" y="2077771"/>
            <a:ext cx="40096" cy="5147812"/>
          </a:xfrm>
          <a:prstGeom prst="rect">
            <a:avLst/>
          </a:prstGeom>
          <a:noFill/>
          <a:ln w="0">
            <a:noFill/>
          </a:ln>
        </p:spPr>
        <p:txBody>
          <a:bodyPr lIns="0" tIns="0" rIns="0" bIns="0" anchor="t">
            <a:normAutofit fontScale="9374" lnSpcReduction="20000"/>
          </a:bodyPr>
          <a:lstStyle/>
          <a:p>
            <a:pPr marL="432000" indent="-324000">
              <a:spcBef>
                <a:spcPts val="1417"/>
              </a:spcBef>
              <a:buClr>
                <a:srgbClr val="000000"/>
              </a:buClr>
              <a:buSzPct val="45000"/>
              <a:buFont typeface="Wingdings" charset="2"/>
              <a:buChar char=""/>
            </a:pPr>
            <a:r>
              <a:rPr lang="fr-FR" sz="3200" b="0" strike="noStrike" spc="-1">
                <a:solidFill>
                  <a:srgbClr val="000000"/>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solidFill>
                  <a:srgbClr val="000000"/>
                </a:solidFill>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solidFill>
                  <a:srgbClr val="000000"/>
                </a:solidFill>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solidFill>
                  <a:srgbClr val="000000"/>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Septième niveau de plan</a:t>
            </a:r>
          </a:p>
        </p:txBody>
      </p:sp>
      <p:sp>
        <p:nvSpPr>
          <p:cNvPr id="364" name="PlaceHolder 4"/>
          <p:cNvSpPr>
            <a:spLocks noGrp="1"/>
          </p:cNvSpPr>
          <p:nvPr>
            <p:ph type="ftr" idx="103"/>
          </p:nvPr>
        </p:nvSpPr>
        <p:spPr>
          <a:xfrm>
            <a:off x="2270613" y="8230839"/>
            <a:ext cx="2311865" cy="469829"/>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fr-FR" sz="1400" b="0" strike="noStrike" spc="-1">
                <a:solidFill>
                  <a:srgbClr val="000000"/>
                </a:solidFill>
                <a:latin typeface="Times New Roman"/>
              </a:defRPr>
            </a:lvl1pPr>
          </a:lstStyle>
          <a:p>
            <a:r>
              <a:rPr lang="fr-FR"/>
              <a:t>&lt;pied de page&gt;</a:t>
            </a:r>
          </a:p>
        </p:txBody>
      </p:sp>
      <p:sp>
        <p:nvSpPr>
          <p:cNvPr id="365" name="PlaceHolder 5"/>
          <p:cNvSpPr>
            <a:spLocks noGrp="1"/>
          </p:cNvSpPr>
          <p:nvPr>
            <p:ph type="sldNum" idx="104"/>
          </p:nvPr>
        </p:nvSpPr>
        <p:spPr>
          <a:xfrm>
            <a:off x="4841172" y="8230839"/>
            <a:ext cx="1540601" cy="469829"/>
          </a:xfrm>
          <a:prstGeom prst="rect">
            <a:avLst/>
          </a:prstGeom>
          <a:noFill/>
          <a:ln w="0">
            <a:noFill/>
          </a:ln>
        </p:spPr>
        <p:txBody>
          <a:bodyPr lIns="90000" tIns="45000" rIns="90000" bIns="45000" anchor="ctr">
            <a:noAutofit/>
          </a:bodyPr>
          <a:lstStyle>
            <a:lvl1pPr indent="0" algn="r">
              <a:lnSpc>
                <a:spcPct val="100000"/>
              </a:lnSpc>
              <a:buNone/>
              <a:tabLst>
                <a:tab pos="0" algn="l"/>
              </a:tabLst>
              <a:defRPr lang="fr-FR" sz="900" b="0" strike="noStrike" spc="-1">
                <a:solidFill>
                  <a:srgbClr val="8B8B8B"/>
                </a:solidFill>
                <a:latin typeface="Calibri"/>
              </a:defRPr>
            </a:lvl1pPr>
          </a:lstStyle>
          <a:p>
            <a:fld id="{5FA9DF00-C747-4621-A513-DC315E894C2C}" type="slidenum">
              <a:rPr lang="fr-FR" smtClean="0"/>
              <a:pPr/>
              <a:t>‹N°›</a:t>
            </a:fld>
            <a:endParaRPr lang="fr-FR">
              <a:solidFill>
                <a:srgbClr val="000000"/>
              </a:solidFill>
              <a:latin typeface="Times New Roman"/>
            </a:endParaRPr>
          </a:p>
        </p:txBody>
      </p:sp>
      <p:sp>
        <p:nvSpPr>
          <p:cNvPr id="366" name="PlaceHolder 6"/>
          <p:cNvSpPr>
            <a:spLocks noGrp="1"/>
          </p:cNvSpPr>
          <p:nvPr>
            <p:ph type="dt" idx="105"/>
          </p:nvPr>
        </p:nvSpPr>
        <p:spPr>
          <a:xfrm>
            <a:off x="471317" y="8230839"/>
            <a:ext cx="1540601" cy="469829"/>
          </a:xfrm>
          <a:prstGeom prst="rect">
            <a:avLst/>
          </a:prstGeom>
          <a:noFill/>
          <a:ln w="0">
            <a:noFill/>
          </a:ln>
        </p:spPr>
        <p:txBody>
          <a:bodyPr lIns="90000" tIns="45000" rIns="90000" bIns="45000" anchor="ctr">
            <a:noAutofit/>
          </a:bodyPr>
          <a:lstStyle>
            <a:lvl1pPr indent="0">
              <a:buNone/>
              <a:defRPr lang="fr-FR" sz="1400" b="0" strike="noStrike" spc="-1">
                <a:solidFill>
                  <a:srgbClr val="000000"/>
                </a:solidFill>
                <a:latin typeface="Times New Roman"/>
              </a:defRPr>
            </a:lvl1pPr>
          </a:lstStyle>
          <a:p>
            <a:r>
              <a:rPr lang="fr-FR"/>
              <a:t>&lt;date/heure&gt;</a:t>
            </a:r>
          </a:p>
        </p:txBody>
      </p:sp>
    </p:spTree>
  </p:cSld>
  <p:clrMap bg1="lt1" tx1="dk1" bg2="lt2" tx2="dk2" accent1="accent1" accent2="accent2" accent3="accent3" accent4="accent4" accent5="accent5" accent6="accent6" hlink="hlink" folHlink="folHlink"/>
  <p:sldLayoutIdLst>
    <p:sldLayoutId id="2147483720" r:id="rId1"/>
  </p:sldLayoutIdLst>
  <p:txStyles>
    <p:titleStyle>
      <a:lvl1pPr indent="0"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Rectangle 4"/>
          <p:cNvSpPr/>
          <p:nvPr/>
        </p:nvSpPr>
        <p:spPr>
          <a:xfrm>
            <a:off x="620672" y="2302244"/>
            <a:ext cx="2805120" cy="191016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fr-FR" sz="1600" b="1" cap="all" spc="-1" dirty="0">
                <a:solidFill>
                  <a:schemeClr val="bg1"/>
                </a:solidFill>
                <a:latin typeface="Myriad Pro"/>
                <a:ea typeface="DejaVu Sans"/>
              </a:rPr>
              <a:t>Concevoir et mettre en œuvre des systèmes informatiques</a:t>
            </a:r>
            <a:endParaRPr lang="fr-FR" sz="1600" spc="-1" dirty="0">
              <a:solidFill>
                <a:schemeClr val="bg1"/>
              </a:solidFill>
              <a:latin typeface="Arial"/>
            </a:endParaRPr>
          </a:p>
          <a:p>
            <a:pPr algn="ctr">
              <a:spcAft>
                <a:spcPts val="601"/>
              </a:spcAft>
            </a:pPr>
            <a:endParaRPr lang="fr-FR" sz="1600" spc="-1" dirty="0">
              <a:solidFill>
                <a:srgbClr val="FFFFFF"/>
              </a:solidFill>
              <a:latin typeface="Arial"/>
            </a:endParaRPr>
          </a:p>
          <a:p>
            <a:pPr algn="ctr">
              <a:spcAft>
                <a:spcPts val="601"/>
              </a:spcAft>
            </a:pPr>
            <a:r>
              <a:rPr lang="fr-FR" sz="1600" cap="all" spc="-1" dirty="0">
                <a:solidFill>
                  <a:srgbClr val="FFFFFE"/>
                </a:solidFill>
                <a:latin typeface="Calibri"/>
                <a:ea typeface="Calibri"/>
              </a:rPr>
              <a:t>RNCP35994BC01</a:t>
            </a:r>
            <a:endParaRPr lang="fr-FR" sz="1600" spc="-1" dirty="0">
              <a:solidFill>
                <a:srgbClr val="FFFFFF"/>
              </a:solidFill>
              <a:latin typeface="Arial"/>
            </a:endParaRPr>
          </a:p>
        </p:txBody>
      </p:sp>
      <p:sp>
        <p:nvSpPr>
          <p:cNvPr id="391" name="Rectangle 1"/>
          <p:cNvSpPr/>
          <p:nvPr/>
        </p:nvSpPr>
        <p:spPr>
          <a:xfrm>
            <a:off x="3686613" y="2302244"/>
            <a:ext cx="2805120" cy="191016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spcAft>
                <a:spcPts val="601"/>
              </a:spcAft>
            </a:pPr>
            <a:r>
              <a:rPr lang="fr-FR" sz="1600" b="1" cap="all" spc="-1" dirty="0">
                <a:solidFill>
                  <a:schemeClr val="bg1"/>
                </a:solidFill>
                <a:latin typeface="Myriad Pro"/>
                <a:ea typeface="DejaVu Sans"/>
              </a:rPr>
              <a:t>Collecter et traiter des données numériques</a:t>
            </a:r>
            <a:endParaRPr lang="fr-FR" sz="1600" spc="-1" dirty="0">
              <a:solidFill>
                <a:schemeClr val="bg1"/>
              </a:solidFill>
              <a:latin typeface="Arial"/>
            </a:endParaRPr>
          </a:p>
          <a:p>
            <a:pPr algn="ctr">
              <a:spcAft>
                <a:spcPts val="601"/>
              </a:spcAft>
            </a:pPr>
            <a:r>
              <a:rPr lang="fr-FR" sz="1600" cap="all" spc="-1" dirty="0">
                <a:solidFill>
                  <a:srgbClr val="FFFFFE"/>
                </a:solidFill>
                <a:latin typeface="Calibri"/>
                <a:ea typeface="DejaVu Sans"/>
              </a:rPr>
              <a:t>RNCP35994BC02</a:t>
            </a:r>
            <a:endParaRPr lang="fr-FR" sz="1600" spc="-1" dirty="0">
              <a:solidFill>
                <a:srgbClr val="FFFFFF"/>
              </a:solidFill>
              <a:latin typeface="Arial"/>
            </a:endParaRPr>
          </a:p>
        </p:txBody>
      </p:sp>
      <p:sp>
        <p:nvSpPr>
          <p:cNvPr id="392" name="Rectangle 17"/>
          <p:cNvSpPr/>
          <p:nvPr/>
        </p:nvSpPr>
        <p:spPr>
          <a:xfrm>
            <a:off x="620672" y="4422965"/>
            <a:ext cx="2805120" cy="191016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spcAft>
                <a:spcPts val="601"/>
              </a:spcAft>
            </a:pPr>
            <a:r>
              <a:rPr lang="fr-FR" sz="1600" b="1" cap="all" spc="-1" dirty="0">
                <a:solidFill>
                  <a:schemeClr val="bg1"/>
                </a:solidFill>
                <a:latin typeface="Myriad Pro"/>
                <a:ea typeface="DejaVu Sans"/>
              </a:rPr>
              <a:t>Gérer les usages des données numériques en lien avec le client</a:t>
            </a:r>
            <a:endParaRPr lang="fr-FR" sz="1600" spc="-1" dirty="0">
              <a:solidFill>
                <a:schemeClr val="bg1"/>
              </a:solidFill>
              <a:latin typeface="Arial"/>
            </a:endParaRPr>
          </a:p>
          <a:p>
            <a:pPr algn="ctr">
              <a:spcAft>
                <a:spcPts val="601"/>
              </a:spcAft>
            </a:pPr>
            <a:r>
              <a:rPr lang="fr-FR" sz="1600" cap="all" spc="-1" dirty="0">
                <a:solidFill>
                  <a:srgbClr val="FFFFFE"/>
                </a:solidFill>
                <a:latin typeface="Calibri"/>
                <a:ea typeface="DejaVu Sans"/>
              </a:rPr>
              <a:t>RNCP35994BC03</a:t>
            </a:r>
            <a:endParaRPr lang="fr-FR" sz="1600" spc="-1" dirty="0">
              <a:solidFill>
                <a:srgbClr val="FFFFFF"/>
              </a:solidFill>
              <a:latin typeface="Arial"/>
            </a:endParaRPr>
          </a:p>
        </p:txBody>
      </p:sp>
      <p:sp>
        <p:nvSpPr>
          <p:cNvPr id="393" name="Rectangle 2"/>
          <p:cNvSpPr/>
          <p:nvPr/>
        </p:nvSpPr>
        <p:spPr>
          <a:xfrm>
            <a:off x="3686613" y="4440237"/>
            <a:ext cx="2805120" cy="191016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spcAft>
                <a:spcPts val="601"/>
              </a:spcAft>
            </a:pPr>
            <a:r>
              <a:rPr lang="fr-FR" sz="1600" b="1" cap="all" spc="-1" dirty="0">
                <a:solidFill>
                  <a:schemeClr val="bg1"/>
                </a:solidFill>
                <a:latin typeface="Myriad Pro"/>
                <a:ea typeface="DejaVu Sans"/>
              </a:rPr>
              <a:t>Gérer un projet informatique</a:t>
            </a:r>
            <a:endParaRPr lang="fr-FR" sz="1600" spc="-1" dirty="0">
              <a:solidFill>
                <a:schemeClr val="bg1"/>
              </a:solidFill>
              <a:latin typeface="Arial"/>
            </a:endParaRPr>
          </a:p>
          <a:p>
            <a:pPr algn="ctr">
              <a:spcAft>
                <a:spcPts val="601"/>
              </a:spcAft>
            </a:pPr>
            <a:r>
              <a:rPr lang="fr-FR" sz="1600" cap="all" spc="-1" dirty="0">
                <a:solidFill>
                  <a:srgbClr val="FFFFFE"/>
                </a:solidFill>
                <a:latin typeface="Calibri"/>
                <a:ea typeface="DejaVu Sans"/>
              </a:rPr>
              <a:t>RNCP35994BC05</a:t>
            </a:r>
            <a:endParaRPr lang="fr-FR" sz="1600" spc="-1" dirty="0">
              <a:solidFill>
                <a:srgbClr val="FFFFFF"/>
              </a:solidFill>
              <a:latin typeface="Arial"/>
            </a:endParaRPr>
          </a:p>
        </p:txBody>
      </p:sp>
      <p:sp>
        <p:nvSpPr>
          <p:cNvPr id="394" name="PlaceHolder 1"/>
          <p:cNvSpPr>
            <a:spLocks noGrp="1"/>
          </p:cNvSpPr>
          <p:nvPr>
            <p:ph type="title"/>
          </p:nvPr>
        </p:nvSpPr>
        <p:spPr>
          <a:xfrm>
            <a:off x="546242" y="446862"/>
            <a:ext cx="5759100" cy="1599840"/>
          </a:xfrm>
          <a:prstGeom prst="rect">
            <a:avLst/>
          </a:prstGeom>
          <a:noFill/>
          <a:ln w="0">
            <a:noFill/>
          </a:ln>
        </p:spPr>
        <p:txBody>
          <a:bodyPr lIns="0" tIns="0" rIns="0" bIns="0" anchor="ctr">
            <a:noAutofit/>
          </a:bodyPr>
          <a:lstStyle/>
          <a:p>
            <a:pPr>
              <a:lnSpc>
                <a:spcPct val="100000"/>
              </a:lnSpc>
              <a:tabLst>
                <a:tab pos="0" algn="l"/>
              </a:tabLst>
            </a:pPr>
            <a:r>
              <a:rPr lang="fr-FR" sz="2520" spc="-1" dirty="0">
                <a:solidFill>
                  <a:srgbClr val="000000"/>
                </a:solidFill>
                <a:latin typeface="Calibri"/>
              </a:rPr>
              <a:t>VUE D’ENSEMBLE DES COMPÉTENCES</a:t>
            </a:r>
            <a:br>
              <a:rPr lang="fr-FR" sz="2520" spc="-1" dirty="0">
                <a:solidFill>
                  <a:srgbClr val="000000"/>
                </a:solidFill>
                <a:latin typeface="Calibri"/>
              </a:rPr>
            </a:br>
            <a:r>
              <a:rPr lang="fr-FR" sz="2520" spc="-1" dirty="0">
                <a:solidFill>
                  <a:srgbClr val="000000"/>
                </a:solidFill>
                <a:latin typeface="Calibri"/>
              </a:rPr>
              <a:t>Spécialité : Informatique Données Usages</a:t>
            </a:r>
            <a:endParaRPr lang="fr-FR" sz="2520" spc="-1" dirty="0">
              <a:solidFill>
                <a:srgbClr val="000000"/>
              </a:solidFill>
              <a:latin typeface="Arial"/>
            </a:endParaRPr>
          </a:p>
        </p:txBody>
      </p:sp>
      <p:sp>
        <p:nvSpPr>
          <p:cNvPr id="5" name="ZoneTexte 4">
            <a:extLst>
              <a:ext uri="{FF2B5EF4-FFF2-40B4-BE49-F238E27FC236}">
                <a16:creationId xmlns:a16="http://schemas.microsoft.com/office/drawing/2014/main" id="{EE932698-9431-FA5E-5E87-7801CAB27C8A}"/>
              </a:ext>
            </a:extLst>
          </p:cNvPr>
          <p:cNvSpPr txBox="1"/>
          <p:nvPr/>
        </p:nvSpPr>
        <p:spPr>
          <a:xfrm>
            <a:off x="4341814" y="-385588"/>
            <a:ext cx="460382" cy="230832"/>
          </a:xfrm>
          <a:prstGeom prst="rect">
            <a:avLst/>
          </a:prstGeom>
          <a:noFill/>
        </p:spPr>
        <p:txBody>
          <a:bodyPr wrap="none" rtlCol="0">
            <a:spAutoFit/>
          </a:bodyPr>
          <a:lstStyle/>
          <a:p>
            <a:r>
              <a:rPr lang="es-ES_tradnl" sz="900" dirty="0">
                <a:solidFill>
                  <a:schemeClr val="bg1"/>
                </a:solidFill>
              </a:rPr>
              <a:t>(IDU)</a:t>
            </a:r>
            <a:endParaRPr lang="es-ES_tradnl" sz="105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2333308" y="22677"/>
            <a:ext cx="11518200" cy="1599840"/>
          </a:xfrm>
          <a:prstGeom prst="rect">
            <a:avLst/>
          </a:prstGeom>
          <a:noFill/>
          <a:ln w="0">
            <a:noFill/>
          </a:ln>
        </p:spPr>
        <p:txBody>
          <a:bodyPr lIns="0" tIns="0" rIns="0" bIns="0" anchor="ctr">
            <a:noAutofit/>
          </a:bodyPr>
          <a:lstStyle/>
          <a:p>
            <a:pPr>
              <a:lnSpc>
                <a:spcPct val="100000"/>
              </a:lnSpc>
              <a:tabLst>
                <a:tab pos="0" algn="l"/>
              </a:tabLst>
            </a:pPr>
            <a:r>
              <a:rPr lang="en-US" sz="1800" spc="-1">
                <a:solidFill>
                  <a:srgbClr val="000000"/>
                </a:solidFill>
                <a:latin typeface="Calibri"/>
              </a:rPr>
              <a:t>Définitions</a:t>
            </a:r>
            <a:endParaRPr lang="fr-FR" sz="1800" spc="-1">
              <a:solidFill>
                <a:srgbClr val="000000"/>
              </a:solidFill>
              <a:latin typeface="Arial"/>
            </a:endParaRPr>
          </a:p>
        </p:txBody>
      </p:sp>
      <p:sp>
        <p:nvSpPr>
          <p:cNvPr id="396" name="PlaceHolder 2"/>
          <p:cNvSpPr>
            <a:spLocks noGrp="1"/>
          </p:cNvSpPr>
          <p:nvPr>
            <p:ph/>
          </p:nvPr>
        </p:nvSpPr>
        <p:spPr>
          <a:xfrm>
            <a:off x="-2333308" y="1886037"/>
            <a:ext cx="11518200" cy="5565240"/>
          </a:xfrm>
          <a:prstGeom prst="rect">
            <a:avLst/>
          </a:prstGeom>
          <a:noFill/>
          <a:ln w="0">
            <a:noFill/>
          </a:ln>
        </p:spPr>
        <p:txBody>
          <a:bodyPr lIns="0" tIns="0" rIns="0" bIns="0" anchor="t">
            <a:normAutofit/>
          </a:bodyPr>
          <a:lstStyle/>
          <a:p>
            <a:pPr marL="431800" indent="-323850"/>
            <a:r>
              <a:rPr lang="fr-FR" sz="2100" spc="-1" dirty="0">
                <a:solidFill>
                  <a:srgbClr val="000000"/>
                </a:solidFill>
                <a:latin typeface="Calibri"/>
              </a:rPr>
              <a:t>Compétence</a:t>
            </a:r>
            <a:endParaRPr lang="fr-FR" sz="2100" spc="-1" dirty="0">
              <a:solidFill>
                <a:srgbClr val="000000"/>
              </a:solidFill>
              <a:latin typeface="Arial"/>
            </a:endParaRPr>
          </a:p>
          <a:p>
            <a:pPr marL="863600" lvl="1" indent="-323850">
              <a:spcBef>
                <a:spcPts val="1134"/>
              </a:spcBef>
              <a:buClr>
                <a:srgbClr val="000000"/>
              </a:buClr>
              <a:buSzPct val="75000"/>
              <a:buFont typeface="Symbol"/>
              <a:buChar char=""/>
            </a:pPr>
            <a:r>
              <a:rPr lang="fr-FR" sz="1500" spc="-1" dirty="0">
                <a:solidFill>
                  <a:srgbClr val="000000"/>
                </a:solidFill>
                <a:latin typeface="Calibri"/>
              </a:rPr>
              <a:t>Le terme de compétence se réfère ici aux principales activités pratiquées dans le métier visé et aux responsabilités professionnelles pouvant être assurées à l’issue de la formation. Elles se situent au </a:t>
            </a:r>
            <a:r>
              <a:rPr lang="fr-FR" sz="1500" spc="-1" dirty="0" err="1">
                <a:solidFill>
                  <a:srgbClr val="000000"/>
                </a:solidFill>
                <a:latin typeface="Calibri"/>
              </a:rPr>
              <a:t>coeur</a:t>
            </a:r>
            <a:r>
              <a:rPr lang="fr-FR" sz="1500" spc="-1" dirty="0">
                <a:solidFill>
                  <a:srgbClr val="000000"/>
                </a:solidFill>
                <a:latin typeface="Calibri"/>
              </a:rPr>
              <a:t> du métier en question. Chacun de ces savoir-agir est complexe. Une compétence est plus riche qu’une simple opération dans le fil d’une procédure. On ne peut donc pas la détacher du contexte, mais différentes situations vont nécessiter qu’elle soit mobilisée.</a:t>
            </a:r>
            <a:endParaRPr lang="fr-FR" sz="1500" spc="-1" dirty="0">
              <a:solidFill>
                <a:srgbClr val="000000"/>
              </a:solidFill>
              <a:latin typeface="Arial"/>
            </a:endParaRPr>
          </a:p>
          <a:p>
            <a:pPr marL="431800" indent="-323850"/>
            <a:r>
              <a:rPr lang="fr-FR" sz="2100" spc="-1" dirty="0">
                <a:solidFill>
                  <a:srgbClr val="000000"/>
                </a:solidFill>
                <a:latin typeface="Calibri"/>
              </a:rPr>
              <a:t>Composante essentielle</a:t>
            </a:r>
            <a:endParaRPr lang="fr-FR" sz="2100" spc="-1" dirty="0">
              <a:solidFill>
                <a:srgbClr val="000000"/>
              </a:solidFill>
              <a:latin typeface="Arial"/>
            </a:endParaRPr>
          </a:p>
          <a:p>
            <a:pPr marL="863600" lvl="1" indent="-323850">
              <a:spcBef>
                <a:spcPts val="1134"/>
              </a:spcBef>
              <a:buClr>
                <a:srgbClr val="000000"/>
              </a:buClr>
              <a:buSzPct val="75000"/>
              <a:buFont typeface="Symbol"/>
              <a:buChar char=""/>
            </a:pPr>
            <a:r>
              <a:rPr lang="en-US" sz="1500" spc="-1" dirty="0">
                <a:solidFill>
                  <a:srgbClr val="000000"/>
                </a:solidFill>
                <a:latin typeface="Calibri"/>
              </a:rPr>
              <a:t>Les </a:t>
            </a:r>
            <a:r>
              <a:rPr lang="en-US" sz="1500" spc="-1" dirty="0" err="1">
                <a:solidFill>
                  <a:srgbClr val="000000"/>
                </a:solidFill>
                <a:latin typeface="Calibri"/>
              </a:rPr>
              <a:t>composantes</a:t>
            </a:r>
            <a:r>
              <a:rPr lang="en-US" sz="1500" spc="-1" dirty="0">
                <a:solidFill>
                  <a:srgbClr val="000000"/>
                </a:solidFill>
                <a:latin typeface="Calibri"/>
              </a:rPr>
              <a:t> </a:t>
            </a:r>
            <a:r>
              <a:rPr lang="en-US" sz="1500" spc="-1" dirty="0" err="1">
                <a:solidFill>
                  <a:srgbClr val="000000"/>
                </a:solidFill>
                <a:latin typeface="Calibri"/>
              </a:rPr>
              <a:t>essentielles</a:t>
            </a:r>
            <a:r>
              <a:rPr lang="en-US" sz="1500" spc="-1" dirty="0">
                <a:solidFill>
                  <a:srgbClr val="000000"/>
                </a:solidFill>
                <a:latin typeface="Calibri"/>
              </a:rPr>
              <a:t> à </a:t>
            </a:r>
            <a:r>
              <a:rPr lang="en-US" sz="1500" spc="-1" dirty="0" err="1">
                <a:solidFill>
                  <a:srgbClr val="000000"/>
                </a:solidFill>
                <a:latin typeface="Calibri"/>
              </a:rPr>
              <a:t>l’action</a:t>
            </a:r>
            <a:r>
              <a:rPr lang="en-US" sz="1500" spc="-1" dirty="0">
                <a:solidFill>
                  <a:srgbClr val="000000"/>
                </a:solidFill>
                <a:latin typeface="Calibri"/>
              </a:rPr>
              <a:t> constituent </a:t>
            </a:r>
            <a:r>
              <a:rPr lang="en-US" sz="1500" spc="-1" dirty="0" err="1">
                <a:solidFill>
                  <a:srgbClr val="000000"/>
                </a:solidFill>
                <a:latin typeface="Calibri"/>
              </a:rPr>
              <a:t>l’ADN</a:t>
            </a:r>
            <a:r>
              <a:rPr lang="en-US" sz="1500" spc="-1" dirty="0">
                <a:solidFill>
                  <a:srgbClr val="000000"/>
                </a:solidFill>
                <a:latin typeface="Calibri"/>
              </a:rPr>
              <a:t> de la </a:t>
            </a:r>
            <a:r>
              <a:rPr lang="en-US" sz="1500" spc="-1" dirty="0" err="1">
                <a:solidFill>
                  <a:srgbClr val="000000"/>
                </a:solidFill>
                <a:latin typeface="Calibri"/>
              </a:rPr>
              <a:t>compétence</a:t>
            </a:r>
            <a:r>
              <a:rPr lang="en-US" sz="1500" spc="-1" dirty="0">
                <a:solidFill>
                  <a:srgbClr val="000000"/>
                </a:solidFill>
                <a:latin typeface="Calibri"/>
              </a:rPr>
              <a:t>. Elles </a:t>
            </a:r>
            <a:r>
              <a:rPr lang="en-US" sz="1500" spc="-1" dirty="0" err="1">
                <a:solidFill>
                  <a:srgbClr val="000000"/>
                </a:solidFill>
                <a:latin typeface="Calibri"/>
              </a:rPr>
              <a:t>rendent</a:t>
            </a:r>
            <a:r>
              <a:rPr lang="en-US" sz="1500" spc="-1" dirty="0">
                <a:solidFill>
                  <a:srgbClr val="000000"/>
                </a:solidFill>
                <a:latin typeface="Calibri"/>
              </a:rPr>
              <a:t> </a:t>
            </a:r>
            <a:r>
              <a:rPr lang="en-US" sz="1500" spc="-1" dirty="0" err="1">
                <a:solidFill>
                  <a:srgbClr val="000000"/>
                </a:solidFill>
                <a:latin typeface="Calibri"/>
              </a:rPr>
              <a:t>compte</a:t>
            </a:r>
            <a:r>
              <a:rPr lang="en-US" sz="1500" spc="-1" dirty="0">
                <a:solidFill>
                  <a:srgbClr val="000000"/>
                </a:solidFill>
                <a:latin typeface="Calibri"/>
              </a:rPr>
              <a:t> de la </a:t>
            </a:r>
            <a:r>
              <a:rPr lang="en-US" sz="1500" spc="-1" dirty="0" err="1">
                <a:solidFill>
                  <a:srgbClr val="000000"/>
                </a:solidFill>
                <a:latin typeface="Calibri"/>
              </a:rPr>
              <a:t>complexité</a:t>
            </a:r>
            <a:r>
              <a:rPr lang="en-US" sz="1500" spc="-1" dirty="0">
                <a:solidFill>
                  <a:srgbClr val="000000"/>
                </a:solidFill>
                <a:latin typeface="Calibri"/>
              </a:rPr>
              <a:t> de la </a:t>
            </a:r>
            <a:r>
              <a:rPr lang="en-US" sz="1500" spc="-1" dirty="0" err="1">
                <a:solidFill>
                  <a:srgbClr val="000000"/>
                </a:solidFill>
                <a:latin typeface="Calibri"/>
              </a:rPr>
              <a:t>compétence</a:t>
            </a:r>
            <a:r>
              <a:rPr lang="en-US" sz="1500" spc="-1" dirty="0">
                <a:solidFill>
                  <a:srgbClr val="000000"/>
                </a:solidFill>
                <a:latin typeface="Calibri"/>
              </a:rPr>
              <a:t>, </a:t>
            </a:r>
            <a:r>
              <a:rPr lang="en-US" sz="1500" spc="-1" dirty="0" err="1">
                <a:solidFill>
                  <a:srgbClr val="000000"/>
                </a:solidFill>
                <a:latin typeface="Calibri"/>
              </a:rPr>
              <a:t>informent</a:t>
            </a:r>
            <a:r>
              <a:rPr lang="en-US" sz="1500" spc="-1" dirty="0">
                <a:solidFill>
                  <a:srgbClr val="000000"/>
                </a:solidFill>
                <a:latin typeface="Calibri"/>
              </a:rPr>
              <a:t> sur </a:t>
            </a:r>
            <a:r>
              <a:rPr lang="en-US" sz="1500" spc="-1" dirty="0" err="1">
                <a:solidFill>
                  <a:srgbClr val="000000"/>
                </a:solidFill>
                <a:latin typeface="Calibri"/>
              </a:rPr>
              <a:t>sa</a:t>
            </a:r>
            <a:r>
              <a:rPr lang="en-US" sz="1500" spc="-1" dirty="0">
                <a:solidFill>
                  <a:srgbClr val="000000"/>
                </a:solidFill>
                <a:latin typeface="Calibri"/>
              </a:rPr>
              <a:t> </a:t>
            </a:r>
            <a:r>
              <a:rPr lang="en-US" sz="1500" spc="-1" dirty="0" err="1">
                <a:solidFill>
                  <a:srgbClr val="000000"/>
                </a:solidFill>
                <a:latin typeface="Calibri"/>
              </a:rPr>
              <a:t>qualité</a:t>
            </a:r>
            <a:r>
              <a:rPr lang="en-US" sz="1500" spc="-1" dirty="0">
                <a:solidFill>
                  <a:srgbClr val="000000"/>
                </a:solidFill>
                <a:latin typeface="Calibri"/>
              </a:rPr>
              <a:t> et </a:t>
            </a:r>
            <a:r>
              <a:rPr lang="en-US" sz="1500" spc="-1" dirty="0" err="1">
                <a:solidFill>
                  <a:srgbClr val="000000"/>
                </a:solidFill>
                <a:latin typeface="Calibri"/>
              </a:rPr>
              <a:t>facilitent</a:t>
            </a:r>
            <a:r>
              <a:rPr lang="en-US" sz="1500" spc="-1" dirty="0">
                <a:solidFill>
                  <a:srgbClr val="000000"/>
                </a:solidFill>
                <a:latin typeface="Calibri"/>
              </a:rPr>
              <a:t> son </a:t>
            </a:r>
            <a:r>
              <a:rPr lang="en-US" sz="1500" spc="-1" dirty="0" err="1">
                <a:solidFill>
                  <a:srgbClr val="000000"/>
                </a:solidFill>
                <a:latin typeface="Calibri"/>
              </a:rPr>
              <a:t>évaluation</a:t>
            </a:r>
            <a:r>
              <a:rPr lang="en-US" sz="1500" spc="-1" dirty="0">
                <a:solidFill>
                  <a:srgbClr val="000000"/>
                </a:solidFill>
                <a:latin typeface="Calibri"/>
              </a:rPr>
              <a:t>.</a:t>
            </a:r>
            <a:endParaRPr lang="fr-FR" sz="1500" spc="-1" dirty="0">
              <a:solidFill>
                <a:srgbClr val="000000"/>
              </a:solidFill>
              <a:latin typeface="Arial"/>
            </a:endParaRPr>
          </a:p>
          <a:p>
            <a:pPr marL="431800" indent="-323850"/>
            <a:r>
              <a:rPr lang="fr-FR" sz="2100" spc="-1" dirty="0">
                <a:solidFill>
                  <a:srgbClr val="000000"/>
                </a:solidFill>
                <a:latin typeface="Calibri"/>
              </a:rPr>
              <a:t>Situation professionnelle</a:t>
            </a:r>
            <a:endParaRPr lang="fr-FR" sz="2100" spc="-1" dirty="0">
              <a:solidFill>
                <a:srgbClr val="000000"/>
              </a:solidFill>
              <a:latin typeface="Arial"/>
            </a:endParaRPr>
          </a:p>
          <a:p>
            <a:pPr marL="863600" lvl="1" indent="-323850">
              <a:spcBef>
                <a:spcPts val="1134"/>
              </a:spcBef>
              <a:buClr>
                <a:srgbClr val="000000"/>
              </a:buClr>
              <a:buSzPct val="75000"/>
              <a:buFont typeface="Symbol"/>
              <a:buChar char=""/>
            </a:pPr>
            <a:r>
              <a:rPr lang="en-US" sz="1500" spc="-1" dirty="0">
                <a:solidFill>
                  <a:srgbClr val="000000"/>
                </a:solidFill>
                <a:latin typeface="Calibri"/>
              </a:rPr>
              <a:t>Les situations </a:t>
            </a:r>
            <a:r>
              <a:rPr lang="en-US" sz="1500" spc="-1" dirty="0" err="1">
                <a:solidFill>
                  <a:srgbClr val="000000"/>
                </a:solidFill>
                <a:latin typeface="Calibri"/>
              </a:rPr>
              <a:t>professionnelles</a:t>
            </a:r>
            <a:r>
              <a:rPr lang="en-US" sz="1500" spc="-1" dirty="0">
                <a:solidFill>
                  <a:srgbClr val="000000"/>
                </a:solidFill>
                <a:latin typeface="Calibri"/>
              </a:rPr>
              <a:t> </a:t>
            </a:r>
            <a:r>
              <a:rPr lang="en-US" sz="1500" spc="-1" dirty="0" err="1">
                <a:solidFill>
                  <a:srgbClr val="000000"/>
                </a:solidFill>
                <a:latin typeface="Calibri"/>
              </a:rPr>
              <a:t>rendent</a:t>
            </a:r>
            <a:r>
              <a:rPr lang="en-US" sz="1500" spc="-1" dirty="0">
                <a:solidFill>
                  <a:srgbClr val="000000"/>
                </a:solidFill>
                <a:latin typeface="Calibri"/>
              </a:rPr>
              <a:t> </a:t>
            </a:r>
            <a:r>
              <a:rPr lang="en-US" sz="1500" spc="-1" dirty="0" err="1">
                <a:solidFill>
                  <a:srgbClr val="000000"/>
                </a:solidFill>
                <a:latin typeface="Calibri"/>
              </a:rPr>
              <a:t>compte</a:t>
            </a:r>
            <a:r>
              <a:rPr lang="en-US" sz="1500" spc="-1" dirty="0">
                <a:solidFill>
                  <a:srgbClr val="000000"/>
                </a:solidFill>
                <a:latin typeface="Calibri"/>
              </a:rPr>
              <a:t> de </a:t>
            </a:r>
            <a:r>
              <a:rPr lang="en-US" sz="1500" spc="-1" dirty="0" err="1">
                <a:solidFill>
                  <a:srgbClr val="000000"/>
                </a:solidFill>
                <a:latin typeface="Calibri"/>
              </a:rPr>
              <a:t>l’étendue</a:t>
            </a:r>
            <a:r>
              <a:rPr lang="en-US" sz="1500" spc="-1" dirty="0">
                <a:solidFill>
                  <a:srgbClr val="000000"/>
                </a:solidFill>
                <a:latin typeface="Calibri"/>
              </a:rPr>
              <a:t> de la </a:t>
            </a:r>
            <a:r>
              <a:rPr lang="en-US" sz="1500" spc="-1" dirty="0" err="1">
                <a:solidFill>
                  <a:srgbClr val="000000"/>
                </a:solidFill>
                <a:latin typeface="Calibri"/>
              </a:rPr>
              <a:t>compétence</a:t>
            </a:r>
            <a:r>
              <a:rPr lang="en-US" sz="1500" spc="-1" dirty="0">
                <a:solidFill>
                  <a:srgbClr val="000000"/>
                </a:solidFill>
                <a:latin typeface="Calibri"/>
              </a:rPr>
              <a:t> et </a:t>
            </a:r>
            <a:r>
              <a:rPr lang="en-US" sz="1500" spc="-1" dirty="0" err="1">
                <a:solidFill>
                  <a:srgbClr val="000000"/>
                </a:solidFill>
                <a:latin typeface="Calibri"/>
              </a:rPr>
              <a:t>situent</a:t>
            </a:r>
            <a:r>
              <a:rPr lang="en-US" sz="1500" spc="-1" dirty="0">
                <a:solidFill>
                  <a:srgbClr val="000000"/>
                </a:solidFill>
                <a:latin typeface="Calibri"/>
              </a:rPr>
              <a:t> </a:t>
            </a:r>
            <a:r>
              <a:rPr lang="en-US" sz="1500" spc="-1" dirty="0" err="1">
                <a:solidFill>
                  <a:srgbClr val="000000"/>
                </a:solidFill>
                <a:latin typeface="Calibri"/>
              </a:rPr>
              <a:t>l’action</a:t>
            </a:r>
            <a:r>
              <a:rPr lang="en-US" sz="1500" spc="-1" dirty="0">
                <a:solidFill>
                  <a:srgbClr val="000000"/>
                </a:solidFill>
                <a:latin typeface="Calibri"/>
              </a:rPr>
              <a:t> </a:t>
            </a:r>
            <a:r>
              <a:rPr lang="en-US" sz="1500" spc="-1" dirty="0" err="1">
                <a:solidFill>
                  <a:srgbClr val="000000"/>
                </a:solidFill>
                <a:latin typeface="Calibri"/>
              </a:rPr>
              <a:t>complexe</a:t>
            </a:r>
            <a:r>
              <a:rPr lang="en-US" sz="1500" spc="-1" dirty="0">
                <a:solidFill>
                  <a:srgbClr val="000000"/>
                </a:solidFill>
                <a:latin typeface="Calibri"/>
              </a:rPr>
              <a:t> dans des </a:t>
            </a:r>
            <a:r>
              <a:rPr lang="en-US" sz="1500" spc="-1" dirty="0" err="1">
                <a:solidFill>
                  <a:srgbClr val="000000"/>
                </a:solidFill>
                <a:latin typeface="Calibri"/>
              </a:rPr>
              <a:t>contextes</a:t>
            </a:r>
            <a:r>
              <a:rPr lang="en-US" sz="1500" spc="-1" dirty="0">
                <a:solidFill>
                  <a:srgbClr val="000000"/>
                </a:solidFill>
                <a:latin typeface="Calibri"/>
              </a:rPr>
              <a:t> </a:t>
            </a:r>
            <a:r>
              <a:rPr lang="en-US" sz="1500" spc="-1" dirty="0" err="1">
                <a:solidFill>
                  <a:srgbClr val="000000"/>
                </a:solidFill>
                <a:latin typeface="Calibri"/>
              </a:rPr>
              <a:t>concrets</a:t>
            </a:r>
            <a:r>
              <a:rPr lang="en-US" sz="1500" spc="-1" dirty="0">
                <a:solidFill>
                  <a:srgbClr val="000000"/>
                </a:solidFill>
                <a:latin typeface="Calibri"/>
              </a:rPr>
              <a:t>. Elles </a:t>
            </a:r>
            <a:r>
              <a:rPr lang="en-US" sz="1500" spc="-1" dirty="0" err="1">
                <a:solidFill>
                  <a:srgbClr val="000000"/>
                </a:solidFill>
                <a:latin typeface="Calibri"/>
              </a:rPr>
              <a:t>répondent</a:t>
            </a:r>
            <a:r>
              <a:rPr lang="en-US" sz="1500" spc="-1" dirty="0">
                <a:solidFill>
                  <a:srgbClr val="000000"/>
                </a:solidFill>
                <a:latin typeface="Calibri"/>
              </a:rPr>
              <a:t> à la question : « dans </a:t>
            </a:r>
            <a:r>
              <a:rPr lang="en-US" sz="1500" spc="-1" dirty="0" err="1">
                <a:solidFill>
                  <a:srgbClr val="000000"/>
                </a:solidFill>
                <a:latin typeface="Calibri"/>
              </a:rPr>
              <a:t>quelles</a:t>
            </a:r>
            <a:r>
              <a:rPr lang="en-US" sz="1500" spc="-1" dirty="0">
                <a:solidFill>
                  <a:srgbClr val="000000"/>
                </a:solidFill>
                <a:latin typeface="Calibri"/>
              </a:rPr>
              <a:t> situations (</a:t>
            </a:r>
            <a:r>
              <a:rPr lang="en-US" sz="1500" spc="-1" dirty="0" err="1">
                <a:solidFill>
                  <a:srgbClr val="000000"/>
                </a:solidFill>
                <a:latin typeface="Calibri"/>
              </a:rPr>
              <a:t>quels</a:t>
            </a:r>
            <a:r>
              <a:rPr lang="en-US" sz="1500" spc="-1" dirty="0">
                <a:solidFill>
                  <a:srgbClr val="000000"/>
                </a:solidFill>
                <a:latin typeface="Calibri"/>
              </a:rPr>
              <a:t> </a:t>
            </a:r>
            <a:r>
              <a:rPr lang="en-US" sz="1500" spc="-1" dirty="0" err="1">
                <a:solidFill>
                  <a:srgbClr val="000000"/>
                </a:solidFill>
                <a:latin typeface="Calibri"/>
              </a:rPr>
              <a:t>circonstances</a:t>
            </a:r>
            <a:r>
              <a:rPr lang="en-US" sz="1500" spc="-1" dirty="0">
                <a:solidFill>
                  <a:srgbClr val="000000"/>
                </a:solidFill>
                <a:latin typeface="Calibri"/>
              </a:rPr>
              <a:t>, conditions, </a:t>
            </a:r>
            <a:r>
              <a:rPr lang="en-US" sz="1500" spc="-1" dirty="0" err="1">
                <a:solidFill>
                  <a:srgbClr val="000000"/>
                </a:solidFill>
                <a:latin typeface="Calibri"/>
              </a:rPr>
              <a:t>lieux</a:t>
            </a:r>
            <a:r>
              <a:rPr lang="en-US" sz="1500" spc="-1" dirty="0">
                <a:solidFill>
                  <a:srgbClr val="000000"/>
                </a:solidFill>
                <a:latin typeface="Calibri"/>
              </a:rPr>
              <a:t>, cadres, </a:t>
            </a:r>
            <a:r>
              <a:rPr lang="en-US" sz="1500" spc="-1" dirty="0" err="1">
                <a:solidFill>
                  <a:srgbClr val="000000"/>
                </a:solidFill>
                <a:latin typeface="Calibri"/>
              </a:rPr>
              <a:t>contextes</a:t>
            </a:r>
            <a:r>
              <a:rPr lang="en-US" sz="1500" spc="-1" dirty="0">
                <a:solidFill>
                  <a:srgbClr val="000000"/>
                </a:solidFill>
                <a:latin typeface="Calibri"/>
              </a:rPr>
              <a:t>), il sera </a:t>
            </a:r>
            <a:r>
              <a:rPr lang="en-US" sz="1500" spc="-1" dirty="0" err="1">
                <a:solidFill>
                  <a:srgbClr val="000000"/>
                </a:solidFill>
                <a:latin typeface="Calibri"/>
              </a:rPr>
              <a:t>attendu</a:t>
            </a:r>
            <a:r>
              <a:rPr lang="en-US" sz="1500" spc="-1" dirty="0">
                <a:solidFill>
                  <a:srgbClr val="000000"/>
                </a:solidFill>
                <a:latin typeface="Calibri"/>
              </a:rPr>
              <a:t> que les </a:t>
            </a:r>
            <a:r>
              <a:rPr lang="en-US" sz="1500" spc="-1" dirty="0" err="1">
                <a:solidFill>
                  <a:srgbClr val="000000"/>
                </a:solidFill>
                <a:latin typeface="Calibri"/>
              </a:rPr>
              <a:t>étudiants</a:t>
            </a:r>
            <a:r>
              <a:rPr lang="en-US" sz="1500" spc="-1" dirty="0">
                <a:solidFill>
                  <a:srgbClr val="000000"/>
                </a:solidFill>
                <a:latin typeface="Calibri"/>
              </a:rPr>
              <a:t> </a:t>
            </a:r>
            <a:r>
              <a:rPr lang="en-US" sz="1500" spc="-1" dirty="0" err="1">
                <a:solidFill>
                  <a:srgbClr val="000000"/>
                </a:solidFill>
                <a:latin typeface="Calibri"/>
              </a:rPr>
              <a:t>mobilisent</a:t>
            </a:r>
            <a:r>
              <a:rPr lang="en-US" sz="1500" spc="-1" dirty="0">
                <a:solidFill>
                  <a:srgbClr val="000000"/>
                </a:solidFill>
                <a:latin typeface="Calibri"/>
              </a:rPr>
              <a:t> </a:t>
            </a:r>
            <a:r>
              <a:rPr lang="en-US" sz="1500" spc="-1" dirty="0" err="1">
                <a:solidFill>
                  <a:srgbClr val="000000"/>
                </a:solidFill>
                <a:latin typeface="Calibri"/>
              </a:rPr>
              <a:t>cette</a:t>
            </a:r>
            <a:r>
              <a:rPr lang="en-US" sz="1500" spc="-1" dirty="0">
                <a:solidFill>
                  <a:srgbClr val="000000"/>
                </a:solidFill>
                <a:latin typeface="Calibri"/>
              </a:rPr>
              <a:t> </a:t>
            </a:r>
            <a:r>
              <a:rPr lang="en-US" sz="1500" spc="-1" dirty="0" err="1">
                <a:solidFill>
                  <a:srgbClr val="000000"/>
                </a:solidFill>
                <a:latin typeface="Calibri"/>
              </a:rPr>
              <a:t>compétence</a:t>
            </a:r>
            <a:r>
              <a:rPr lang="en-US" sz="1500" spc="-1" dirty="0">
                <a:solidFill>
                  <a:srgbClr val="000000"/>
                </a:solidFill>
                <a:latin typeface="Calibri"/>
              </a:rPr>
              <a:t> ? »</a:t>
            </a:r>
            <a:endParaRPr lang="fr-FR" sz="1500" spc="-1" dirty="0">
              <a:solidFill>
                <a:srgbClr val="000000"/>
              </a:solidFill>
              <a:latin typeface="Arial"/>
            </a:endParaRPr>
          </a:p>
          <a:p>
            <a:pPr marL="431800" indent="-323850"/>
            <a:r>
              <a:rPr lang="fr-FR" sz="2100" spc="-1" dirty="0">
                <a:solidFill>
                  <a:srgbClr val="000000"/>
                </a:solidFill>
                <a:latin typeface="Calibri"/>
              </a:rPr>
              <a:t>Niveau</a:t>
            </a:r>
            <a:endParaRPr lang="fr-FR" sz="2100" spc="-1" dirty="0">
              <a:solidFill>
                <a:srgbClr val="000000"/>
              </a:solidFill>
              <a:latin typeface="Arial"/>
            </a:endParaRPr>
          </a:p>
          <a:p>
            <a:pPr marL="863600" lvl="1" indent="-323850">
              <a:spcBef>
                <a:spcPts val="1134"/>
              </a:spcBef>
              <a:buClr>
                <a:srgbClr val="000000"/>
              </a:buClr>
              <a:buSzPct val="75000"/>
              <a:buFont typeface="Symbol"/>
              <a:buChar char=""/>
            </a:pPr>
            <a:r>
              <a:rPr lang="en-US" sz="1500" spc="-1" dirty="0">
                <a:solidFill>
                  <a:srgbClr val="000000"/>
                </a:solidFill>
                <a:latin typeface="Calibri"/>
              </a:rPr>
              <a:t>Étapes de </a:t>
            </a:r>
            <a:r>
              <a:rPr lang="en-US" sz="1500" spc="-1" dirty="0" err="1">
                <a:solidFill>
                  <a:srgbClr val="000000"/>
                </a:solidFill>
                <a:latin typeface="Calibri"/>
              </a:rPr>
              <a:t>développement</a:t>
            </a:r>
            <a:r>
              <a:rPr lang="en-US" sz="1500" spc="-1" dirty="0">
                <a:solidFill>
                  <a:srgbClr val="000000"/>
                </a:solidFill>
                <a:latin typeface="Calibri"/>
              </a:rPr>
              <a:t> de la </a:t>
            </a:r>
            <a:r>
              <a:rPr lang="en-US" sz="1500" spc="-1" dirty="0" err="1">
                <a:solidFill>
                  <a:srgbClr val="000000"/>
                </a:solidFill>
                <a:latin typeface="Calibri"/>
              </a:rPr>
              <a:t>compétence</a:t>
            </a:r>
            <a:r>
              <a:rPr lang="en-US" sz="1500" spc="-1" dirty="0">
                <a:solidFill>
                  <a:srgbClr val="000000"/>
                </a:solidFill>
                <a:latin typeface="Calibri"/>
              </a:rPr>
              <a:t> </a:t>
            </a:r>
            <a:r>
              <a:rPr lang="en-US" sz="1500" spc="-1" dirty="0" err="1">
                <a:solidFill>
                  <a:srgbClr val="000000"/>
                </a:solidFill>
                <a:latin typeface="Calibri"/>
              </a:rPr>
              <a:t>définissant</a:t>
            </a:r>
            <a:r>
              <a:rPr lang="en-US" sz="1500" spc="-1" dirty="0">
                <a:solidFill>
                  <a:srgbClr val="000000"/>
                </a:solidFill>
                <a:latin typeface="Calibri"/>
              </a:rPr>
              <a:t> le </a:t>
            </a:r>
            <a:r>
              <a:rPr lang="en-US" sz="1500" spc="-1" dirty="0" err="1">
                <a:solidFill>
                  <a:srgbClr val="000000"/>
                </a:solidFill>
                <a:latin typeface="Calibri"/>
              </a:rPr>
              <a:t>degré</a:t>
            </a:r>
            <a:r>
              <a:rPr lang="en-US" sz="1500" spc="-1" dirty="0">
                <a:solidFill>
                  <a:srgbClr val="000000"/>
                </a:solidFill>
                <a:latin typeface="Calibri"/>
              </a:rPr>
              <a:t> </a:t>
            </a:r>
            <a:r>
              <a:rPr lang="en-US" sz="1500" spc="-1" dirty="0" err="1">
                <a:solidFill>
                  <a:srgbClr val="000000"/>
                </a:solidFill>
                <a:latin typeface="Calibri"/>
              </a:rPr>
              <a:t>devant</a:t>
            </a:r>
            <a:r>
              <a:rPr lang="en-US" sz="1500" spc="-1" dirty="0">
                <a:solidFill>
                  <a:srgbClr val="000000"/>
                </a:solidFill>
                <a:latin typeface="Calibri"/>
              </a:rPr>
              <a:t> </a:t>
            </a:r>
            <a:r>
              <a:rPr lang="en-US" sz="1500" spc="-1" dirty="0" err="1">
                <a:solidFill>
                  <a:srgbClr val="000000"/>
                </a:solidFill>
                <a:latin typeface="Calibri"/>
              </a:rPr>
              <a:t>être</a:t>
            </a:r>
            <a:r>
              <a:rPr lang="en-US" sz="1500" spc="-1" dirty="0">
                <a:solidFill>
                  <a:srgbClr val="000000"/>
                </a:solidFill>
                <a:latin typeface="Calibri"/>
              </a:rPr>
              <a:t> </a:t>
            </a:r>
            <a:r>
              <a:rPr lang="en-US" sz="1500" spc="-1" dirty="0" err="1">
                <a:solidFill>
                  <a:srgbClr val="000000"/>
                </a:solidFill>
                <a:latin typeface="Calibri"/>
              </a:rPr>
              <a:t>maîtrisé</a:t>
            </a:r>
            <a:r>
              <a:rPr lang="en-US" sz="1500" spc="-1" dirty="0">
                <a:solidFill>
                  <a:srgbClr val="000000"/>
                </a:solidFill>
                <a:latin typeface="Calibri"/>
              </a:rPr>
              <a:t> dans </a:t>
            </a:r>
            <a:r>
              <a:rPr lang="en-US" sz="1500" spc="-1" dirty="0" err="1">
                <a:solidFill>
                  <a:srgbClr val="000000"/>
                </a:solidFill>
                <a:latin typeface="Calibri"/>
              </a:rPr>
              <a:t>chaque</a:t>
            </a:r>
            <a:r>
              <a:rPr lang="en-US" sz="1500" spc="-1" dirty="0">
                <a:solidFill>
                  <a:srgbClr val="000000"/>
                </a:solidFill>
                <a:latin typeface="Calibri"/>
              </a:rPr>
              <a:t> </a:t>
            </a:r>
            <a:r>
              <a:rPr lang="en-US" sz="1500" spc="-1" dirty="0" err="1">
                <a:solidFill>
                  <a:srgbClr val="000000"/>
                </a:solidFill>
                <a:latin typeface="Calibri"/>
              </a:rPr>
              <a:t>compétence</a:t>
            </a:r>
            <a:r>
              <a:rPr lang="en-US" sz="1500" spc="-1" dirty="0">
                <a:solidFill>
                  <a:srgbClr val="000000"/>
                </a:solidFill>
                <a:latin typeface="Calibri"/>
              </a:rPr>
              <a:t> pour que </a:t>
            </a:r>
            <a:r>
              <a:rPr lang="en-US" sz="1500" spc="-1" dirty="0" err="1">
                <a:solidFill>
                  <a:srgbClr val="000000"/>
                </a:solidFill>
                <a:latin typeface="Calibri"/>
              </a:rPr>
              <a:t>l’étudiant</a:t>
            </a:r>
            <a:r>
              <a:rPr lang="en-US" sz="1500" spc="-1" dirty="0">
                <a:solidFill>
                  <a:srgbClr val="000000"/>
                </a:solidFill>
                <a:latin typeface="Calibri"/>
              </a:rPr>
              <a:t> </a:t>
            </a:r>
            <a:r>
              <a:rPr lang="en-US" sz="1500" spc="-1" dirty="0" err="1">
                <a:solidFill>
                  <a:srgbClr val="000000"/>
                </a:solidFill>
                <a:latin typeface="Calibri"/>
              </a:rPr>
              <a:t>soit</a:t>
            </a:r>
            <a:r>
              <a:rPr lang="en-US" sz="1500" spc="-1" dirty="0">
                <a:solidFill>
                  <a:srgbClr val="000000"/>
                </a:solidFill>
                <a:latin typeface="Calibri"/>
              </a:rPr>
              <a:t> </a:t>
            </a:r>
            <a:r>
              <a:rPr lang="en-US" sz="1500" spc="-1" dirty="0" err="1">
                <a:solidFill>
                  <a:srgbClr val="000000"/>
                </a:solidFill>
                <a:latin typeface="Calibri"/>
              </a:rPr>
              <a:t>déclaré</a:t>
            </a:r>
            <a:r>
              <a:rPr lang="en-US" sz="1500" spc="-1" dirty="0">
                <a:solidFill>
                  <a:srgbClr val="000000"/>
                </a:solidFill>
                <a:latin typeface="Calibri"/>
              </a:rPr>
              <a:t> </a:t>
            </a:r>
            <a:r>
              <a:rPr lang="en-US" sz="1500" spc="-1" dirty="0" err="1">
                <a:solidFill>
                  <a:srgbClr val="000000"/>
                </a:solidFill>
                <a:latin typeface="Calibri"/>
              </a:rPr>
              <a:t>apte</a:t>
            </a:r>
            <a:r>
              <a:rPr lang="en-US" sz="1500" spc="-1" dirty="0">
                <a:solidFill>
                  <a:srgbClr val="000000"/>
                </a:solidFill>
                <a:latin typeface="Calibri"/>
              </a:rPr>
              <a:t> à </a:t>
            </a:r>
            <a:r>
              <a:rPr lang="en-US" sz="1500" spc="-1" dirty="0" err="1">
                <a:solidFill>
                  <a:srgbClr val="000000"/>
                </a:solidFill>
                <a:latin typeface="Calibri"/>
              </a:rPr>
              <a:t>intégrer</a:t>
            </a:r>
            <a:r>
              <a:rPr lang="en-US" sz="1500" spc="-1" dirty="0">
                <a:solidFill>
                  <a:srgbClr val="000000"/>
                </a:solidFill>
                <a:latin typeface="Calibri"/>
              </a:rPr>
              <a:t> la profession.</a:t>
            </a:r>
            <a:endParaRPr lang="fr-FR" sz="1500" spc="-1" dirty="0">
              <a:solidFill>
                <a:srgbClr val="000000"/>
              </a:solidFill>
              <a:latin typeface="Arial"/>
            </a:endParaRPr>
          </a:p>
          <a:p>
            <a:pPr marL="431800" indent="-323850"/>
            <a:r>
              <a:rPr lang="fr-FR" sz="2100" spc="-1" dirty="0">
                <a:solidFill>
                  <a:srgbClr val="000000"/>
                </a:solidFill>
                <a:latin typeface="Calibri"/>
              </a:rPr>
              <a:t>Apprentissage</a:t>
            </a:r>
            <a:r>
              <a:rPr lang="en-US" sz="2100" spc="-1" dirty="0">
                <a:solidFill>
                  <a:srgbClr val="000000"/>
                </a:solidFill>
                <a:latin typeface="Calibri"/>
              </a:rPr>
              <a:t> critique</a:t>
            </a:r>
            <a:endParaRPr lang="fr-FR" sz="2100" spc="-1" dirty="0">
              <a:solidFill>
                <a:srgbClr val="000000"/>
              </a:solidFill>
              <a:latin typeface="Arial"/>
            </a:endParaRPr>
          </a:p>
          <a:p>
            <a:pPr marL="863600" lvl="1" indent="-323850">
              <a:spcBef>
                <a:spcPts val="1134"/>
              </a:spcBef>
              <a:buClr>
                <a:srgbClr val="000000"/>
              </a:buClr>
              <a:buSzPct val="75000"/>
              <a:buFont typeface="Symbol"/>
              <a:buChar char=""/>
            </a:pPr>
            <a:r>
              <a:rPr lang="en-US" sz="1500" spc="-1" dirty="0">
                <a:solidFill>
                  <a:srgbClr val="000000"/>
                </a:solidFill>
                <a:latin typeface="Calibri"/>
              </a:rPr>
              <a:t>Les </a:t>
            </a:r>
            <a:r>
              <a:rPr lang="en-US" sz="1500" spc="-1" dirty="0" err="1">
                <a:solidFill>
                  <a:srgbClr val="000000"/>
                </a:solidFill>
                <a:latin typeface="Calibri"/>
              </a:rPr>
              <a:t>apprentissages</a:t>
            </a:r>
            <a:r>
              <a:rPr lang="en-US" sz="1500" spc="-1" dirty="0">
                <a:solidFill>
                  <a:srgbClr val="000000"/>
                </a:solidFill>
                <a:latin typeface="Calibri"/>
              </a:rPr>
              <a:t> critiques </a:t>
            </a:r>
            <a:r>
              <a:rPr lang="en-US" sz="1500" spc="-1" dirty="0" err="1">
                <a:solidFill>
                  <a:srgbClr val="000000"/>
                </a:solidFill>
                <a:latin typeface="Calibri"/>
              </a:rPr>
              <a:t>sont</a:t>
            </a:r>
            <a:r>
              <a:rPr lang="en-US" sz="1500" spc="-1" dirty="0">
                <a:solidFill>
                  <a:srgbClr val="000000"/>
                </a:solidFill>
                <a:latin typeface="Calibri"/>
              </a:rPr>
              <a:t> les </a:t>
            </a:r>
            <a:r>
              <a:rPr lang="en-US" sz="1500" spc="-1" dirty="0" err="1">
                <a:solidFill>
                  <a:srgbClr val="000000"/>
                </a:solidFill>
                <a:latin typeface="Calibri"/>
              </a:rPr>
              <a:t>apprentissages</a:t>
            </a:r>
            <a:r>
              <a:rPr lang="en-US" sz="1500" spc="-1" dirty="0">
                <a:solidFill>
                  <a:srgbClr val="000000"/>
                </a:solidFill>
                <a:latin typeface="Calibri"/>
              </a:rPr>
              <a:t> </a:t>
            </a:r>
            <a:r>
              <a:rPr lang="en-US" sz="1500" spc="-1" dirty="0" err="1">
                <a:solidFill>
                  <a:srgbClr val="000000"/>
                </a:solidFill>
                <a:latin typeface="Calibri"/>
              </a:rPr>
              <a:t>nécessaires</a:t>
            </a:r>
            <a:r>
              <a:rPr lang="en-US" sz="1500" spc="-1" dirty="0">
                <a:solidFill>
                  <a:srgbClr val="000000"/>
                </a:solidFill>
                <a:latin typeface="Calibri"/>
              </a:rPr>
              <a:t> et les plus </a:t>
            </a:r>
            <a:r>
              <a:rPr lang="en-US" sz="1500" spc="-1" dirty="0" err="1">
                <a:solidFill>
                  <a:srgbClr val="000000"/>
                </a:solidFill>
                <a:latin typeface="Calibri"/>
              </a:rPr>
              <a:t>importants</a:t>
            </a:r>
            <a:r>
              <a:rPr lang="en-US" sz="1500" spc="-1" dirty="0">
                <a:solidFill>
                  <a:srgbClr val="000000"/>
                </a:solidFill>
                <a:latin typeface="Calibri"/>
              </a:rPr>
              <a:t> pour </a:t>
            </a:r>
            <a:r>
              <a:rPr lang="en-US" sz="1500" spc="-1" dirty="0" err="1">
                <a:solidFill>
                  <a:srgbClr val="000000"/>
                </a:solidFill>
                <a:latin typeface="Calibri"/>
              </a:rPr>
              <a:t>atteindre</a:t>
            </a:r>
            <a:r>
              <a:rPr lang="en-US" sz="1500" spc="-1" dirty="0">
                <a:solidFill>
                  <a:srgbClr val="000000"/>
                </a:solidFill>
                <a:latin typeface="Calibri"/>
              </a:rPr>
              <a:t> un </a:t>
            </a:r>
            <a:r>
              <a:rPr lang="en-US" sz="1500" spc="-1" dirty="0" err="1">
                <a:solidFill>
                  <a:srgbClr val="000000"/>
                </a:solidFill>
                <a:latin typeface="Calibri"/>
              </a:rPr>
              <a:t>niveau</a:t>
            </a:r>
            <a:r>
              <a:rPr lang="en-US" sz="1500" spc="-1" dirty="0">
                <a:solidFill>
                  <a:srgbClr val="000000"/>
                </a:solidFill>
                <a:latin typeface="Calibri"/>
              </a:rPr>
              <a:t> </a:t>
            </a:r>
            <a:r>
              <a:rPr lang="en-US" sz="1500" spc="-1" dirty="0" err="1">
                <a:solidFill>
                  <a:srgbClr val="000000"/>
                </a:solidFill>
                <a:latin typeface="Calibri"/>
              </a:rPr>
              <a:t>donné</a:t>
            </a:r>
            <a:r>
              <a:rPr lang="en-US" sz="1500" spc="-1" dirty="0">
                <a:solidFill>
                  <a:srgbClr val="000000"/>
                </a:solidFill>
                <a:latin typeface="Calibri"/>
              </a:rPr>
              <a:t> de la </a:t>
            </a:r>
            <a:r>
              <a:rPr lang="en-US" sz="1500" spc="-1" dirty="0" err="1">
                <a:solidFill>
                  <a:srgbClr val="000000"/>
                </a:solidFill>
                <a:latin typeface="Calibri"/>
              </a:rPr>
              <a:t>compétence</a:t>
            </a:r>
            <a:r>
              <a:rPr lang="en-US" sz="1500" spc="-1" dirty="0">
                <a:solidFill>
                  <a:srgbClr val="000000"/>
                </a:solidFill>
                <a:latin typeface="Calibri"/>
              </a:rPr>
              <a:t> </a:t>
            </a:r>
            <a:r>
              <a:rPr lang="en-US" sz="1500" spc="-1" dirty="0" err="1">
                <a:solidFill>
                  <a:srgbClr val="000000"/>
                </a:solidFill>
                <a:latin typeface="Calibri"/>
              </a:rPr>
              <a:t>visée</a:t>
            </a:r>
            <a:r>
              <a:rPr lang="en-US" sz="1500" spc="-1" dirty="0">
                <a:solidFill>
                  <a:srgbClr val="000000"/>
                </a:solidFill>
                <a:latin typeface="Calibri"/>
              </a:rPr>
              <a:t> : novice, </a:t>
            </a:r>
            <a:r>
              <a:rPr lang="en-US" sz="1500" spc="-1" dirty="0" err="1">
                <a:solidFill>
                  <a:srgbClr val="000000"/>
                </a:solidFill>
                <a:latin typeface="Calibri"/>
              </a:rPr>
              <a:t>intermédiaire</a:t>
            </a:r>
            <a:r>
              <a:rPr lang="en-US" sz="1500" spc="-1" dirty="0">
                <a:solidFill>
                  <a:srgbClr val="000000"/>
                </a:solidFill>
                <a:latin typeface="Calibri"/>
              </a:rPr>
              <a:t>, </a:t>
            </a:r>
            <a:r>
              <a:rPr lang="en-US" sz="1500" spc="-1" dirty="0" err="1">
                <a:solidFill>
                  <a:srgbClr val="000000"/>
                </a:solidFill>
                <a:latin typeface="Calibri"/>
              </a:rPr>
              <a:t>avancé</a:t>
            </a:r>
            <a:r>
              <a:rPr lang="en-US" sz="1500" spc="-1" dirty="0">
                <a:solidFill>
                  <a:srgbClr val="000000"/>
                </a:solidFill>
                <a:latin typeface="Calibri"/>
              </a:rPr>
              <a:t>. </a:t>
            </a:r>
            <a:r>
              <a:rPr lang="en-US" sz="1500" spc="-1" dirty="0" err="1">
                <a:solidFill>
                  <a:srgbClr val="000000"/>
                </a:solidFill>
                <a:latin typeface="Calibri"/>
              </a:rPr>
              <a:t>Ils</a:t>
            </a:r>
            <a:r>
              <a:rPr lang="en-US" sz="1500" spc="-1" dirty="0">
                <a:solidFill>
                  <a:srgbClr val="000000"/>
                </a:solidFill>
                <a:latin typeface="Calibri"/>
              </a:rPr>
              <a:t> </a:t>
            </a:r>
            <a:r>
              <a:rPr lang="en-US" sz="1500" spc="-1" dirty="0" err="1">
                <a:solidFill>
                  <a:srgbClr val="000000"/>
                </a:solidFill>
                <a:latin typeface="Calibri"/>
              </a:rPr>
              <a:t>peuvent</a:t>
            </a:r>
            <a:r>
              <a:rPr lang="en-US" sz="1500" spc="-1" dirty="0">
                <a:solidFill>
                  <a:srgbClr val="000000"/>
                </a:solidFill>
                <a:latin typeface="Calibri"/>
              </a:rPr>
              <a:t> </a:t>
            </a:r>
            <a:r>
              <a:rPr lang="en-US" sz="1500" spc="-1" dirty="0" err="1">
                <a:solidFill>
                  <a:srgbClr val="000000"/>
                </a:solidFill>
                <a:latin typeface="Calibri"/>
              </a:rPr>
              <a:t>inclure</a:t>
            </a:r>
            <a:r>
              <a:rPr lang="en-US" sz="1500" spc="-1" dirty="0">
                <a:solidFill>
                  <a:srgbClr val="000000"/>
                </a:solidFill>
                <a:latin typeface="Calibri"/>
              </a:rPr>
              <a:t> des « concepts </a:t>
            </a:r>
            <a:r>
              <a:rPr lang="en-US" sz="1500" spc="-1" dirty="0" err="1">
                <a:solidFill>
                  <a:srgbClr val="000000"/>
                </a:solidFill>
                <a:latin typeface="Calibri"/>
              </a:rPr>
              <a:t>seuils</a:t>
            </a:r>
            <a:r>
              <a:rPr lang="en-US" sz="1500" spc="-1" dirty="0">
                <a:solidFill>
                  <a:srgbClr val="000000"/>
                </a:solidFill>
                <a:latin typeface="Calibri"/>
              </a:rPr>
              <a:t> » (de </a:t>
            </a:r>
            <a:r>
              <a:rPr lang="en-US" sz="1500" spc="-1" dirty="0" err="1">
                <a:solidFill>
                  <a:srgbClr val="000000"/>
                </a:solidFill>
                <a:latin typeface="Calibri"/>
              </a:rPr>
              <a:t>l’anglais</a:t>
            </a:r>
            <a:r>
              <a:rPr lang="en-US" sz="1500" spc="-1" dirty="0">
                <a:solidFill>
                  <a:srgbClr val="000000"/>
                </a:solidFill>
                <a:latin typeface="Calibri"/>
              </a:rPr>
              <a:t>, </a:t>
            </a:r>
            <a:r>
              <a:rPr lang="en-US" sz="1500" spc="-1" dirty="0" err="1">
                <a:solidFill>
                  <a:srgbClr val="000000"/>
                </a:solidFill>
                <a:latin typeface="Calibri"/>
              </a:rPr>
              <a:t>threashold</a:t>
            </a:r>
            <a:r>
              <a:rPr lang="en-US" sz="1500" spc="-1" dirty="0">
                <a:solidFill>
                  <a:srgbClr val="000000"/>
                </a:solidFill>
                <a:latin typeface="Calibri"/>
              </a:rPr>
              <a:t> concepts).</a:t>
            </a:r>
            <a:endParaRPr lang="fr-FR" sz="1500"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Rectangle 6"/>
          <p:cNvSpPr/>
          <p:nvPr/>
        </p:nvSpPr>
        <p:spPr>
          <a:xfrm>
            <a:off x="2196001" y="469947"/>
            <a:ext cx="4551164" cy="1437120"/>
          </a:xfrm>
          <a:prstGeom prst="rect">
            <a:avLst/>
          </a:prstGeom>
          <a:solidFill>
            <a:schemeClr val="accent2">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000" b="1" spc="-1" dirty="0">
                <a:solidFill>
                  <a:srgbClr val="000000"/>
                </a:solidFill>
                <a:latin typeface="Calibri" panose="020F0502020204030204" pitchFamily="34" charset="0"/>
                <a:ea typeface="DejaVu Sans"/>
                <a:cs typeface="Calibri" panose="020F0502020204030204" pitchFamily="34" charset="0"/>
              </a:rPr>
              <a:t>Composantes essentielles</a:t>
            </a:r>
            <a:endParaRPr lang="fr-FR" sz="1000" spc="-1" dirty="0">
              <a:solidFill>
                <a:srgbClr val="000000"/>
              </a:solidFill>
              <a:latin typeface="Calibri" panose="020F0502020204030204" pitchFamily="34" charset="0"/>
              <a:cs typeface="Calibri" panose="020F0502020204030204" pitchFamily="34" charset="0"/>
            </a:endParaRPr>
          </a:p>
          <a:p>
            <a:pPr marL="171360" indent="-171360" defTabSz="914400">
              <a:buClr>
                <a:srgbClr val="000000"/>
              </a:buClr>
              <a:buFont typeface="Arial"/>
              <a:buChar char="•"/>
            </a:pPr>
            <a:r>
              <a:rPr lang="fr-FR" sz="1000" spc="-1" dirty="0">
                <a:latin typeface="Calibri" panose="020F0502020204030204" pitchFamily="34" charset="0"/>
                <a:ea typeface="Calibri"/>
                <a:cs typeface="Calibri" panose="020F0502020204030204" pitchFamily="34" charset="0"/>
              </a:rPr>
              <a:t>En adaptant la solution aux besoins de l’utilisateur</a:t>
            </a:r>
            <a:endParaRPr lang="fr-FR" sz="1000" spc="-1" dirty="0">
              <a:latin typeface="Calibri" panose="020F0502020204030204" pitchFamily="34" charset="0"/>
              <a:cs typeface="Calibri" panose="020F0502020204030204" pitchFamily="34" charset="0"/>
            </a:endParaRPr>
          </a:p>
          <a:p>
            <a:pPr marL="171360" indent="-171360">
              <a:buClr>
                <a:srgbClr val="000000"/>
              </a:buClr>
              <a:buFont typeface="Arial"/>
              <a:buChar char="•"/>
            </a:pPr>
            <a:r>
              <a:rPr lang="fr-FR" sz="1000" spc="-1" dirty="0">
                <a:solidFill>
                  <a:srgbClr val="000000"/>
                </a:solidFill>
                <a:latin typeface="Calibri" panose="020F0502020204030204" pitchFamily="34" charset="0"/>
                <a:ea typeface="Calibri"/>
                <a:cs typeface="Calibri" panose="020F0502020204030204" pitchFamily="34" charset="0"/>
              </a:rPr>
              <a:t>En utilisant des méthodes et outils assurant la qualité du système (développement logiciel, gestion de projet informatique, standards qualité, sûreté, sécurité, amélioration continue)</a:t>
            </a:r>
            <a:endParaRPr lang="fr-FR" sz="10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1000" spc="-1" dirty="0">
                <a:solidFill>
                  <a:srgbClr val="000000"/>
                </a:solidFill>
                <a:latin typeface="Calibri" panose="020F0502020204030204" pitchFamily="34" charset="0"/>
                <a:ea typeface="Calibri"/>
                <a:cs typeface="Calibri" panose="020F0502020204030204" pitchFamily="34" charset="0"/>
              </a:rPr>
              <a:t>En adoptant une approche systémique (aspects matériels et logiciels)</a:t>
            </a:r>
            <a:endParaRPr lang="fr-FR" sz="10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1000" spc="-1" dirty="0">
                <a:solidFill>
                  <a:srgbClr val="000000"/>
                </a:solidFill>
                <a:latin typeface="Calibri" panose="020F0502020204030204" pitchFamily="34" charset="0"/>
                <a:ea typeface="Calibri"/>
                <a:cs typeface="Calibri" panose="020F0502020204030204" pitchFamily="34" charset="0"/>
              </a:rPr>
              <a:t>En communiquant de manière </a:t>
            </a:r>
            <a:r>
              <a:rPr lang="fr-FR" sz="1000" spc="-1" dirty="0">
                <a:latin typeface="Calibri" panose="020F0502020204030204" pitchFamily="34" charset="0"/>
                <a:ea typeface="Calibri"/>
                <a:cs typeface="Calibri" panose="020F0502020204030204" pitchFamily="34" charset="0"/>
              </a:rPr>
              <a:t>adaptée avec des concepteurs, développeurs et utilisateurs </a:t>
            </a:r>
            <a:r>
              <a:rPr lang="fr-FR" sz="1000" spc="-1" dirty="0">
                <a:solidFill>
                  <a:srgbClr val="000000"/>
                </a:solidFill>
                <a:latin typeface="Calibri" panose="020F0502020204030204" pitchFamily="34" charset="0"/>
                <a:ea typeface="Calibri"/>
                <a:cs typeface="Calibri" panose="020F0502020204030204" pitchFamily="34" charset="0"/>
              </a:rPr>
              <a:t>(écrit, oral)</a:t>
            </a:r>
            <a:endParaRPr lang="fr-FR" sz="10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1000" spc="-1" dirty="0">
                <a:latin typeface="Calibri" panose="020F0502020204030204" pitchFamily="34" charset="0"/>
                <a:ea typeface="Calibri"/>
                <a:cs typeface="Calibri" panose="020F0502020204030204" pitchFamily="34" charset="0"/>
              </a:rPr>
              <a:t>En prenant en compte l’impact environnemental</a:t>
            </a:r>
          </a:p>
          <a:p>
            <a:pPr algn="just">
              <a:lnSpc>
                <a:spcPct val="100000"/>
              </a:lnSpc>
            </a:pPr>
            <a:endParaRPr lang="fr-FR" sz="1000" spc="-1" dirty="0">
              <a:solidFill>
                <a:srgbClr val="000000"/>
              </a:solidFill>
              <a:latin typeface="Arial"/>
            </a:endParaRPr>
          </a:p>
        </p:txBody>
      </p:sp>
      <p:sp>
        <p:nvSpPr>
          <p:cNvPr id="398" name="Rectangle 8"/>
          <p:cNvSpPr/>
          <p:nvPr/>
        </p:nvSpPr>
        <p:spPr>
          <a:xfrm>
            <a:off x="2199938" y="2251165"/>
            <a:ext cx="4547227" cy="861944"/>
          </a:xfrm>
          <a:prstGeom prst="rect">
            <a:avLst/>
          </a:prstGeom>
          <a:solidFill>
            <a:schemeClr val="accent2">
              <a:lumMod val="40000"/>
              <a:lumOff val="6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Ingénieur DevOps, </a:t>
            </a:r>
          </a:p>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Architecte big data, </a:t>
            </a:r>
          </a:p>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Architecte SI, </a:t>
            </a:r>
          </a:p>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Ingénieur d’études / Recherche et Développement</a:t>
            </a:r>
            <a:endParaRPr lang="fr-FR" sz="1000" spc="-1" dirty="0">
              <a:solidFill>
                <a:srgbClr val="000000"/>
              </a:solidFill>
              <a:latin typeface="Calibri" panose="020F0502020204030204" pitchFamily="34" charset="0"/>
              <a:cs typeface="Calibri" panose="020F0502020204030204" pitchFamily="34" charset="0"/>
            </a:endParaRPr>
          </a:p>
          <a:p>
            <a:pPr>
              <a:lnSpc>
                <a:spcPct val="100000"/>
              </a:lnSpc>
            </a:pPr>
            <a:endParaRPr lang="fr-FR" sz="1200" spc="-1" dirty="0">
              <a:solidFill>
                <a:srgbClr val="000000"/>
              </a:solidFill>
              <a:latin typeface="Arial"/>
            </a:endParaRPr>
          </a:p>
        </p:txBody>
      </p:sp>
      <p:sp>
        <p:nvSpPr>
          <p:cNvPr id="399" name="ZoneTexte 11"/>
          <p:cNvSpPr/>
          <p:nvPr/>
        </p:nvSpPr>
        <p:spPr>
          <a:xfrm>
            <a:off x="-501748" y="1998547"/>
            <a:ext cx="3345120" cy="28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300" b="1" spc="-1" dirty="0">
                <a:solidFill>
                  <a:srgbClr val="000000"/>
                </a:solidFill>
                <a:latin typeface="Myriad Pro"/>
                <a:ea typeface="DejaVu Sans"/>
              </a:rPr>
              <a:t>Situations professionnelles</a:t>
            </a:r>
            <a:endParaRPr lang="fr-FR" sz="1300" spc="-1" dirty="0">
              <a:solidFill>
                <a:srgbClr val="000000"/>
              </a:solidFill>
              <a:latin typeface="Arial"/>
            </a:endParaRPr>
          </a:p>
        </p:txBody>
      </p:sp>
      <p:sp>
        <p:nvSpPr>
          <p:cNvPr id="400" name="Rectangle 26"/>
          <p:cNvSpPr/>
          <p:nvPr/>
        </p:nvSpPr>
        <p:spPr>
          <a:xfrm>
            <a:off x="2270612" y="3540334"/>
            <a:ext cx="4463881" cy="1298483"/>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sp>
        <p:nvSpPr>
          <p:cNvPr id="401" name="Rectangle 27"/>
          <p:cNvSpPr/>
          <p:nvPr/>
        </p:nvSpPr>
        <p:spPr>
          <a:xfrm>
            <a:off x="2264132" y="4868362"/>
            <a:ext cx="4470361" cy="1620172"/>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sp>
        <p:nvSpPr>
          <p:cNvPr id="402" name="Rectangle 28"/>
          <p:cNvSpPr/>
          <p:nvPr/>
        </p:nvSpPr>
        <p:spPr>
          <a:xfrm>
            <a:off x="2270612" y="6521444"/>
            <a:ext cx="4460822" cy="1565068"/>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grpSp>
        <p:nvGrpSpPr>
          <p:cNvPr id="403" name="Groupe 4"/>
          <p:cNvGrpSpPr/>
          <p:nvPr/>
        </p:nvGrpSpPr>
        <p:grpSpPr>
          <a:xfrm>
            <a:off x="101972" y="3508293"/>
            <a:ext cx="2130300" cy="5022720"/>
            <a:chOff x="27360" y="2289240"/>
            <a:chExt cx="2130300" cy="5022720"/>
          </a:xfrm>
        </p:grpSpPr>
        <p:sp>
          <p:nvSpPr>
            <p:cNvPr id="404" name="Chevron 7"/>
            <p:cNvSpPr/>
            <p:nvPr/>
          </p:nvSpPr>
          <p:spPr>
            <a:xfrm rot="5400000">
              <a:off x="3634" y="3575071"/>
              <a:ext cx="2193051" cy="2108880"/>
            </a:xfrm>
            <a:prstGeom prst="chevron">
              <a:avLst>
                <a:gd name="adj" fmla="val 21677"/>
              </a:avLst>
            </a:prstGeom>
            <a:solidFill>
              <a:schemeClr val="accent1">
                <a:lumMod val="40000"/>
                <a:lumOff val="6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spc="-1">
                <a:solidFill>
                  <a:srgbClr val="000000"/>
                </a:solidFill>
                <a:latin typeface="Calibri"/>
                <a:ea typeface="DejaVu Sans"/>
              </a:endParaRPr>
            </a:p>
          </p:txBody>
        </p:sp>
        <p:sp>
          <p:nvSpPr>
            <p:cNvPr id="405" name="Chevron 9"/>
            <p:cNvSpPr/>
            <p:nvPr/>
          </p:nvSpPr>
          <p:spPr>
            <a:xfrm rot="5400000">
              <a:off x="81980" y="5236281"/>
              <a:ext cx="2042479" cy="2108880"/>
            </a:xfrm>
            <a:prstGeom prst="chevron">
              <a:avLst>
                <a:gd name="adj" fmla="val 21677"/>
              </a:avLst>
            </a:prstGeom>
            <a:solidFill>
              <a:schemeClr val="accent1">
                <a:lumMod val="60000"/>
                <a:lumOff val="4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spc="-1">
                <a:solidFill>
                  <a:srgbClr val="000000"/>
                </a:solidFill>
                <a:latin typeface="Calibri"/>
                <a:ea typeface="DejaVu Sans"/>
              </a:endParaRPr>
            </a:p>
          </p:txBody>
        </p:sp>
        <p:sp>
          <p:nvSpPr>
            <p:cNvPr id="406" name="Signalisation droite 12"/>
            <p:cNvSpPr/>
            <p:nvPr/>
          </p:nvSpPr>
          <p:spPr>
            <a:xfrm rot="5400000">
              <a:off x="264600" y="2100240"/>
              <a:ext cx="1671120" cy="2108880"/>
            </a:xfrm>
            <a:prstGeom prst="homePlate">
              <a:avLst>
                <a:gd name="adj" fmla="val 23531"/>
              </a:avLst>
            </a:prstGeom>
            <a:solidFill>
              <a:schemeClr val="accent1">
                <a:lumMod val="20000"/>
                <a:lumOff val="8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200" spc="-1">
                <a:solidFill>
                  <a:srgbClr val="000000"/>
                </a:solidFill>
                <a:latin typeface="Myriad Pro"/>
                <a:ea typeface="DejaVu Sans"/>
              </a:endParaRPr>
            </a:p>
          </p:txBody>
        </p:sp>
        <p:sp>
          <p:nvSpPr>
            <p:cNvPr id="407" name="ZoneTexte 13"/>
            <p:cNvSpPr/>
            <p:nvPr/>
          </p:nvSpPr>
          <p:spPr>
            <a:xfrm>
              <a:off x="41760" y="2289240"/>
              <a:ext cx="2108880" cy="829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DejaVu Sans"/>
                </a:rPr>
                <a:t>Niveau 1</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Pour une application simple 3-tiers intégrant une base de données</a:t>
              </a:r>
              <a:endParaRPr lang="fr-FR" sz="1200" spc="-1" dirty="0">
                <a:solidFill>
                  <a:srgbClr val="000000"/>
                </a:solidFill>
                <a:latin typeface="Arial"/>
              </a:endParaRPr>
            </a:p>
          </p:txBody>
        </p:sp>
        <p:sp>
          <p:nvSpPr>
            <p:cNvPr id="408" name="ZoneTexte 14"/>
            <p:cNvSpPr/>
            <p:nvPr/>
          </p:nvSpPr>
          <p:spPr>
            <a:xfrm>
              <a:off x="41760" y="4080545"/>
              <a:ext cx="2108880" cy="101420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DejaVu Sans"/>
                </a:rPr>
                <a:t>Niveau 2</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Pour une application N-tiers intégrant une base de données et programmée en langage objet</a:t>
              </a:r>
              <a:endParaRPr lang="fr-FR" sz="1200" spc="-1" dirty="0">
                <a:solidFill>
                  <a:srgbClr val="000000"/>
                </a:solidFill>
                <a:latin typeface="Arial"/>
              </a:endParaRPr>
            </a:p>
          </p:txBody>
        </p:sp>
        <p:sp>
          <p:nvSpPr>
            <p:cNvPr id="409" name="ZoneTexte 15"/>
            <p:cNvSpPr/>
            <p:nvPr/>
          </p:nvSpPr>
          <p:spPr>
            <a:xfrm>
              <a:off x="27360" y="5830181"/>
              <a:ext cx="21088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DejaVu Sans"/>
                </a:rPr>
                <a:t>Niveau 3</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Pour une application traitant des données du </a:t>
              </a:r>
              <a:r>
                <a:rPr lang="fr-FR" sz="1200" spc="-1" dirty="0" err="1">
                  <a:solidFill>
                    <a:srgbClr val="000000"/>
                  </a:solidFill>
                  <a:latin typeface="Calibri"/>
                  <a:ea typeface="Calibri"/>
                </a:rPr>
                <a:t>BigData</a:t>
              </a:r>
              <a:endParaRPr lang="fr-FR" sz="1200" spc="-1" dirty="0">
                <a:solidFill>
                  <a:srgbClr val="000000"/>
                </a:solidFill>
                <a:latin typeface="Arial"/>
              </a:endParaRPr>
            </a:p>
          </p:txBody>
        </p:sp>
      </p:grpSp>
      <p:sp>
        <p:nvSpPr>
          <p:cNvPr id="410" name="ZoneTexte 2"/>
          <p:cNvSpPr/>
          <p:nvPr/>
        </p:nvSpPr>
        <p:spPr>
          <a:xfrm>
            <a:off x="2210852" y="3155515"/>
            <a:ext cx="365436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600" b="1" i="1" spc="-1" dirty="0">
                <a:solidFill>
                  <a:srgbClr val="000000"/>
                </a:solidFill>
                <a:latin typeface="Calibri"/>
                <a:ea typeface="DejaVu Sans"/>
              </a:rPr>
              <a:t>Apprentissages critiques</a:t>
            </a:r>
            <a:endParaRPr lang="fr-FR" sz="1600" spc="-1" dirty="0">
              <a:solidFill>
                <a:srgbClr val="000000"/>
              </a:solidFill>
              <a:latin typeface="Arial"/>
            </a:endParaRPr>
          </a:p>
        </p:txBody>
      </p:sp>
      <p:sp>
        <p:nvSpPr>
          <p:cNvPr id="411" name="Rectangle 1"/>
          <p:cNvSpPr/>
          <p:nvPr/>
        </p:nvSpPr>
        <p:spPr>
          <a:xfrm>
            <a:off x="81825" y="469947"/>
            <a:ext cx="2033729" cy="1437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fr-FR" sz="1200" b="1" cap="all" spc="-1" dirty="0">
                <a:solidFill>
                  <a:srgbClr val="FFFFFF"/>
                </a:solidFill>
                <a:latin typeface="Myriad Pro"/>
                <a:ea typeface="Calibri"/>
              </a:rPr>
              <a:t>Concevoir et mettre en œuvre des systèmes informatiques</a:t>
            </a:r>
            <a:endParaRPr lang="fr-FR" sz="1200" spc="-1" dirty="0">
              <a:solidFill>
                <a:srgbClr val="FFFFFF"/>
              </a:solidFill>
              <a:latin typeface="Arial"/>
            </a:endParaRPr>
          </a:p>
          <a:p>
            <a:pPr algn="ctr">
              <a:spcAft>
                <a:spcPts val="601"/>
              </a:spcAft>
            </a:pPr>
            <a:endParaRPr lang="fr-FR" sz="1200" spc="-1" dirty="0">
              <a:solidFill>
                <a:srgbClr val="FFFFFF"/>
              </a:solidFill>
              <a:latin typeface="Arial"/>
            </a:endParaRPr>
          </a:p>
          <a:p>
            <a:pPr algn="ctr">
              <a:spcAft>
                <a:spcPts val="601"/>
              </a:spcAft>
            </a:pPr>
            <a:r>
              <a:rPr lang="fr-FR" sz="1200" cap="all" spc="-1" dirty="0">
                <a:solidFill>
                  <a:srgbClr val="FFFFFE"/>
                </a:solidFill>
                <a:latin typeface="Calibri"/>
                <a:ea typeface="Calibri"/>
              </a:rPr>
              <a:t>RNCP35994BC01</a:t>
            </a:r>
            <a:endParaRPr lang="fr-FR" sz="1200" spc="-1" dirty="0">
              <a:solidFill>
                <a:srgbClr val="FFFFFF"/>
              </a:solidFill>
              <a:latin typeface="Arial"/>
            </a:endParaRPr>
          </a:p>
        </p:txBody>
      </p:sp>
      <p:sp>
        <p:nvSpPr>
          <p:cNvPr id="412" name="ZoneTexte 17"/>
          <p:cNvSpPr/>
          <p:nvPr/>
        </p:nvSpPr>
        <p:spPr>
          <a:xfrm>
            <a:off x="2290442" y="3544544"/>
            <a:ext cx="4373593" cy="147587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AC1.1</a:t>
            </a:r>
            <a:r>
              <a:rPr lang="fr-FR" sz="900" spc="-1" dirty="0">
                <a:solidFill>
                  <a:srgbClr val="000000"/>
                </a:solidFill>
                <a:latin typeface="Calibri" panose="020F0502020204030204" pitchFamily="34" charset="0"/>
                <a:ea typeface="Calibri"/>
                <a:cs typeface="Calibri" panose="020F0502020204030204" pitchFamily="34" charset="0"/>
              </a:rPr>
              <a:t> Concevoir, gérer et utiliser une base de données</a:t>
            </a:r>
            <a:endParaRPr lang="fr-FR" sz="900" spc="-1" dirty="0">
              <a:solidFill>
                <a:srgbClr val="000000"/>
              </a:solidFill>
              <a:latin typeface="Calibri" panose="020F0502020204030204" pitchFamily="34" charset="0"/>
              <a:cs typeface="Calibri" panose="020F0502020204030204" pitchFamily="34" charset="0"/>
            </a:endParaRP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AC1.2 </a:t>
            </a:r>
            <a:r>
              <a:rPr lang="fr-FR" sz="900" spc="-1" dirty="0">
                <a:solidFill>
                  <a:srgbClr val="000000"/>
                </a:solidFill>
                <a:latin typeface="Calibri" panose="020F0502020204030204" pitchFamily="34" charset="0"/>
                <a:ea typeface="Calibri"/>
                <a:cs typeface="Calibri" panose="020F0502020204030204" pitchFamily="34" charset="0"/>
              </a:rPr>
              <a:t>Concevoir et implémenter une application orientée objet de petite taille (&lt;10classes) </a:t>
            </a: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AC1.3 </a:t>
            </a:r>
            <a:r>
              <a:rPr lang="fr-FR" sz="900" spc="-1" dirty="0">
                <a:solidFill>
                  <a:srgbClr val="000000"/>
                </a:solidFill>
                <a:latin typeface="Calibri" panose="020F0502020204030204" pitchFamily="34" charset="0"/>
                <a:ea typeface="Calibri"/>
                <a:cs typeface="Calibri" panose="020F0502020204030204" pitchFamily="34" charset="0"/>
              </a:rPr>
              <a:t>Résoudre un problème en implémentant un algorithme dans un programme informatique </a:t>
            </a:r>
            <a:r>
              <a:rPr lang="fr-FR" sz="900" spc="-1" dirty="0">
                <a:latin typeface="Calibri" panose="020F0502020204030204" pitchFamily="34" charset="0"/>
                <a:ea typeface="Calibri"/>
                <a:cs typeface="Calibri" panose="020F0502020204030204" pitchFamily="34" charset="0"/>
              </a:rPr>
              <a:t>procédural ou objet </a:t>
            </a: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AC1.4 </a:t>
            </a:r>
            <a:r>
              <a:rPr lang="fr-FR" sz="900" spc="-1" dirty="0">
                <a:solidFill>
                  <a:srgbClr val="000000"/>
                </a:solidFill>
                <a:latin typeface="Calibri" panose="020F0502020204030204" pitchFamily="34" charset="0"/>
                <a:ea typeface="Calibri"/>
                <a:cs typeface="Calibri" panose="020F0502020204030204" pitchFamily="34" charset="0"/>
              </a:rPr>
              <a:t>Mettre en œuvre une architecture client-serveur 3-tiers </a:t>
            </a: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AC1.5 </a:t>
            </a:r>
            <a:r>
              <a:rPr lang="fr-FR" sz="900" spc="-1" dirty="0">
                <a:solidFill>
                  <a:srgbClr val="000000"/>
                </a:solidFill>
                <a:latin typeface="Calibri" panose="020F0502020204030204" pitchFamily="34" charset="0"/>
                <a:ea typeface="Calibri"/>
                <a:cs typeface="Calibri" panose="020F0502020204030204" pitchFamily="34" charset="0"/>
              </a:rPr>
              <a:t>Concevoir et implémenter une application web de rendu de données / intégrant une BD</a:t>
            </a:r>
            <a:endParaRPr lang="fr-FR" sz="900" spc="-1" dirty="0">
              <a:solidFill>
                <a:srgbClr val="000000"/>
              </a:solidFill>
              <a:latin typeface="Calibri" panose="020F0502020204030204" pitchFamily="34" charset="0"/>
              <a:cs typeface="Calibri" panose="020F0502020204030204" pitchFamily="34" charset="0"/>
            </a:endParaRP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AC1.6 </a:t>
            </a:r>
            <a:r>
              <a:rPr lang="fr-FR" sz="900" spc="-1" dirty="0">
                <a:latin typeface="Calibri" panose="020F0502020204030204" pitchFamily="34" charset="0"/>
                <a:ea typeface="Calibri"/>
                <a:cs typeface="Calibri" panose="020F0502020204030204" pitchFamily="34" charset="0"/>
              </a:rPr>
              <a:t>Évaluer la consommation énergétique d’un programme</a:t>
            </a:r>
            <a:endParaRPr lang="fr-FR" sz="900" spc="-1" dirty="0">
              <a:latin typeface="Calibri" panose="020F0502020204030204" pitchFamily="34" charset="0"/>
              <a:cs typeface="Calibri" panose="020F0502020204030204" pitchFamily="34" charset="0"/>
            </a:endParaRPr>
          </a:p>
          <a:p>
            <a:pPr>
              <a:lnSpc>
                <a:spcPct val="100000"/>
              </a:lnSpc>
            </a:pPr>
            <a:endParaRPr lang="fr-FR" sz="900" spc="-1" dirty="0">
              <a:solidFill>
                <a:srgbClr val="000000"/>
              </a:solidFill>
              <a:latin typeface="Calibri" panose="020F0502020204030204" pitchFamily="34" charset="0"/>
              <a:cs typeface="Calibri" panose="020F0502020204030204" pitchFamily="34" charset="0"/>
            </a:endParaRPr>
          </a:p>
        </p:txBody>
      </p:sp>
      <p:sp>
        <p:nvSpPr>
          <p:cNvPr id="413" name="ZoneTexte 18"/>
          <p:cNvSpPr/>
          <p:nvPr/>
        </p:nvSpPr>
        <p:spPr>
          <a:xfrm>
            <a:off x="2290442" y="5259349"/>
            <a:ext cx="4354441" cy="78337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AC1.7 </a:t>
            </a:r>
            <a:r>
              <a:rPr lang="fr-FR" sz="900" spc="-1" dirty="0">
                <a:solidFill>
                  <a:srgbClr val="000000"/>
                </a:solidFill>
                <a:latin typeface="Calibri" panose="020F0502020204030204" pitchFamily="34" charset="0"/>
                <a:ea typeface="Calibri"/>
                <a:cs typeface="Calibri" panose="020F0502020204030204" pitchFamily="34" charset="0"/>
              </a:rPr>
              <a:t>Définir les caractéristiques techniques et fonctionnelles d'un système</a:t>
            </a:r>
            <a:endParaRPr lang="fr-FR" sz="900" spc="-1" dirty="0">
              <a:solidFill>
                <a:srgbClr val="000000"/>
              </a:solidFill>
              <a:latin typeface="Calibri" panose="020F0502020204030204" pitchFamily="34" charset="0"/>
              <a:cs typeface="Calibri" panose="020F0502020204030204" pitchFamily="34" charset="0"/>
            </a:endParaRP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AC1.8 </a:t>
            </a:r>
            <a:r>
              <a:rPr lang="fr-FR" sz="900" spc="-1" dirty="0">
                <a:solidFill>
                  <a:srgbClr val="000000"/>
                </a:solidFill>
                <a:latin typeface="Calibri" panose="020F0502020204030204" pitchFamily="34" charset="0"/>
                <a:ea typeface="Calibri"/>
                <a:cs typeface="Calibri" panose="020F0502020204030204" pitchFamily="34" charset="0"/>
              </a:rPr>
              <a:t>Spécifier et concevoir un logiciel </a:t>
            </a: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AC1.9 </a:t>
            </a:r>
            <a:r>
              <a:rPr lang="fr-FR" sz="900" spc="-1" dirty="0">
                <a:latin typeface="Calibri" panose="020F0502020204030204" pitchFamily="34" charset="0"/>
                <a:ea typeface="Calibri"/>
                <a:cs typeface="Calibri" panose="020F0502020204030204" pitchFamily="34" charset="0"/>
              </a:rPr>
              <a:t>Mettre en œuvre un processus </a:t>
            </a:r>
            <a:r>
              <a:rPr lang="fr-FR" sz="900" spc="-1" dirty="0">
                <a:solidFill>
                  <a:srgbClr val="000000"/>
                </a:solidFill>
                <a:latin typeface="Calibri" panose="020F0502020204030204" pitchFamily="34" charset="0"/>
                <a:ea typeface="Calibri"/>
                <a:cs typeface="Calibri" panose="020F0502020204030204" pitchFamily="34" charset="0"/>
              </a:rPr>
              <a:t>qualité et d’intégration continue dans le développement logiciel</a:t>
            </a:r>
            <a:endParaRPr lang="fr-FR" sz="900" spc="-1" dirty="0">
              <a:solidFill>
                <a:srgbClr val="000000"/>
              </a:solidFill>
              <a:latin typeface="Calibri" panose="020F0502020204030204" pitchFamily="34" charset="0"/>
              <a:cs typeface="Calibri" panose="020F0502020204030204" pitchFamily="34" charset="0"/>
            </a:endParaRP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AC1.10 </a:t>
            </a:r>
            <a:r>
              <a:rPr lang="fr-FR" sz="900" spc="-1" dirty="0">
                <a:solidFill>
                  <a:srgbClr val="000000"/>
                </a:solidFill>
                <a:latin typeface="Calibri" panose="020F0502020204030204" pitchFamily="34" charset="0"/>
                <a:ea typeface="Calibri"/>
                <a:cs typeface="Calibri" panose="020F0502020204030204" pitchFamily="34" charset="0"/>
              </a:rPr>
              <a:t>Choisir une méthode de développement adaptée</a:t>
            </a:r>
            <a:endParaRPr lang="fr-FR" sz="900" spc="-1" dirty="0">
              <a:solidFill>
                <a:srgbClr val="000000"/>
              </a:solidFill>
              <a:latin typeface="Calibri" panose="020F0502020204030204" pitchFamily="34" charset="0"/>
              <a:cs typeface="Calibri" panose="020F0502020204030204" pitchFamily="34" charset="0"/>
            </a:endParaRPr>
          </a:p>
        </p:txBody>
      </p:sp>
      <p:sp>
        <p:nvSpPr>
          <p:cNvPr id="414" name="ZoneTexte 19"/>
          <p:cNvSpPr/>
          <p:nvPr/>
        </p:nvSpPr>
        <p:spPr>
          <a:xfrm>
            <a:off x="2352342" y="6676408"/>
            <a:ext cx="4351382" cy="11988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AC1.11 </a:t>
            </a:r>
            <a:r>
              <a:rPr lang="fr-FR" sz="900" spc="-1" dirty="0">
                <a:solidFill>
                  <a:srgbClr val="000000"/>
                </a:solidFill>
                <a:latin typeface="Calibri" panose="020F0502020204030204" pitchFamily="34" charset="0"/>
                <a:ea typeface="Calibri"/>
                <a:cs typeface="Calibri" panose="020F0502020204030204" pitchFamily="34" charset="0"/>
              </a:rPr>
              <a:t>Définir et mettre en œuvre une architecture de système logiciel de données massives</a:t>
            </a:r>
            <a:endParaRPr lang="fr-FR" sz="900" spc="-1" dirty="0">
              <a:solidFill>
                <a:srgbClr val="000000"/>
              </a:solidFill>
              <a:latin typeface="Calibri" panose="020F0502020204030204" pitchFamily="34" charset="0"/>
              <a:cs typeface="Calibri" panose="020F0502020204030204" pitchFamily="34" charset="0"/>
            </a:endParaRP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AC1.12 </a:t>
            </a:r>
            <a:r>
              <a:rPr lang="fr-FR" sz="900" spc="-1" dirty="0">
                <a:solidFill>
                  <a:srgbClr val="000000"/>
                </a:solidFill>
                <a:latin typeface="Calibri" panose="020F0502020204030204" pitchFamily="34" charset="0"/>
                <a:ea typeface="Calibri"/>
                <a:cs typeface="Calibri" panose="020F0502020204030204" pitchFamily="34" charset="0"/>
              </a:rPr>
              <a:t>Caractériser et choisir les solutions logicielles et systèmes adaptés aux besoins</a:t>
            </a:r>
            <a:endParaRPr lang="fr-FR" sz="900" spc="-1" dirty="0">
              <a:solidFill>
                <a:srgbClr val="000000"/>
              </a:solidFill>
              <a:latin typeface="Calibri" panose="020F0502020204030204" pitchFamily="34" charset="0"/>
              <a:cs typeface="Calibri" panose="020F0502020204030204" pitchFamily="34" charset="0"/>
            </a:endParaRP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AC1.13 </a:t>
            </a:r>
            <a:r>
              <a:rPr lang="fr-FR" sz="900" spc="-1" dirty="0">
                <a:solidFill>
                  <a:srgbClr val="000000"/>
                </a:solidFill>
                <a:latin typeface="Calibri" panose="020F0502020204030204" pitchFamily="34" charset="0"/>
                <a:ea typeface="Calibri"/>
                <a:cs typeface="Calibri" panose="020F0502020204030204" pitchFamily="34" charset="0"/>
              </a:rPr>
              <a:t>S'assurer de la sûreté, la fiabilité et la sécurité du système, du traitement et des données</a:t>
            </a:r>
            <a:endParaRPr lang="fr-FR" sz="900" spc="-1" dirty="0">
              <a:solidFill>
                <a:srgbClr val="000000"/>
              </a:solidFill>
              <a:latin typeface="Calibri" panose="020F0502020204030204" pitchFamily="34" charset="0"/>
              <a:cs typeface="Calibri" panose="020F0502020204030204" pitchFamily="34" charset="0"/>
            </a:endParaRP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AC1.14 </a:t>
            </a:r>
            <a:r>
              <a:rPr lang="fr-FR" sz="900" spc="-1" dirty="0">
                <a:solidFill>
                  <a:srgbClr val="000000"/>
                </a:solidFill>
                <a:latin typeface="Calibri" panose="020F0502020204030204" pitchFamily="34" charset="0"/>
                <a:ea typeface="Calibri"/>
                <a:cs typeface="Calibri" panose="020F0502020204030204" pitchFamily="34" charset="0"/>
              </a:rPr>
              <a:t>Concevoir des applications et architectures multitâches et distribuées</a:t>
            </a:r>
            <a:endParaRPr lang="fr-FR" sz="900" spc="-1" dirty="0">
              <a:solidFill>
                <a:srgbClr val="000000"/>
              </a:solidFill>
              <a:latin typeface="Calibri" panose="020F0502020204030204" pitchFamily="34" charset="0"/>
              <a:cs typeface="Calibri" panose="020F0502020204030204" pitchFamily="34" charset="0"/>
            </a:endParaRPr>
          </a:p>
          <a:p>
            <a:pPr>
              <a:lnSpc>
                <a:spcPct val="100000"/>
              </a:lnSpc>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AC1.15 </a:t>
            </a:r>
            <a:r>
              <a:rPr lang="fr-FR" sz="900" spc="-1" dirty="0">
                <a:solidFill>
                  <a:srgbClr val="000000"/>
                </a:solidFill>
                <a:latin typeface="Calibri" panose="020F0502020204030204" pitchFamily="34" charset="0"/>
                <a:ea typeface="Calibri"/>
                <a:cs typeface="Calibri" panose="020F0502020204030204" pitchFamily="34" charset="0"/>
              </a:rPr>
              <a:t>Évaluer et optimiser les performances opérationnelles et énergétiques d'un système logiciel</a:t>
            </a:r>
            <a:endParaRPr lang="fr-FR" sz="900" spc="-1" dirty="0">
              <a:solidFill>
                <a:srgbClr val="000000"/>
              </a:solidFill>
              <a:latin typeface="Calibri" panose="020F0502020204030204" pitchFamily="34" charset="0"/>
              <a:cs typeface="Calibri" panose="020F0502020204030204" pitchFamily="34" charset="0"/>
            </a:endParaRPr>
          </a:p>
        </p:txBody>
      </p:sp>
      <p:sp>
        <p:nvSpPr>
          <p:cNvPr id="2" name="ZoneTexte 1">
            <a:extLst>
              <a:ext uri="{FF2B5EF4-FFF2-40B4-BE49-F238E27FC236}">
                <a16:creationId xmlns:a16="http://schemas.microsoft.com/office/drawing/2014/main" id="{9E4EBE6B-EB6E-6BBF-AC7D-F6780A41189D}"/>
              </a:ext>
            </a:extLst>
          </p:cNvPr>
          <p:cNvSpPr txBox="1"/>
          <p:nvPr/>
        </p:nvSpPr>
        <p:spPr>
          <a:xfrm>
            <a:off x="4341814" y="-385588"/>
            <a:ext cx="460382" cy="230832"/>
          </a:xfrm>
          <a:prstGeom prst="rect">
            <a:avLst/>
          </a:prstGeom>
          <a:noFill/>
        </p:spPr>
        <p:txBody>
          <a:bodyPr wrap="none" rtlCol="0">
            <a:spAutoFit/>
          </a:bodyPr>
          <a:lstStyle/>
          <a:p>
            <a:r>
              <a:rPr lang="es-ES_tradnl" sz="900" dirty="0">
                <a:solidFill>
                  <a:schemeClr val="bg1"/>
                </a:solidFill>
              </a:rPr>
              <a:t>(IDU)</a:t>
            </a:r>
            <a:endParaRPr lang="es-ES_tradnl" sz="105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Rectangle 16"/>
          <p:cNvSpPr/>
          <p:nvPr/>
        </p:nvSpPr>
        <p:spPr>
          <a:xfrm>
            <a:off x="2268606" y="389673"/>
            <a:ext cx="4441475" cy="1437120"/>
          </a:xfrm>
          <a:prstGeom prst="rect">
            <a:avLst/>
          </a:prstGeom>
          <a:solidFill>
            <a:schemeClr val="accent2">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000" b="1" spc="-1" dirty="0">
                <a:solidFill>
                  <a:srgbClr val="000000"/>
                </a:solidFill>
                <a:latin typeface="Calibri" panose="020F0502020204030204" pitchFamily="34" charset="0"/>
                <a:ea typeface="Calibri"/>
                <a:cs typeface="Calibri" panose="020F0502020204030204" pitchFamily="34" charset="0"/>
              </a:rPr>
              <a:t>Composantes essentielles</a:t>
            </a:r>
            <a:endParaRPr lang="fr-FR" sz="1000" spc="-1" dirty="0">
              <a:solidFill>
                <a:srgbClr val="000000"/>
              </a:solidFill>
              <a:latin typeface="Calibri" panose="020F0502020204030204" pitchFamily="34" charset="0"/>
              <a:cs typeface="Calibri" panose="020F0502020204030204" pitchFamily="34" charset="0"/>
            </a:endParaRPr>
          </a:p>
          <a:p>
            <a:pPr marL="216000" indent="-216000">
              <a:buClr>
                <a:srgbClr val="000000"/>
              </a:buClr>
              <a:buSzPct val="45000"/>
              <a:buFont typeface="Wingdings" charset="2"/>
              <a:buChar char=""/>
            </a:pPr>
            <a:r>
              <a:rPr lang="fr-FR" sz="1000" spc="-1" dirty="0">
                <a:solidFill>
                  <a:srgbClr val="000000"/>
                </a:solidFill>
                <a:latin typeface="Calibri" panose="020F0502020204030204" pitchFamily="34" charset="0"/>
                <a:cs typeface="Calibri" panose="020F0502020204030204" pitchFamily="34" charset="0"/>
              </a:rPr>
              <a:t>En utilisant des outils d’acquisition </a:t>
            </a:r>
            <a:r>
              <a:rPr lang="fr-FR" sz="1000" spc="-1" dirty="0">
                <a:latin typeface="Calibri" panose="020F0502020204030204" pitchFamily="34" charset="0"/>
                <a:cs typeface="Calibri" panose="020F0502020204030204" pitchFamily="34" charset="0"/>
              </a:rPr>
              <a:t>adaptés à la source de données </a:t>
            </a:r>
            <a:r>
              <a:rPr lang="fr-FR" sz="1000" spc="-1" dirty="0">
                <a:solidFill>
                  <a:srgbClr val="000000"/>
                </a:solidFill>
                <a:latin typeface="Calibri" panose="020F0502020204030204" pitchFamily="34" charset="0"/>
                <a:cs typeface="Calibri" panose="020F0502020204030204" pitchFamily="34" charset="0"/>
              </a:rPr>
              <a:t>(</a:t>
            </a:r>
            <a:r>
              <a:rPr lang="fr-FR" sz="1000" spc="-1" dirty="0" err="1">
                <a:solidFill>
                  <a:srgbClr val="000000"/>
                </a:solidFill>
                <a:latin typeface="Calibri" panose="020F0502020204030204" pitchFamily="34" charset="0"/>
                <a:cs typeface="Calibri" panose="020F0502020204030204" pitchFamily="34" charset="0"/>
              </a:rPr>
              <a:t>scrapping</a:t>
            </a:r>
            <a:r>
              <a:rPr lang="fr-FR" sz="1000" spc="-1" dirty="0">
                <a:solidFill>
                  <a:srgbClr val="000000"/>
                </a:solidFill>
                <a:latin typeface="Calibri" panose="020F0502020204030204" pitchFamily="34" charset="0"/>
                <a:cs typeface="Calibri" panose="020F0502020204030204" pitchFamily="34" charset="0"/>
              </a:rPr>
              <a:t>, api web ou dépôts de données structurées ou non)</a:t>
            </a:r>
          </a:p>
          <a:p>
            <a:pPr marL="216000" indent="-216000">
              <a:buClr>
                <a:srgbClr val="000000"/>
              </a:buClr>
              <a:buSzPct val="45000"/>
              <a:buFont typeface="Wingdings" charset="2"/>
              <a:buChar char=""/>
            </a:pPr>
            <a:r>
              <a:rPr lang="fr-FR" sz="1000" spc="-1" dirty="0">
                <a:solidFill>
                  <a:srgbClr val="000000"/>
                </a:solidFill>
                <a:latin typeface="Calibri" panose="020F0502020204030204" pitchFamily="34" charset="0"/>
                <a:cs typeface="Calibri" panose="020F0502020204030204" pitchFamily="34" charset="0"/>
              </a:rPr>
              <a:t>En déployant des processus adaptés (mesure de la qualité, analyses statistiques, IA, rendus visuels...)</a:t>
            </a:r>
          </a:p>
          <a:p>
            <a:pPr marL="216000" indent="-216000">
              <a:buClr>
                <a:srgbClr val="000000"/>
              </a:buClr>
              <a:buSzPct val="45000"/>
              <a:buFont typeface="Wingdings" charset="2"/>
              <a:buChar char=""/>
            </a:pPr>
            <a:r>
              <a:rPr lang="fr-FR" sz="1000" spc="-1" dirty="0">
                <a:solidFill>
                  <a:srgbClr val="000000"/>
                </a:solidFill>
                <a:latin typeface="Calibri" panose="020F0502020204030204" pitchFamily="34" charset="0"/>
                <a:cs typeface="Calibri" panose="020F0502020204030204" pitchFamily="34" charset="0"/>
              </a:rPr>
              <a:t>En déployant des analyses et visuels dans un but décisionnel </a:t>
            </a:r>
          </a:p>
          <a:p>
            <a:pPr marL="216000" indent="-216000">
              <a:buClr>
                <a:srgbClr val="000000"/>
              </a:buClr>
              <a:buSzPct val="45000"/>
              <a:buFont typeface="Wingdings" charset="2"/>
              <a:buChar char=""/>
            </a:pPr>
            <a:r>
              <a:rPr lang="fr-FR" sz="1000" spc="-1" dirty="0">
                <a:solidFill>
                  <a:srgbClr val="000000"/>
                </a:solidFill>
                <a:latin typeface="Calibri" panose="020F0502020204030204" pitchFamily="34" charset="0"/>
                <a:cs typeface="Calibri" panose="020F0502020204030204" pitchFamily="34" charset="0"/>
              </a:rPr>
              <a:t>En </a:t>
            </a:r>
            <a:r>
              <a:rPr lang="fr-FR" sz="1000" spc="-1" dirty="0">
                <a:latin typeface="Calibri" panose="020F0502020204030204" pitchFamily="34" charset="0"/>
                <a:cs typeface="Calibri" panose="020F0502020204030204" pitchFamily="34" charset="0"/>
              </a:rPr>
              <a:t>choisissant et </a:t>
            </a:r>
            <a:r>
              <a:rPr lang="fr-FR" sz="1000" spc="-1" dirty="0">
                <a:solidFill>
                  <a:srgbClr val="000000"/>
                </a:solidFill>
                <a:latin typeface="Calibri" panose="020F0502020204030204" pitchFamily="34" charset="0"/>
                <a:cs typeface="Calibri" panose="020F0502020204030204" pitchFamily="34" charset="0"/>
              </a:rPr>
              <a:t>gérant un stockage adéquat </a:t>
            </a:r>
            <a:r>
              <a:rPr lang="fr-FR" sz="1000" spc="-1" dirty="0">
                <a:latin typeface="Calibri" panose="020F0502020204030204" pitchFamily="34" charset="0"/>
                <a:cs typeface="Calibri" panose="020F0502020204030204" pitchFamily="34" charset="0"/>
              </a:rPr>
              <a:t>aux caractéristiques </a:t>
            </a:r>
            <a:r>
              <a:rPr lang="fr-FR" sz="1000" spc="-1" dirty="0">
                <a:solidFill>
                  <a:srgbClr val="000000"/>
                </a:solidFill>
                <a:latin typeface="Calibri" panose="020F0502020204030204" pitchFamily="34" charset="0"/>
                <a:cs typeface="Calibri" panose="020F0502020204030204" pitchFamily="34" charset="0"/>
              </a:rPr>
              <a:t>de la donnée</a:t>
            </a:r>
          </a:p>
          <a:p>
            <a:pPr marL="216000" indent="-216000">
              <a:buClr>
                <a:srgbClr val="000000"/>
              </a:buClr>
              <a:buSzPct val="45000"/>
              <a:buFont typeface="Wingdings" charset="2"/>
              <a:buChar char=""/>
            </a:pPr>
            <a:r>
              <a:rPr lang="fr-FR" sz="1000" spc="-1" dirty="0">
                <a:solidFill>
                  <a:srgbClr val="000000"/>
                </a:solidFill>
                <a:latin typeface="Calibri" panose="020F0502020204030204" pitchFamily="34" charset="0"/>
                <a:cs typeface="Calibri" panose="020F0502020204030204" pitchFamily="34" charset="0"/>
              </a:rPr>
              <a:t>En respectant les réglementations légales </a:t>
            </a:r>
          </a:p>
        </p:txBody>
      </p:sp>
      <p:sp>
        <p:nvSpPr>
          <p:cNvPr id="416" name="Rectangle 19"/>
          <p:cNvSpPr/>
          <p:nvPr/>
        </p:nvSpPr>
        <p:spPr>
          <a:xfrm>
            <a:off x="2266660" y="1963849"/>
            <a:ext cx="4441474" cy="610495"/>
          </a:xfrm>
          <a:prstGeom prst="rect">
            <a:avLst/>
          </a:prstGeom>
          <a:solidFill>
            <a:schemeClr val="accent2">
              <a:lumMod val="40000"/>
              <a:lumOff val="6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DATA </a:t>
            </a:r>
            <a:r>
              <a:rPr lang="fr-FR" sz="1000" spc="-1" dirty="0" err="1">
                <a:solidFill>
                  <a:srgbClr val="000000"/>
                </a:solidFill>
                <a:latin typeface="Calibri" panose="020F0502020204030204" pitchFamily="34" charset="0"/>
                <a:ea typeface="DejaVu Sans"/>
                <a:cs typeface="Calibri" panose="020F0502020204030204" pitchFamily="34" charset="0"/>
              </a:rPr>
              <a:t>Engineer</a:t>
            </a:r>
            <a:r>
              <a:rPr lang="fr-FR" sz="1000" spc="-1" dirty="0">
                <a:solidFill>
                  <a:srgbClr val="000000"/>
                </a:solidFill>
                <a:latin typeface="Calibri" panose="020F0502020204030204" pitchFamily="34" charset="0"/>
                <a:ea typeface="DejaVu Sans"/>
                <a:cs typeface="Calibri" panose="020F0502020204030204" pitchFamily="34" charset="0"/>
              </a:rPr>
              <a:t>, </a:t>
            </a:r>
          </a:p>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DATA </a:t>
            </a:r>
            <a:r>
              <a:rPr lang="fr-FR" sz="1000" spc="-1" dirty="0" err="1">
                <a:solidFill>
                  <a:srgbClr val="000000"/>
                </a:solidFill>
                <a:latin typeface="Calibri" panose="020F0502020204030204" pitchFamily="34" charset="0"/>
                <a:ea typeface="DejaVu Sans"/>
                <a:cs typeface="Calibri" panose="020F0502020204030204" pitchFamily="34" charset="0"/>
              </a:rPr>
              <a:t>Analyst</a:t>
            </a:r>
            <a:r>
              <a:rPr lang="fr-FR" sz="1000" spc="-1" dirty="0">
                <a:solidFill>
                  <a:srgbClr val="000000"/>
                </a:solidFill>
                <a:latin typeface="Calibri" panose="020F0502020204030204" pitchFamily="34" charset="0"/>
                <a:ea typeface="DejaVu Sans"/>
                <a:cs typeface="Calibri" panose="020F0502020204030204" pitchFamily="34" charset="0"/>
              </a:rPr>
              <a:t>, </a:t>
            </a:r>
          </a:p>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Data </a:t>
            </a:r>
            <a:r>
              <a:rPr lang="fr-FR" sz="1000" spc="-1" dirty="0" err="1">
                <a:solidFill>
                  <a:srgbClr val="000000"/>
                </a:solidFill>
                <a:latin typeface="Calibri" panose="020F0502020204030204" pitchFamily="34" charset="0"/>
                <a:ea typeface="DejaVu Sans"/>
                <a:cs typeface="Calibri" panose="020F0502020204030204" pitchFamily="34" charset="0"/>
              </a:rPr>
              <a:t>scientist</a:t>
            </a:r>
            <a:endParaRPr lang="fr-FR" sz="1000" spc="-1" dirty="0">
              <a:solidFill>
                <a:srgbClr val="000000"/>
              </a:solidFill>
              <a:latin typeface="Calibri" panose="020F0502020204030204" pitchFamily="34" charset="0"/>
              <a:cs typeface="Calibri" panose="020F0502020204030204" pitchFamily="34" charset="0"/>
            </a:endParaRPr>
          </a:p>
        </p:txBody>
      </p:sp>
      <p:sp>
        <p:nvSpPr>
          <p:cNvPr id="417" name="ZoneTexte 10"/>
          <p:cNvSpPr/>
          <p:nvPr/>
        </p:nvSpPr>
        <p:spPr>
          <a:xfrm>
            <a:off x="66106" y="1864316"/>
            <a:ext cx="2271601" cy="29093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fr-FR" sz="1300" b="1" spc="-1" dirty="0">
                <a:solidFill>
                  <a:srgbClr val="000000"/>
                </a:solidFill>
                <a:latin typeface="Myriad Pro"/>
                <a:ea typeface="DejaVu Sans"/>
              </a:rPr>
              <a:t>Situations professionnelles</a:t>
            </a:r>
            <a:endParaRPr lang="fr-FR" sz="1300" spc="-1" dirty="0">
              <a:solidFill>
                <a:srgbClr val="000000"/>
              </a:solidFill>
              <a:latin typeface="Arial"/>
            </a:endParaRPr>
          </a:p>
        </p:txBody>
      </p:sp>
      <p:sp>
        <p:nvSpPr>
          <p:cNvPr id="418" name="Rectangle 22"/>
          <p:cNvSpPr/>
          <p:nvPr/>
        </p:nvSpPr>
        <p:spPr>
          <a:xfrm>
            <a:off x="2234746" y="2902207"/>
            <a:ext cx="4473387" cy="153803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sp>
        <p:nvSpPr>
          <p:cNvPr id="419" name="Rectangle 25"/>
          <p:cNvSpPr/>
          <p:nvPr/>
        </p:nvSpPr>
        <p:spPr>
          <a:xfrm>
            <a:off x="2228267" y="4457155"/>
            <a:ext cx="4479940" cy="177781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sp>
        <p:nvSpPr>
          <p:cNvPr id="420" name="Rectangle 35"/>
          <p:cNvSpPr/>
          <p:nvPr/>
        </p:nvSpPr>
        <p:spPr>
          <a:xfrm>
            <a:off x="2234746" y="6256543"/>
            <a:ext cx="4473388" cy="177781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grpSp>
        <p:nvGrpSpPr>
          <p:cNvPr id="421" name="Groupe 7"/>
          <p:cNvGrpSpPr/>
          <p:nvPr/>
        </p:nvGrpSpPr>
        <p:grpSpPr>
          <a:xfrm>
            <a:off x="66106" y="2870167"/>
            <a:ext cx="2130301" cy="5620635"/>
            <a:chOff x="27360" y="2289240"/>
            <a:chExt cx="2130301" cy="6902241"/>
          </a:xfrm>
        </p:grpSpPr>
        <p:sp>
          <p:nvSpPr>
            <p:cNvPr id="422" name="Chevron 13"/>
            <p:cNvSpPr/>
            <p:nvPr/>
          </p:nvSpPr>
          <p:spPr>
            <a:xfrm rot="5400000">
              <a:off x="-271800" y="4565295"/>
              <a:ext cx="2743918" cy="2108880"/>
            </a:xfrm>
            <a:prstGeom prst="chevron">
              <a:avLst>
                <a:gd name="adj" fmla="val 21677"/>
              </a:avLst>
            </a:prstGeom>
            <a:solidFill>
              <a:schemeClr val="accent1">
                <a:lumMod val="40000"/>
                <a:lumOff val="6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spc="-1">
                <a:solidFill>
                  <a:srgbClr val="000000"/>
                </a:solidFill>
                <a:latin typeface="Calibri"/>
                <a:ea typeface="DejaVu Sans"/>
              </a:endParaRPr>
            </a:p>
          </p:txBody>
        </p:sp>
        <p:sp>
          <p:nvSpPr>
            <p:cNvPr id="423" name="Chevron 14"/>
            <p:cNvSpPr/>
            <p:nvPr/>
          </p:nvSpPr>
          <p:spPr>
            <a:xfrm rot="5400000">
              <a:off x="-268920" y="6764901"/>
              <a:ext cx="2744281" cy="2108880"/>
            </a:xfrm>
            <a:prstGeom prst="chevron">
              <a:avLst>
                <a:gd name="adj" fmla="val 21677"/>
              </a:avLst>
            </a:prstGeom>
            <a:solidFill>
              <a:schemeClr val="accent1">
                <a:lumMod val="60000"/>
                <a:lumOff val="4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spc="-1">
                <a:solidFill>
                  <a:srgbClr val="000000"/>
                </a:solidFill>
                <a:latin typeface="Calibri"/>
                <a:ea typeface="DejaVu Sans"/>
              </a:endParaRPr>
            </a:p>
          </p:txBody>
        </p:sp>
        <p:sp>
          <p:nvSpPr>
            <p:cNvPr id="424" name="Signalisation droite 6"/>
            <p:cNvSpPr/>
            <p:nvPr/>
          </p:nvSpPr>
          <p:spPr>
            <a:xfrm rot="5400000">
              <a:off x="-153000" y="2517840"/>
              <a:ext cx="2506320" cy="2108880"/>
            </a:xfrm>
            <a:prstGeom prst="homePlate">
              <a:avLst>
                <a:gd name="adj" fmla="val 23531"/>
              </a:avLst>
            </a:prstGeom>
            <a:solidFill>
              <a:schemeClr val="accent1">
                <a:lumMod val="20000"/>
                <a:lumOff val="8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200" spc="-1">
                <a:solidFill>
                  <a:srgbClr val="000000"/>
                </a:solidFill>
                <a:latin typeface="Myriad Pro"/>
                <a:ea typeface="DejaVu Sans"/>
              </a:endParaRPr>
            </a:p>
          </p:txBody>
        </p:sp>
        <p:sp>
          <p:nvSpPr>
            <p:cNvPr id="425" name="ZoneTexte 57"/>
            <p:cNvSpPr/>
            <p:nvPr/>
          </p:nvSpPr>
          <p:spPr>
            <a:xfrm>
              <a:off x="41760" y="2289240"/>
              <a:ext cx="2108880" cy="118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Calibri"/>
                </a:rPr>
                <a:t>Niveau 1</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Pour des données simples, en petites quantités (&lt;1000 tuples, &lt;20 caractéristiques, traitables en temps réel sur un PC de type bureautique)</a:t>
              </a:r>
              <a:endParaRPr lang="fr-FR" sz="1200" spc="-1" dirty="0">
                <a:solidFill>
                  <a:srgbClr val="000000"/>
                </a:solidFill>
                <a:latin typeface="Arial"/>
              </a:endParaRPr>
            </a:p>
          </p:txBody>
        </p:sp>
        <p:sp>
          <p:nvSpPr>
            <p:cNvPr id="426" name="ZoneTexte 58"/>
            <p:cNvSpPr/>
            <p:nvPr/>
          </p:nvSpPr>
          <p:spPr>
            <a:xfrm>
              <a:off x="41760" y="4875120"/>
              <a:ext cx="2108880" cy="1004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Calibri"/>
                </a:rPr>
                <a:t>Niveau 2</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Pour de grandes quantités de données nécessitant une ou plusieurs stations de calculs intensifs</a:t>
              </a:r>
              <a:endParaRPr lang="fr-FR" sz="1200" spc="-1" dirty="0">
                <a:solidFill>
                  <a:srgbClr val="000000"/>
                </a:solidFill>
                <a:latin typeface="Arial"/>
              </a:endParaRPr>
            </a:p>
          </p:txBody>
        </p:sp>
        <p:sp>
          <p:nvSpPr>
            <p:cNvPr id="427" name="ZoneTexte 59"/>
            <p:cNvSpPr/>
            <p:nvPr/>
          </p:nvSpPr>
          <p:spPr>
            <a:xfrm>
              <a:off x="27360" y="7135560"/>
              <a:ext cx="2108880" cy="101869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Calibri"/>
                </a:rPr>
                <a:t>Niveau 3</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Pour des données nécessitant des techniques de Big Data (en volume, vélocité ou variété)</a:t>
              </a:r>
              <a:endParaRPr lang="fr-FR" sz="1200" spc="-1" dirty="0">
                <a:solidFill>
                  <a:srgbClr val="000000"/>
                </a:solidFill>
                <a:latin typeface="Arial"/>
              </a:endParaRPr>
            </a:p>
          </p:txBody>
        </p:sp>
      </p:grpSp>
      <p:sp>
        <p:nvSpPr>
          <p:cNvPr id="428" name="ZoneTexte 60"/>
          <p:cNvSpPr/>
          <p:nvPr/>
        </p:nvSpPr>
        <p:spPr>
          <a:xfrm>
            <a:off x="2169946" y="2559847"/>
            <a:ext cx="365436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600" b="1" i="1" spc="-1">
                <a:solidFill>
                  <a:srgbClr val="000000"/>
                </a:solidFill>
                <a:latin typeface="Calibri"/>
                <a:ea typeface="DejaVu Sans"/>
              </a:rPr>
              <a:t>Apprentissages critiques</a:t>
            </a:r>
            <a:endParaRPr lang="fr-FR" sz="1600" spc="-1">
              <a:solidFill>
                <a:srgbClr val="000000"/>
              </a:solidFill>
              <a:latin typeface="Arial"/>
            </a:endParaRPr>
          </a:p>
        </p:txBody>
      </p:sp>
      <p:sp>
        <p:nvSpPr>
          <p:cNvPr id="429" name="Rectangle 45"/>
          <p:cNvSpPr/>
          <p:nvPr/>
        </p:nvSpPr>
        <p:spPr>
          <a:xfrm>
            <a:off x="72606" y="389673"/>
            <a:ext cx="2177815" cy="1437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spcAft>
                <a:spcPts val="601"/>
              </a:spcAft>
            </a:pPr>
            <a:r>
              <a:rPr lang="fr-FR" sz="1200" b="1" cap="all" spc="-1">
                <a:solidFill>
                  <a:srgbClr val="FFFFFF"/>
                </a:solidFill>
                <a:latin typeface="Myriad Pro"/>
                <a:ea typeface="Calibri"/>
              </a:rPr>
              <a:t>Collecter et traiter des données numériques</a:t>
            </a:r>
            <a:endParaRPr lang="fr-FR" sz="1200" spc="-1">
              <a:solidFill>
                <a:srgbClr val="FFFFFF"/>
              </a:solidFill>
              <a:latin typeface="Arial"/>
            </a:endParaRPr>
          </a:p>
          <a:p>
            <a:pPr algn="ctr">
              <a:spcAft>
                <a:spcPts val="601"/>
              </a:spcAft>
            </a:pPr>
            <a:r>
              <a:rPr lang="fr-FR" sz="1200" cap="all" spc="-1">
                <a:solidFill>
                  <a:srgbClr val="FFFFFE"/>
                </a:solidFill>
                <a:latin typeface="Calibri"/>
                <a:ea typeface="Calibri"/>
              </a:rPr>
              <a:t>RNCP35994BC02</a:t>
            </a:r>
            <a:endParaRPr lang="fr-FR" sz="1200" spc="-1">
              <a:solidFill>
                <a:srgbClr val="FFFFFF"/>
              </a:solidFill>
              <a:latin typeface="Arial"/>
            </a:endParaRPr>
          </a:p>
        </p:txBody>
      </p:sp>
      <p:sp>
        <p:nvSpPr>
          <p:cNvPr id="430" name="ZoneTexte 61"/>
          <p:cNvSpPr/>
          <p:nvPr/>
        </p:nvSpPr>
        <p:spPr>
          <a:xfrm>
            <a:off x="2310812" y="2985728"/>
            <a:ext cx="4399270" cy="10603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 </a:t>
            </a:r>
            <a:r>
              <a:rPr lang="fr-FR" sz="900" spc="-1" dirty="0">
                <a:solidFill>
                  <a:srgbClr val="000000"/>
                </a:solidFill>
                <a:latin typeface="Calibri" panose="020F0502020204030204" pitchFamily="34" charset="0"/>
                <a:ea typeface="Calibri"/>
                <a:cs typeface="Calibri" panose="020F0502020204030204" pitchFamily="34" charset="0"/>
              </a:rPr>
              <a:t>Acquérir des données provenant d’Internet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AC2.2 </a:t>
            </a:r>
            <a:r>
              <a:rPr lang="fr-FR" sz="900" spc="-1" dirty="0">
                <a:solidFill>
                  <a:srgbClr val="000000"/>
                </a:solidFill>
                <a:latin typeface="Calibri" panose="020F0502020204030204" pitchFamily="34" charset="0"/>
                <a:ea typeface="Calibri"/>
                <a:cs typeface="Calibri" panose="020F0502020204030204" pitchFamily="34" charset="0"/>
              </a:rPr>
              <a:t>Récupérer des données provenant d’un dépôt de données structurées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AC2.3 </a:t>
            </a:r>
            <a:r>
              <a:rPr lang="fr-FR" sz="900" spc="-1" dirty="0">
                <a:solidFill>
                  <a:srgbClr val="000000"/>
                </a:solidFill>
                <a:latin typeface="Calibri" panose="020F0502020204030204" pitchFamily="34" charset="0"/>
                <a:ea typeface="Calibri"/>
                <a:cs typeface="Calibri" panose="020F0502020204030204" pitchFamily="34" charset="0"/>
              </a:rPr>
              <a:t>Organiser des données selon des structures de graphe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AC2.4 </a:t>
            </a:r>
            <a:r>
              <a:rPr lang="fr-FR" sz="900" spc="-1" dirty="0">
                <a:latin typeface="Calibri" panose="020F0502020204030204" pitchFamily="34" charset="0"/>
                <a:ea typeface="Calibri"/>
                <a:cs typeface="Calibri" panose="020F0502020204030204" pitchFamily="34" charset="0"/>
              </a:rPr>
              <a:t>Implémenter</a:t>
            </a:r>
            <a:r>
              <a:rPr lang="fr-FR" sz="900" spc="-1" dirty="0">
                <a:solidFill>
                  <a:srgbClr val="000000"/>
                </a:solidFill>
                <a:latin typeface="Calibri" panose="020F0502020204030204" pitchFamily="34" charset="0"/>
                <a:ea typeface="Calibri"/>
                <a:cs typeface="Calibri" panose="020F0502020204030204" pitchFamily="34" charset="0"/>
              </a:rPr>
              <a:t> des outils mathématiques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AC2.5 </a:t>
            </a:r>
            <a:r>
              <a:rPr lang="fr-FR" sz="900" spc="-1" dirty="0">
                <a:solidFill>
                  <a:srgbClr val="000000"/>
                </a:solidFill>
                <a:latin typeface="Calibri" panose="020F0502020204030204" pitchFamily="34" charset="0"/>
                <a:ea typeface="Calibri"/>
                <a:cs typeface="Calibri" panose="020F0502020204030204" pitchFamily="34" charset="0"/>
              </a:rPr>
              <a:t>Déployer les bases</a:t>
            </a:r>
            <a:r>
              <a:rPr lang="fr-FR" sz="900" spc="-1" dirty="0">
                <a:solidFill>
                  <a:srgbClr val="009E4F"/>
                </a:solidFill>
                <a:latin typeface="Calibri" panose="020F0502020204030204" pitchFamily="34" charset="0"/>
                <a:ea typeface="Calibri"/>
                <a:cs typeface="Calibri" panose="020F0502020204030204" pitchFamily="34" charset="0"/>
              </a:rPr>
              <a:t> </a:t>
            </a:r>
            <a:r>
              <a:rPr lang="fr-FR" sz="900" spc="-1" dirty="0">
                <a:latin typeface="Calibri" panose="020F0502020204030204" pitchFamily="34" charset="0"/>
                <a:ea typeface="Calibri"/>
                <a:cs typeface="Calibri" panose="020F0502020204030204" pitchFamily="34" charset="0"/>
              </a:rPr>
              <a:t>algorithmiques</a:t>
            </a:r>
            <a:r>
              <a:rPr lang="fr-FR" sz="900" spc="-1" dirty="0">
                <a:solidFill>
                  <a:srgbClr val="009E4F"/>
                </a:solidFill>
                <a:latin typeface="Calibri" panose="020F0502020204030204" pitchFamily="34" charset="0"/>
                <a:ea typeface="Calibri"/>
                <a:cs typeface="Calibri" panose="020F0502020204030204" pitchFamily="34" charset="0"/>
              </a:rPr>
              <a:t> </a:t>
            </a:r>
            <a:r>
              <a:rPr lang="fr-FR" sz="900" spc="-1" dirty="0">
                <a:solidFill>
                  <a:srgbClr val="000000"/>
                </a:solidFill>
                <a:latin typeface="Calibri" panose="020F0502020204030204" pitchFamily="34" charset="0"/>
                <a:ea typeface="Calibri"/>
                <a:cs typeface="Calibri" panose="020F0502020204030204" pitchFamily="34" charset="0"/>
              </a:rPr>
              <a:t>de la logique</a:t>
            </a:r>
            <a:r>
              <a:rPr lang="fr-FR" sz="900" spc="-1" dirty="0">
                <a:solidFill>
                  <a:srgbClr val="009E4F"/>
                </a:solidFill>
                <a:latin typeface="Calibri" panose="020F0502020204030204" pitchFamily="34" charset="0"/>
                <a:ea typeface="Calibri"/>
                <a:cs typeface="Calibri" panose="020F0502020204030204" pitchFamily="34" charset="0"/>
              </a:rPr>
              <a:t> </a:t>
            </a:r>
            <a:r>
              <a:rPr lang="fr-FR" sz="900" spc="-1" dirty="0">
                <a:latin typeface="Calibri" panose="020F0502020204030204" pitchFamily="34" charset="0"/>
                <a:ea typeface="Calibri"/>
                <a:cs typeface="Calibri" panose="020F0502020204030204" pitchFamily="34" charset="0"/>
              </a:rPr>
              <a:t>du 1e ordre </a:t>
            </a:r>
            <a:r>
              <a:rPr lang="fr-FR" sz="900" spc="-1" dirty="0">
                <a:solidFill>
                  <a:srgbClr val="000000"/>
                </a:solidFill>
                <a:latin typeface="Calibri" panose="020F0502020204030204" pitchFamily="34" charset="0"/>
                <a:ea typeface="Calibri"/>
                <a:cs typeface="Calibri" panose="020F0502020204030204" pitchFamily="34" charset="0"/>
              </a:rPr>
              <a:t>et </a:t>
            </a:r>
            <a:r>
              <a:rPr lang="fr-FR" sz="900" spc="-1" dirty="0">
                <a:latin typeface="Calibri" panose="020F0502020204030204" pitchFamily="34" charset="0"/>
                <a:ea typeface="Calibri"/>
                <a:cs typeface="Calibri" panose="020F0502020204030204" pitchFamily="34" charset="0"/>
              </a:rPr>
              <a:t>des réseaux de neurones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AC2.6 </a:t>
            </a:r>
            <a:r>
              <a:rPr lang="fr-FR" sz="900" spc="-1" dirty="0">
                <a:latin typeface="Calibri" panose="020F0502020204030204" pitchFamily="34" charset="0"/>
                <a:ea typeface="Calibri"/>
                <a:cs typeface="Calibri" panose="020F0502020204030204" pitchFamily="34" charset="0"/>
              </a:rPr>
              <a:t>Réaliser des rendus visuels</a:t>
            </a:r>
            <a:endParaRPr lang="fr-FR" sz="900" spc="-1" dirty="0">
              <a:solidFill>
                <a:srgbClr val="000000"/>
              </a:solidFill>
              <a:latin typeface="Calibri" panose="020F0502020204030204" pitchFamily="34" charset="0"/>
              <a:cs typeface="Calibri" panose="020F0502020204030204" pitchFamily="34" charset="0"/>
            </a:endParaRPr>
          </a:p>
        </p:txBody>
      </p:sp>
      <p:sp>
        <p:nvSpPr>
          <p:cNvPr id="431" name="ZoneTexte 62"/>
          <p:cNvSpPr/>
          <p:nvPr/>
        </p:nvSpPr>
        <p:spPr>
          <a:xfrm>
            <a:off x="2280107" y="4724296"/>
            <a:ext cx="4429976" cy="11988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AC2.7 </a:t>
            </a:r>
            <a:r>
              <a:rPr lang="fr-FR" sz="900" spc="-1" dirty="0">
                <a:solidFill>
                  <a:srgbClr val="000000"/>
                </a:solidFill>
                <a:latin typeface="Calibri" panose="020F0502020204030204" pitchFamily="34" charset="0"/>
                <a:ea typeface="Calibri"/>
                <a:cs typeface="Calibri" panose="020F0502020204030204" pitchFamily="34" charset="0"/>
              </a:rPr>
              <a:t>Évaluer la qualité de la donnée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AC2.8 </a:t>
            </a:r>
            <a:r>
              <a:rPr lang="fr-FR" sz="900" spc="-1" dirty="0">
                <a:solidFill>
                  <a:srgbClr val="000000"/>
                </a:solidFill>
                <a:latin typeface="Calibri" panose="020F0502020204030204" pitchFamily="34" charset="0"/>
                <a:ea typeface="Calibri"/>
                <a:cs typeface="Calibri" panose="020F0502020204030204" pitchFamily="34" charset="0"/>
              </a:rPr>
              <a:t>Répartir les fonctionnalités (acquisition, stockage, traitements, visualisation...) sur un système N-Tiers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AC2.9 </a:t>
            </a:r>
            <a:r>
              <a:rPr lang="fr-FR" sz="900" spc="-1" dirty="0">
                <a:solidFill>
                  <a:srgbClr val="000000"/>
                </a:solidFill>
                <a:latin typeface="Calibri" panose="020F0502020204030204" pitchFamily="34" charset="0"/>
                <a:ea typeface="Calibri"/>
                <a:cs typeface="Calibri" panose="020F0502020204030204" pitchFamily="34" charset="0"/>
              </a:rPr>
              <a:t>Déployer des traitements distribués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AC2.10 </a:t>
            </a:r>
            <a:r>
              <a:rPr lang="fr-FR" sz="900" spc="-1" dirty="0">
                <a:latin typeface="Calibri" panose="020F0502020204030204" pitchFamily="34" charset="0"/>
                <a:ea typeface="Calibri"/>
                <a:cs typeface="Calibri" panose="020F0502020204030204" pitchFamily="34" charset="0"/>
              </a:rPr>
              <a:t>Choisir et mettre en œuvre des outils d’IA (approches stochastiques, Deep Learning) pour l’analyse et la prédiction de données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AC2.11 </a:t>
            </a:r>
            <a:r>
              <a:rPr lang="fr-FR" sz="900" spc="-1" dirty="0">
                <a:solidFill>
                  <a:srgbClr val="000000"/>
                </a:solidFill>
                <a:latin typeface="Calibri" panose="020F0502020204030204" pitchFamily="34" charset="0"/>
                <a:ea typeface="Calibri"/>
                <a:cs typeface="Calibri" panose="020F0502020204030204" pitchFamily="34" charset="0"/>
              </a:rPr>
              <a:t>Développer des rendus visuels divers, en vue d’une aide à la décision </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AC2.12 </a:t>
            </a:r>
            <a:r>
              <a:rPr lang="fr-FR" sz="900" spc="-1" dirty="0">
                <a:solidFill>
                  <a:srgbClr val="000000"/>
                </a:solidFill>
                <a:latin typeface="Calibri" panose="020F0502020204030204" pitchFamily="34" charset="0"/>
                <a:ea typeface="Calibri"/>
                <a:cs typeface="Calibri" panose="020F0502020204030204" pitchFamily="34" charset="0"/>
              </a:rPr>
              <a:t>Concevoir et mettre en œuvre une base de données NoSQL</a:t>
            </a:r>
            <a:endParaRPr lang="fr-FR" sz="900" spc="-1" dirty="0">
              <a:solidFill>
                <a:srgbClr val="000000"/>
              </a:solidFill>
              <a:latin typeface="Calibri" panose="020F0502020204030204" pitchFamily="34" charset="0"/>
              <a:cs typeface="Calibri" panose="020F0502020204030204" pitchFamily="34" charset="0"/>
            </a:endParaRPr>
          </a:p>
        </p:txBody>
      </p:sp>
      <p:sp>
        <p:nvSpPr>
          <p:cNvPr id="432" name="ZoneTexte 63"/>
          <p:cNvSpPr/>
          <p:nvPr/>
        </p:nvSpPr>
        <p:spPr>
          <a:xfrm>
            <a:off x="2337707" y="6581177"/>
            <a:ext cx="4372376" cy="10603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AC2.13 </a:t>
            </a:r>
            <a:r>
              <a:rPr lang="fr-FR" sz="900" spc="-1" dirty="0">
                <a:solidFill>
                  <a:srgbClr val="000000"/>
                </a:solidFill>
                <a:latin typeface="Calibri" panose="020F0502020204030204" pitchFamily="34" charset="0"/>
                <a:ea typeface="Calibri"/>
                <a:cs typeface="Calibri" panose="020F0502020204030204" pitchFamily="34" charset="0"/>
              </a:rPr>
              <a:t>Mettre en œuvre des traitements big data (cloud, batch, flux..)</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AC2.14 </a:t>
            </a:r>
            <a:r>
              <a:rPr lang="fr-FR" sz="900" spc="-1" dirty="0">
                <a:solidFill>
                  <a:srgbClr val="000000"/>
                </a:solidFill>
                <a:latin typeface="Calibri" panose="020F0502020204030204" pitchFamily="34" charset="0"/>
                <a:ea typeface="Calibri"/>
                <a:cs typeface="Calibri" panose="020F0502020204030204" pitchFamily="34" charset="0"/>
              </a:rPr>
              <a:t>Développer des traitements distribués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AC2.15 </a:t>
            </a:r>
            <a:r>
              <a:rPr lang="fr-FR" sz="900" spc="-1" dirty="0">
                <a:solidFill>
                  <a:srgbClr val="000000"/>
                </a:solidFill>
                <a:latin typeface="Calibri" panose="020F0502020204030204" pitchFamily="34" charset="0"/>
                <a:ea typeface="Calibri"/>
                <a:cs typeface="Calibri" panose="020F0502020204030204" pitchFamily="34" charset="0"/>
              </a:rPr>
              <a:t>Développer des rendus visuels divers, en vue d’une aide à la décision </a:t>
            </a:r>
            <a:r>
              <a:rPr lang="fr-FR" sz="900" spc="-1" dirty="0" err="1">
                <a:solidFill>
                  <a:srgbClr val="000000"/>
                </a:solidFill>
                <a:latin typeface="Calibri" panose="020F0502020204030204" pitchFamily="34" charset="0"/>
                <a:ea typeface="Calibri"/>
                <a:cs typeface="Calibri" panose="020F0502020204030204" pitchFamily="34" charset="0"/>
              </a:rPr>
              <a:t>multi-critères</a:t>
            </a:r>
            <a:r>
              <a:rPr lang="fr-FR" sz="900" spc="-1" dirty="0">
                <a:solidFill>
                  <a:srgbClr val="000000"/>
                </a:solidFill>
                <a:latin typeface="Calibri" panose="020F0502020204030204" pitchFamily="34" charset="0"/>
                <a:ea typeface="Calibri"/>
                <a:cs typeface="Calibri" panose="020F0502020204030204" pitchFamily="34" charset="0"/>
              </a:rPr>
              <a:t>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AC2.16 </a:t>
            </a:r>
            <a:r>
              <a:rPr lang="fr-FR" sz="900" spc="-1" dirty="0">
                <a:solidFill>
                  <a:srgbClr val="000000"/>
                </a:solidFill>
                <a:latin typeface="Calibri" panose="020F0502020204030204" pitchFamily="34" charset="0"/>
                <a:ea typeface="Calibri"/>
                <a:cs typeface="Calibri" panose="020F0502020204030204" pitchFamily="34" charset="0"/>
              </a:rPr>
              <a:t>Intégrer des solutions issues de la recherche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AC2.17 </a:t>
            </a:r>
            <a:r>
              <a:rPr lang="fr-FR" sz="900" spc="-1" dirty="0">
                <a:solidFill>
                  <a:srgbClr val="000000"/>
                </a:solidFill>
                <a:latin typeface="Calibri" panose="020F0502020204030204" pitchFamily="34" charset="0"/>
                <a:ea typeface="Calibri"/>
                <a:cs typeface="Calibri" panose="020F0502020204030204" pitchFamily="34" charset="0"/>
              </a:rPr>
              <a:t>Caractériser et choisir une représentation de données et les traitements adaptés dans un contexte de big data </a:t>
            </a:r>
            <a:endParaRPr lang="fr-FR" sz="900" spc="-1" dirty="0">
              <a:solidFill>
                <a:srgbClr val="000000"/>
              </a:solidFill>
              <a:latin typeface="Calibri" panose="020F0502020204030204" pitchFamily="34" charset="0"/>
              <a:cs typeface="Calibri" panose="020F0502020204030204" pitchFamily="34" charset="0"/>
            </a:endParaRPr>
          </a:p>
        </p:txBody>
      </p:sp>
      <p:sp>
        <p:nvSpPr>
          <p:cNvPr id="2" name="ZoneTexte 1">
            <a:extLst>
              <a:ext uri="{FF2B5EF4-FFF2-40B4-BE49-F238E27FC236}">
                <a16:creationId xmlns:a16="http://schemas.microsoft.com/office/drawing/2014/main" id="{1258BFB4-95BE-3507-8380-2EBD8C1C3BD8}"/>
              </a:ext>
            </a:extLst>
          </p:cNvPr>
          <p:cNvSpPr txBox="1"/>
          <p:nvPr/>
        </p:nvSpPr>
        <p:spPr>
          <a:xfrm>
            <a:off x="4341814" y="-385588"/>
            <a:ext cx="460382" cy="230832"/>
          </a:xfrm>
          <a:prstGeom prst="rect">
            <a:avLst/>
          </a:prstGeom>
          <a:noFill/>
        </p:spPr>
        <p:txBody>
          <a:bodyPr wrap="none" rtlCol="0">
            <a:spAutoFit/>
          </a:bodyPr>
          <a:lstStyle/>
          <a:p>
            <a:r>
              <a:rPr lang="es-ES_tradnl" sz="900" dirty="0">
                <a:solidFill>
                  <a:schemeClr val="bg1"/>
                </a:solidFill>
              </a:rPr>
              <a:t>(IDU)</a:t>
            </a:r>
            <a:endParaRPr lang="es-ES_tradnl" sz="105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Rectangle 52"/>
          <p:cNvSpPr/>
          <p:nvPr/>
        </p:nvSpPr>
        <p:spPr>
          <a:xfrm>
            <a:off x="2241812" y="348987"/>
            <a:ext cx="4364539" cy="1437120"/>
          </a:xfrm>
          <a:prstGeom prst="rect">
            <a:avLst/>
          </a:prstGeom>
          <a:solidFill>
            <a:schemeClr val="accent2">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000" b="1" spc="-1" dirty="0">
                <a:solidFill>
                  <a:srgbClr val="000000"/>
                </a:solidFill>
                <a:latin typeface="Calibri" panose="020F0502020204030204" pitchFamily="34" charset="0"/>
                <a:ea typeface="DejaVu Sans"/>
                <a:cs typeface="Calibri" panose="020F0502020204030204" pitchFamily="34" charset="0"/>
              </a:rPr>
              <a:t>Composantes essentielles</a:t>
            </a:r>
            <a:endParaRPr lang="fr-FR" sz="1000" spc="-1" dirty="0">
              <a:solidFill>
                <a:srgbClr val="000000"/>
              </a:solidFill>
              <a:latin typeface="Calibri" panose="020F0502020204030204" pitchFamily="34" charset="0"/>
              <a:cs typeface="Calibri" panose="020F0502020204030204" pitchFamily="34" charset="0"/>
            </a:endParaRPr>
          </a:p>
          <a:p>
            <a:pPr marL="170815" indent="-170815" algn="just">
              <a:buClr>
                <a:srgbClr val="000000"/>
              </a:buClr>
              <a:buFont typeface="Arial"/>
              <a:buChar char="•"/>
            </a:pPr>
            <a:r>
              <a:rPr lang="fr-FR" sz="1000" spc="-1" dirty="0">
                <a:solidFill>
                  <a:srgbClr val="000000"/>
                </a:solidFill>
                <a:latin typeface="Calibri"/>
                <a:ea typeface="Calibri"/>
                <a:cs typeface="Calibri"/>
              </a:rPr>
              <a:t>En respectant les réglementations en vigueur (RGPD, licences, ...)</a:t>
            </a:r>
            <a:endParaRPr lang="fr-FR" sz="1000" spc="-1">
              <a:solidFill>
                <a:srgbClr val="000000"/>
              </a:solidFill>
              <a:latin typeface="Calibri"/>
              <a:cs typeface="Calibri"/>
            </a:endParaRPr>
          </a:p>
          <a:p>
            <a:pPr marL="170815" indent="-170815" algn="just">
              <a:buClr>
                <a:srgbClr val="000000"/>
              </a:buClr>
              <a:buFont typeface="Arial"/>
              <a:buChar char="•"/>
            </a:pPr>
            <a:r>
              <a:rPr lang="fr-FR" sz="1000" spc="-1" dirty="0">
                <a:solidFill>
                  <a:srgbClr val="000000"/>
                </a:solidFill>
                <a:latin typeface="Calibri"/>
                <a:ea typeface="Calibri"/>
                <a:cs typeface="Calibri"/>
              </a:rPr>
              <a:t>En communiquant de manière professionnelle (écrit, oral)</a:t>
            </a:r>
            <a:endParaRPr lang="fr-FR" sz="1000" spc="-1">
              <a:solidFill>
                <a:srgbClr val="000000"/>
              </a:solidFill>
              <a:latin typeface="Calibri"/>
              <a:cs typeface="Calibri"/>
            </a:endParaRPr>
          </a:p>
          <a:p>
            <a:pPr marL="170815" indent="-170815" algn="just">
              <a:buClr>
                <a:srgbClr val="000000"/>
              </a:buClr>
              <a:buFont typeface="Arial"/>
              <a:buChar char="•"/>
            </a:pPr>
            <a:r>
              <a:rPr lang="fr-FR" sz="1000" spc="-1" dirty="0">
                <a:solidFill>
                  <a:srgbClr val="000000"/>
                </a:solidFill>
                <a:latin typeface="Calibri"/>
                <a:ea typeface="Calibri"/>
                <a:cs typeface="Calibri"/>
              </a:rPr>
              <a:t>En </a:t>
            </a:r>
            <a:r>
              <a:rPr lang="fr-FR" sz="1000" spc="-1" dirty="0">
                <a:latin typeface="Calibri"/>
                <a:ea typeface="Calibri"/>
                <a:cs typeface="Calibri"/>
              </a:rPr>
              <a:t>prenant en compte les </a:t>
            </a:r>
            <a:r>
              <a:rPr lang="fr-FR" sz="1000" spc="-1" dirty="0">
                <a:solidFill>
                  <a:srgbClr val="000000"/>
                </a:solidFill>
                <a:latin typeface="Calibri"/>
                <a:ea typeface="Calibri"/>
                <a:cs typeface="Calibri"/>
              </a:rPr>
              <a:t>besoins</a:t>
            </a:r>
            <a:endParaRPr lang="fr-FR" sz="1000" spc="-1">
              <a:solidFill>
                <a:srgbClr val="000000"/>
              </a:solidFill>
              <a:latin typeface="Calibri"/>
              <a:cs typeface="Calibri"/>
            </a:endParaRPr>
          </a:p>
          <a:p>
            <a:pPr marL="170815" indent="-170815" algn="just">
              <a:buClr>
                <a:srgbClr val="000000"/>
              </a:buClr>
              <a:buFont typeface="Arial"/>
              <a:buChar char="•"/>
            </a:pPr>
            <a:r>
              <a:rPr lang="fr-FR" sz="1000" spc="-1" dirty="0">
                <a:latin typeface="Calibri"/>
                <a:ea typeface="+mn-lt"/>
                <a:cs typeface="+mn-lt"/>
              </a:rPr>
              <a:t>En tenant compte des dimensions éthique, économiques, sociétale, environnementales et stratégiques de la donnée</a:t>
            </a:r>
          </a:p>
          <a:p>
            <a:pPr algn="just">
              <a:lnSpc>
                <a:spcPct val="100000"/>
              </a:lnSpc>
            </a:pPr>
            <a:endParaRPr lang="fr-FR" sz="1200" spc="-1" dirty="0">
              <a:solidFill>
                <a:srgbClr val="000000"/>
              </a:solidFill>
              <a:latin typeface="Arial"/>
            </a:endParaRPr>
          </a:p>
        </p:txBody>
      </p:sp>
      <p:sp>
        <p:nvSpPr>
          <p:cNvPr id="434" name="Rectangle 53"/>
          <p:cNvSpPr/>
          <p:nvPr/>
        </p:nvSpPr>
        <p:spPr>
          <a:xfrm>
            <a:off x="2290451" y="1849545"/>
            <a:ext cx="4315900" cy="799830"/>
          </a:xfrm>
          <a:prstGeom prst="rect">
            <a:avLst/>
          </a:prstGeom>
          <a:solidFill>
            <a:schemeClr val="accent2">
              <a:lumMod val="40000"/>
              <a:lumOff val="6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Développeur Front, </a:t>
            </a:r>
          </a:p>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Entreprenariat, </a:t>
            </a:r>
          </a:p>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Ingénieur sécurité, </a:t>
            </a:r>
          </a:p>
          <a:p>
            <a:pPr marL="171450" indent="-171450">
              <a:lnSpc>
                <a:spcPct val="100000"/>
              </a:lnSpc>
              <a:buFont typeface="Arial" panose="020B0604020202020204" pitchFamily="34" charset="0"/>
              <a:buChar char="•"/>
            </a:pPr>
            <a:r>
              <a:rPr lang="fr-FR" sz="1000" spc="-1" dirty="0">
                <a:solidFill>
                  <a:srgbClr val="000000"/>
                </a:solidFill>
                <a:latin typeface="Calibri" panose="020F0502020204030204" pitchFamily="34" charset="0"/>
                <a:ea typeface="DejaVu Sans"/>
                <a:cs typeface="Calibri" panose="020F0502020204030204" pitchFamily="34" charset="0"/>
              </a:rPr>
              <a:t>Data Architect</a:t>
            </a:r>
            <a:endParaRPr lang="fr-FR" sz="1000" spc="-1" dirty="0">
              <a:solidFill>
                <a:srgbClr val="000000"/>
              </a:solidFill>
              <a:latin typeface="Calibri" panose="020F0502020204030204" pitchFamily="34" charset="0"/>
              <a:cs typeface="Calibri" panose="020F0502020204030204" pitchFamily="34" charset="0"/>
            </a:endParaRPr>
          </a:p>
        </p:txBody>
      </p:sp>
      <p:sp>
        <p:nvSpPr>
          <p:cNvPr id="435" name="ZoneTexte 54"/>
          <p:cNvSpPr/>
          <p:nvPr/>
        </p:nvSpPr>
        <p:spPr>
          <a:xfrm>
            <a:off x="-162850" y="1816589"/>
            <a:ext cx="2574443" cy="29093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fr-FR" sz="1300" b="1" spc="-1" dirty="0">
                <a:solidFill>
                  <a:srgbClr val="000000"/>
                </a:solidFill>
                <a:latin typeface="Myriad Pro"/>
                <a:ea typeface="DejaVu Sans"/>
              </a:rPr>
              <a:t>Situations professionnelles</a:t>
            </a:r>
            <a:endParaRPr lang="fr-FR" sz="1300" spc="-1" dirty="0">
              <a:solidFill>
                <a:srgbClr val="000000"/>
              </a:solidFill>
              <a:latin typeface="Arial"/>
            </a:endParaRPr>
          </a:p>
        </p:txBody>
      </p:sp>
      <p:sp>
        <p:nvSpPr>
          <p:cNvPr id="436" name="Rectangle 54"/>
          <p:cNvSpPr/>
          <p:nvPr/>
        </p:nvSpPr>
        <p:spPr>
          <a:xfrm>
            <a:off x="2187491" y="2986159"/>
            <a:ext cx="4421127" cy="143712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sp>
        <p:nvSpPr>
          <p:cNvPr id="437" name="Rectangle 55"/>
          <p:cNvSpPr/>
          <p:nvPr/>
        </p:nvSpPr>
        <p:spPr>
          <a:xfrm>
            <a:off x="2181011" y="4498723"/>
            <a:ext cx="4425340" cy="1745452"/>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sp>
        <p:nvSpPr>
          <p:cNvPr id="438" name="Rectangle 56"/>
          <p:cNvSpPr/>
          <p:nvPr/>
        </p:nvSpPr>
        <p:spPr>
          <a:xfrm>
            <a:off x="2187491" y="6228022"/>
            <a:ext cx="4421127" cy="1876680"/>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grpSp>
        <p:nvGrpSpPr>
          <p:cNvPr id="439" name="Groupe 8"/>
          <p:cNvGrpSpPr/>
          <p:nvPr/>
        </p:nvGrpSpPr>
        <p:grpSpPr>
          <a:xfrm>
            <a:off x="12279" y="2954119"/>
            <a:ext cx="2136872" cy="5497018"/>
            <a:chOff x="20788" y="2289240"/>
            <a:chExt cx="2136872" cy="7029900"/>
          </a:xfrm>
        </p:grpSpPr>
        <p:sp>
          <p:nvSpPr>
            <p:cNvPr id="440" name="Chevron 15"/>
            <p:cNvSpPr/>
            <p:nvPr/>
          </p:nvSpPr>
          <p:spPr>
            <a:xfrm rot="5400000">
              <a:off x="-271800" y="4645080"/>
              <a:ext cx="2743920" cy="2108880"/>
            </a:xfrm>
            <a:prstGeom prst="chevron">
              <a:avLst>
                <a:gd name="adj" fmla="val 21677"/>
              </a:avLst>
            </a:prstGeom>
            <a:solidFill>
              <a:schemeClr val="accent1">
                <a:lumMod val="40000"/>
                <a:lumOff val="6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spc="-1">
                <a:solidFill>
                  <a:srgbClr val="000000"/>
                </a:solidFill>
                <a:latin typeface="Calibri"/>
                <a:ea typeface="DejaVu Sans"/>
              </a:endParaRPr>
            </a:p>
          </p:txBody>
        </p:sp>
        <p:sp>
          <p:nvSpPr>
            <p:cNvPr id="441" name="Chevron 16"/>
            <p:cNvSpPr/>
            <p:nvPr/>
          </p:nvSpPr>
          <p:spPr>
            <a:xfrm rot="5400000">
              <a:off x="-268920" y="6892560"/>
              <a:ext cx="2744280" cy="2108880"/>
            </a:xfrm>
            <a:prstGeom prst="chevron">
              <a:avLst>
                <a:gd name="adj" fmla="val 21677"/>
              </a:avLst>
            </a:prstGeom>
            <a:solidFill>
              <a:schemeClr val="accent1">
                <a:lumMod val="60000"/>
                <a:lumOff val="4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spc="-1">
                <a:solidFill>
                  <a:srgbClr val="000000"/>
                </a:solidFill>
                <a:latin typeface="Calibri"/>
                <a:ea typeface="DejaVu Sans"/>
              </a:endParaRPr>
            </a:p>
          </p:txBody>
        </p:sp>
        <p:sp>
          <p:nvSpPr>
            <p:cNvPr id="442" name="Signalisation droite 7"/>
            <p:cNvSpPr/>
            <p:nvPr/>
          </p:nvSpPr>
          <p:spPr>
            <a:xfrm rot="5400000">
              <a:off x="-153000" y="2517840"/>
              <a:ext cx="2506320" cy="2108880"/>
            </a:xfrm>
            <a:prstGeom prst="homePlate">
              <a:avLst>
                <a:gd name="adj" fmla="val 23531"/>
              </a:avLst>
            </a:prstGeom>
            <a:solidFill>
              <a:schemeClr val="accent1">
                <a:lumMod val="20000"/>
                <a:lumOff val="8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200" spc="-1">
                <a:solidFill>
                  <a:srgbClr val="000000"/>
                </a:solidFill>
                <a:latin typeface="Myriad Pro"/>
                <a:ea typeface="DejaVu Sans"/>
              </a:endParaRPr>
            </a:p>
          </p:txBody>
        </p:sp>
        <p:sp>
          <p:nvSpPr>
            <p:cNvPr id="443" name="ZoneTexte 55"/>
            <p:cNvSpPr/>
            <p:nvPr/>
          </p:nvSpPr>
          <p:spPr>
            <a:xfrm>
              <a:off x="41760" y="2289240"/>
              <a:ext cx="21088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DejaVu Sans"/>
                </a:rPr>
                <a:t>Niveau 1</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Appréhender les enjeux sociétaux de la donnée</a:t>
              </a:r>
              <a:endParaRPr lang="fr-FR" sz="1200" spc="-1" dirty="0">
                <a:solidFill>
                  <a:srgbClr val="000000"/>
                </a:solidFill>
                <a:latin typeface="Arial"/>
              </a:endParaRPr>
            </a:p>
          </p:txBody>
        </p:sp>
        <p:sp>
          <p:nvSpPr>
            <p:cNvPr id="444" name="ZoneTexte 56"/>
            <p:cNvSpPr/>
            <p:nvPr/>
          </p:nvSpPr>
          <p:spPr>
            <a:xfrm>
              <a:off x="48332" y="4875120"/>
              <a:ext cx="2102308" cy="82470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fr-FR" sz="1200" b="1" spc="-1" dirty="0">
                  <a:solidFill>
                    <a:srgbClr val="000000"/>
                  </a:solidFill>
                  <a:latin typeface="Myriad Pro"/>
                  <a:ea typeface="DejaVu Sans"/>
                </a:rPr>
                <a:t>Niveau 2</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Intégrer le caractère socio-économique de la donnée</a:t>
              </a:r>
              <a:endParaRPr lang="fr-FR" sz="1200" spc="-1" dirty="0">
                <a:solidFill>
                  <a:srgbClr val="000000"/>
                </a:solidFill>
                <a:latin typeface="Arial"/>
              </a:endParaRPr>
            </a:p>
          </p:txBody>
        </p:sp>
        <p:sp>
          <p:nvSpPr>
            <p:cNvPr id="445" name="ZoneTexte 64"/>
            <p:cNvSpPr/>
            <p:nvPr/>
          </p:nvSpPr>
          <p:spPr>
            <a:xfrm>
              <a:off x="20788" y="7135559"/>
              <a:ext cx="2115452" cy="82470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fr-FR" sz="1200" b="1" spc="-1" dirty="0">
                  <a:solidFill>
                    <a:srgbClr val="000000"/>
                  </a:solidFill>
                  <a:latin typeface="Myriad Pro"/>
                  <a:ea typeface="DejaVu Sans"/>
                </a:rPr>
                <a:t>Niveau 3</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Protéger la donnée et les systèmes informatiques</a:t>
              </a:r>
              <a:endParaRPr lang="fr-FR" sz="1200" spc="-1" dirty="0">
                <a:solidFill>
                  <a:srgbClr val="000000"/>
                </a:solidFill>
                <a:latin typeface="Arial"/>
              </a:endParaRPr>
            </a:p>
          </p:txBody>
        </p:sp>
      </p:grpSp>
      <p:sp>
        <p:nvSpPr>
          <p:cNvPr id="446" name="ZoneTexte 65"/>
          <p:cNvSpPr/>
          <p:nvPr/>
        </p:nvSpPr>
        <p:spPr>
          <a:xfrm>
            <a:off x="2122691" y="2643799"/>
            <a:ext cx="365436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600" b="1" i="1" spc="-1" dirty="0">
                <a:solidFill>
                  <a:srgbClr val="000000"/>
                </a:solidFill>
                <a:latin typeface="Calibri"/>
                <a:ea typeface="DejaVu Sans"/>
              </a:rPr>
              <a:t>Apprentissages critiques</a:t>
            </a:r>
            <a:endParaRPr lang="fr-FR" sz="1600" spc="-1" dirty="0">
              <a:solidFill>
                <a:srgbClr val="000000"/>
              </a:solidFill>
              <a:latin typeface="Arial"/>
            </a:endParaRPr>
          </a:p>
        </p:txBody>
      </p:sp>
      <p:sp>
        <p:nvSpPr>
          <p:cNvPr id="447" name="Rectangle 57"/>
          <p:cNvSpPr/>
          <p:nvPr/>
        </p:nvSpPr>
        <p:spPr>
          <a:xfrm>
            <a:off x="45812" y="348987"/>
            <a:ext cx="2157120" cy="1437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spcAft>
                <a:spcPts val="601"/>
              </a:spcAft>
            </a:pPr>
            <a:r>
              <a:rPr lang="fr-FR" sz="1200" b="1" cap="all" spc="-1" dirty="0">
                <a:solidFill>
                  <a:srgbClr val="FFFFFF"/>
                </a:solidFill>
                <a:latin typeface="Myriad Pro"/>
                <a:ea typeface="Calibri"/>
              </a:rPr>
              <a:t>Gérer les usages des données numériques en lien avec le client</a:t>
            </a:r>
            <a:endParaRPr lang="fr-FR" sz="1200" spc="-1" dirty="0">
              <a:solidFill>
                <a:srgbClr val="FFFFFF"/>
              </a:solidFill>
              <a:latin typeface="Arial"/>
            </a:endParaRPr>
          </a:p>
          <a:p>
            <a:pPr algn="ctr">
              <a:spcAft>
                <a:spcPts val="601"/>
              </a:spcAft>
            </a:pPr>
            <a:r>
              <a:rPr lang="fr-FR" sz="1200" cap="all" spc="-1" dirty="0">
                <a:solidFill>
                  <a:srgbClr val="FFFFFE"/>
                </a:solidFill>
                <a:latin typeface="Calibri"/>
                <a:ea typeface="Calibri"/>
              </a:rPr>
              <a:t>RNCP35994BC03</a:t>
            </a:r>
            <a:endParaRPr lang="fr-FR" sz="1200" spc="-1" dirty="0">
              <a:solidFill>
                <a:srgbClr val="FFFFFF"/>
              </a:solidFill>
              <a:latin typeface="Arial"/>
            </a:endParaRPr>
          </a:p>
        </p:txBody>
      </p:sp>
      <p:sp>
        <p:nvSpPr>
          <p:cNvPr id="448" name="ZoneTexte 66"/>
          <p:cNvSpPr/>
          <p:nvPr/>
        </p:nvSpPr>
        <p:spPr>
          <a:xfrm>
            <a:off x="2232852" y="3099560"/>
            <a:ext cx="4373499" cy="10603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buClr>
                <a:srgbClr val="000000"/>
              </a:buClr>
              <a:buSzPct val="45000"/>
            </a:pPr>
            <a:r>
              <a:rPr lang="fr-FR" sz="900" b="1" spc="-1" dirty="0">
                <a:solidFill>
                  <a:srgbClr val="000000"/>
                </a:solidFill>
                <a:latin typeface="Calibri" panose="020F0502020204030204" pitchFamily="34" charset="0"/>
                <a:ea typeface="Calibri"/>
                <a:cs typeface="Calibri" panose="020F0502020204030204" pitchFamily="34" charset="0"/>
              </a:rPr>
              <a:t>AC3.1 </a:t>
            </a:r>
            <a:r>
              <a:rPr lang="fr-FR" sz="900" spc="-1" dirty="0">
                <a:solidFill>
                  <a:srgbClr val="000000"/>
                </a:solidFill>
                <a:latin typeface="Calibri" panose="020F0502020204030204" pitchFamily="34" charset="0"/>
                <a:ea typeface="DejaVu Sans"/>
                <a:cs typeface="Calibri" panose="020F0502020204030204" pitchFamily="34" charset="0"/>
              </a:rPr>
              <a:t>Lier des problématiques techniques aux problématiques sociétales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buSzPct val="45000"/>
            </a:pPr>
            <a:r>
              <a:rPr lang="fr-FR" sz="900" b="1" spc="-1" dirty="0">
                <a:solidFill>
                  <a:srgbClr val="000000"/>
                </a:solidFill>
                <a:latin typeface="Calibri" panose="020F0502020204030204" pitchFamily="34" charset="0"/>
                <a:ea typeface="Calibri"/>
                <a:cs typeface="Calibri" panose="020F0502020204030204" pitchFamily="34" charset="0"/>
              </a:rPr>
              <a:t>AC3.2 </a:t>
            </a:r>
            <a:r>
              <a:rPr lang="fr-FR" sz="900" spc="-1" dirty="0">
                <a:solidFill>
                  <a:srgbClr val="000000"/>
                </a:solidFill>
                <a:latin typeface="Calibri" panose="020F0502020204030204" pitchFamily="34" charset="0"/>
                <a:ea typeface="DejaVu Sans"/>
                <a:cs typeface="Calibri" panose="020F0502020204030204" pitchFamily="34" charset="0"/>
              </a:rPr>
              <a:t>Construire des API de Plateformes numériques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buSzPct val="45000"/>
            </a:pPr>
            <a:r>
              <a:rPr lang="fr-FR" sz="900" b="1" spc="-1" dirty="0">
                <a:solidFill>
                  <a:srgbClr val="000000"/>
                </a:solidFill>
                <a:latin typeface="Calibri" panose="020F0502020204030204" pitchFamily="34" charset="0"/>
                <a:ea typeface="Calibri"/>
                <a:cs typeface="Calibri" panose="020F0502020204030204" pitchFamily="34" charset="0"/>
              </a:rPr>
              <a:t>AC3.3 </a:t>
            </a:r>
            <a:r>
              <a:rPr lang="fr-FR" sz="900" spc="-1" dirty="0">
                <a:solidFill>
                  <a:srgbClr val="000000"/>
                </a:solidFill>
                <a:latin typeface="Calibri" panose="020F0502020204030204" pitchFamily="34" charset="0"/>
                <a:ea typeface="Noto Sans CJK SC"/>
                <a:cs typeface="Calibri" panose="020F0502020204030204" pitchFamily="34" charset="0"/>
              </a:rPr>
              <a:t>Prendre en compte l’importance stratégique de la donnée</a:t>
            </a:r>
            <a:endParaRPr lang="fr-FR" sz="900" spc="-1" dirty="0">
              <a:solidFill>
                <a:srgbClr val="000000"/>
              </a:solidFill>
              <a:latin typeface="Calibri" panose="020F0502020204030204" pitchFamily="34" charset="0"/>
              <a:cs typeface="Calibri" panose="020F0502020204030204" pitchFamily="34" charset="0"/>
            </a:endParaRPr>
          </a:p>
          <a:p>
            <a:pPr defTabSz="914400">
              <a:buClr>
                <a:srgbClr val="000000"/>
              </a:buClr>
              <a:buSzPct val="45000"/>
            </a:pPr>
            <a:r>
              <a:rPr lang="fr-FR" sz="900" b="1" spc="-1" dirty="0">
                <a:solidFill>
                  <a:srgbClr val="000000"/>
                </a:solidFill>
                <a:latin typeface="Calibri" panose="020F0502020204030204" pitchFamily="34" charset="0"/>
                <a:ea typeface="Calibri"/>
                <a:cs typeface="Calibri" panose="020F0502020204030204" pitchFamily="34" charset="0"/>
              </a:rPr>
              <a:t>AC3.4 </a:t>
            </a:r>
            <a:r>
              <a:rPr lang="fr-FR" sz="900" spc="-1" dirty="0">
                <a:latin typeface="Calibri" panose="020F0502020204030204" pitchFamily="34" charset="0"/>
                <a:ea typeface="DejaVu Sans"/>
                <a:cs typeface="Calibri" panose="020F0502020204030204" pitchFamily="34" charset="0"/>
              </a:rPr>
              <a:t>Mesurer les impacts sociétaux liés à la production et à la consommation de données</a:t>
            </a:r>
            <a:endParaRPr lang="fr-FR" sz="900" spc="-1" dirty="0">
              <a:latin typeface="Calibri" panose="020F0502020204030204" pitchFamily="34" charset="0"/>
              <a:cs typeface="Calibri" panose="020F0502020204030204" pitchFamily="34" charset="0"/>
            </a:endParaRPr>
          </a:p>
          <a:p>
            <a:pPr>
              <a:buClr>
                <a:srgbClr val="000000"/>
              </a:buClr>
              <a:buSzPct val="45000"/>
            </a:pPr>
            <a:r>
              <a:rPr lang="fr-FR" sz="900" b="1" spc="-1" dirty="0">
                <a:solidFill>
                  <a:srgbClr val="000000"/>
                </a:solidFill>
                <a:latin typeface="Calibri" panose="020F0502020204030204" pitchFamily="34" charset="0"/>
                <a:ea typeface="Calibri"/>
                <a:cs typeface="Calibri" panose="020F0502020204030204" pitchFamily="34" charset="0"/>
              </a:rPr>
              <a:t>AC3.5 </a:t>
            </a:r>
            <a:r>
              <a:rPr lang="fr-FR" sz="900" spc="-1" dirty="0">
                <a:solidFill>
                  <a:srgbClr val="000000"/>
                </a:solidFill>
                <a:latin typeface="Calibri" panose="020F0502020204030204" pitchFamily="34" charset="0"/>
                <a:ea typeface="Noto Sans CJK SC"/>
                <a:cs typeface="Calibri" panose="020F0502020204030204" pitchFamily="34" charset="0"/>
              </a:rPr>
              <a:t>Intégrer à la démarche d’ingénierie la dimension éthique et le développement durable</a:t>
            </a:r>
            <a:endParaRPr lang="fr-FR" sz="900" spc="-1" dirty="0">
              <a:solidFill>
                <a:srgbClr val="000000"/>
              </a:solidFill>
              <a:latin typeface="Calibri" panose="020F0502020204030204" pitchFamily="34" charset="0"/>
              <a:cs typeface="Calibri" panose="020F0502020204030204" pitchFamily="34" charset="0"/>
            </a:endParaRPr>
          </a:p>
        </p:txBody>
      </p:sp>
      <p:sp>
        <p:nvSpPr>
          <p:cNvPr id="449" name="ZoneTexte 67"/>
          <p:cNvSpPr/>
          <p:nvPr/>
        </p:nvSpPr>
        <p:spPr>
          <a:xfrm>
            <a:off x="2241812" y="4782622"/>
            <a:ext cx="4024513"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AC3.6 </a:t>
            </a:r>
            <a:r>
              <a:rPr lang="fr-FR" sz="900" spc="-1" dirty="0">
                <a:solidFill>
                  <a:srgbClr val="000000"/>
                </a:solidFill>
                <a:latin typeface="Calibri" panose="020F0502020204030204" pitchFamily="34" charset="0"/>
                <a:ea typeface="Calibri"/>
                <a:cs typeface="Calibri" panose="020F0502020204030204" pitchFamily="34" charset="0"/>
              </a:rPr>
              <a:t>Intégrer le cadre légal et réglementaire du traitement de données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AC3.7 </a:t>
            </a:r>
            <a:r>
              <a:rPr lang="fr-FR" sz="900" spc="-1" dirty="0">
                <a:solidFill>
                  <a:srgbClr val="000000"/>
                </a:solidFill>
                <a:latin typeface="Calibri" panose="020F0502020204030204" pitchFamily="34" charset="0"/>
                <a:ea typeface="Calibri"/>
                <a:cs typeface="Calibri" panose="020F0502020204030204" pitchFamily="34" charset="0"/>
              </a:rPr>
              <a:t>Analyser et maîtriser les exigences du RGPD et du droit de la propriété</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AC3.8 </a:t>
            </a:r>
            <a:r>
              <a:rPr lang="fr-FR" sz="900" spc="-1" dirty="0">
                <a:solidFill>
                  <a:srgbClr val="000000"/>
                </a:solidFill>
                <a:latin typeface="Calibri" panose="020F0502020204030204" pitchFamily="34" charset="0"/>
                <a:ea typeface="Calibri"/>
                <a:cs typeface="Calibri" panose="020F0502020204030204" pitchFamily="34" charset="0"/>
              </a:rPr>
              <a:t>Intégrer la dimension économie de la donnée (valeur de la donnée, utilisation par les entreprises du numérique, mise en place de business plan)</a:t>
            </a:r>
            <a:endParaRPr lang="fr-FR" sz="900" spc="-1" dirty="0">
              <a:solidFill>
                <a:srgbClr val="000000"/>
              </a:solidFill>
              <a:latin typeface="Calibri" panose="020F0502020204030204" pitchFamily="34" charset="0"/>
              <a:cs typeface="Calibri" panose="020F0502020204030204" pitchFamily="34" charset="0"/>
            </a:endParaRPr>
          </a:p>
        </p:txBody>
      </p:sp>
      <p:sp>
        <p:nvSpPr>
          <p:cNvPr id="450" name="ZoneTexte 68"/>
          <p:cNvSpPr/>
          <p:nvPr/>
        </p:nvSpPr>
        <p:spPr>
          <a:xfrm>
            <a:off x="2278499" y="6361952"/>
            <a:ext cx="4315900" cy="10603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AC3.9 </a:t>
            </a:r>
            <a:r>
              <a:rPr lang="fr-FR" sz="900" spc="-1" dirty="0">
                <a:solidFill>
                  <a:srgbClr val="000000"/>
                </a:solidFill>
                <a:latin typeface="Calibri" panose="020F0502020204030204" pitchFamily="34" charset="0"/>
                <a:ea typeface="Calibri"/>
                <a:cs typeface="Calibri" panose="020F0502020204030204" pitchFamily="34" charset="0"/>
              </a:rPr>
              <a:t>Identifier les risques de sécurité informatique sur les systèmes et les données (fuite de données) </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AC3.10 </a:t>
            </a:r>
            <a:r>
              <a:rPr lang="fr-FR" sz="900" spc="-1" dirty="0">
                <a:solidFill>
                  <a:srgbClr val="000000"/>
                </a:solidFill>
                <a:latin typeface="Calibri" panose="020F0502020204030204" pitchFamily="34" charset="0"/>
                <a:ea typeface="Calibri"/>
                <a:cs typeface="Calibri" panose="020F0502020204030204" pitchFamily="34" charset="0"/>
              </a:rPr>
              <a:t>Mettre en place les éléments de sécurité et de cryptographie</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AC3.11 </a:t>
            </a:r>
            <a:r>
              <a:rPr lang="fr-FR" sz="900" spc="-1" dirty="0">
                <a:solidFill>
                  <a:srgbClr val="000000"/>
                </a:solidFill>
                <a:latin typeface="Calibri" panose="020F0502020204030204" pitchFamily="34" charset="0"/>
                <a:ea typeface="Calibri"/>
                <a:cs typeface="Calibri" panose="020F0502020204030204" pitchFamily="34" charset="0"/>
              </a:rPr>
              <a:t>Intégrer l’intermédiation dans la conception des systèmes numériques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AC3.12 </a:t>
            </a:r>
            <a:r>
              <a:rPr lang="fr-FR" sz="900" spc="-1" dirty="0">
                <a:solidFill>
                  <a:srgbClr val="000000"/>
                </a:solidFill>
                <a:latin typeface="Calibri" panose="020F0502020204030204" pitchFamily="34" charset="0"/>
                <a:ea typeface="Calibri"/>
                <a:cs typeface="Calibri" panose="020F0502020204030204" pitchFamily="34" charset="0"/>
              </a:rPr>
              <a:t>Comprendre les effets « réseaux » dans le développement de plateformes numériques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AC3.13 </a:t>
            </a:r>
            <a:r>
              <a:rPr lang="fr-FR" sz="900" spc="-1" dirty="0">
                <a:solidFill>
                  <a:srgbClr val="000000"/>
                </a:solidFill>
                <a:latin typeface="Calibri" panose="020F0502020204030204" pitchFamily="34" charset="0"/>
                <a:ea typeface="Calibri"/>
                <a:cs typeface="Calibri" panose="020F0502020204030204" pitchFamily="34" charset="0"/>
              </a:rPr>
              <a:t>Expliquer les flux, stockage, sécurisation des données au sein des entreprises</a:t>
            </a:r>
            <a:endParaRPr lang="fr-FR" sz="900" spc="-1" dirty="0">
              <a:solidFill>
                <a:srgbClr val="000000"/>
              </a:solidFill>
              <a:latin typeface="Calibri" panose="020F0502020204030204" pitchFamily="34" charset="0"/>
              <a:cs typeface="Calibri" panose="020F0502020204030204" pitchFamily="34" charset="0"/>
            </a:endParaRPr>
          </a:p>
        </p:txBody>
      </p:sp>
      <p:sp>
        <p:nvSpPr>
          <p:cNvPr id="2" name="ZoneTexte 1">
            <a:extLst>
              <a:ext uri="{FF2B5EF4-FFF2-40B4-BE49-F238E27FC236}">
                <a16:creationId xmlns:a16="http://schemas.microsoft.com/office/drawing/2014/main" id="{8EDCB084-0888-A63B-3640-F719B3D55C1C}"/>
              </a:ext>
            </a:extLst>
          </p:cNvPr>
          <p:cNvSpPr txBox="1"/>
          <p:nvPr/>
        </p:nvSpPr>
        <p:spPr>
          <a:xfrm>
            <a:off x="4341814" y="-385588"/>
            <a:ext cx="460382" cy="230832"/>
          </a:xfrm>
          <a:prstGeom prst="rect">
            <a:avLst/>
          </a:prstGeom>
          <a:noFill/>
        </p:spPr>
        <p:txBody>
          <a:bodyPr wrap="none" rtlCol="0">
            <a:spAutoFit/>
          </a:bodyPr>
          <a:lstStyle/>
          <a:p>
            <a:r>
              <a:rPr lang="es-ES_tradnl" sz="900" dirty="0">
                <a:solidFill>
                  <a:schemeClr val="bg1"/>
                </a:solidFill>
              </a:rPr>
              <a:t>(IDU)</a:t>
            </a:r>
            <a:endParaRPr lang="es-ES_tradnl" sz="105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Rectangle 64"/>
          <p:cNvSpPr/>
          <p:nvPr/>
        </p:nvSpPr>
        <p:spPr>
          <a:xfrm>
            <a:off x="2270452" y="389782"/>
            <a:ext cx="4315261" cy="1437120"/>
          </a:xfrm>
          <a:prstGeom prst="rect">
            <a:avLst/>
          </a:prstGeom>
          <a:solidFill>
            <a:schemeClr val="accent2">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900" b="1" spc="-1" dirty="0">
                <a:solidFill>
                  <a:srgbClr val="000000"/>
                </a:solidFill>
                <a:latin typeface="Calibri" panose="020F0502020204030204" pitchFamily="34" charset="0"/>
                <a:ea typeface="DejaVu Sans"/>
                <a:cs typeface="Calibri" panose="020F0502020204030204" pitchFamily="34" charset="0"/>
              </a:rPr>
              <a:t>Composantes essentielles</a:t>
            </a:r>
            <a:endParaRPr lang="fr-FR" sz="9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900" spc="-1" dirty="0">
                <a:solidFill>
                  <a:srgbClr val="000000"/>
                </a:solidFill>
                <a:latin typeface="Calibri" panose="020F0502020204030204" pitchFamily="34" charset="0"/>
                <a:ea typeface="Calibri"/>
                <a:cs typeface="Calibri" panose="020F0502020204030204" pitchFamily="34" charset="0"/>
              </a:rPr>
              <a:t>En exerçant un management opérationnel et stratégique</a:t>
            </a:r>
            <a:endParaRPr lang="fr-FR" sz="9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900" spc="-1" dirty="0">
                <a:solidFill>
                  <a:srgbClr val="000000"/>
                </a:solidFill>
                <a:latin typeface="Calibri" panose="020F0502020204030204" pitchFamily="34" charset="0"/>
                <a:ea typeface="Calibri"/>
                <a:cs typeface="Calibri" panose="020F0502020204030204" pitchFamily="34" charset="0"/>
              </a:rPr>
              <a:t>En coopérant avec des acteurs de professions et cultures différentes</a:t>
            </a:r>
            <a:endParaRPr lang="fr-FR" sz="9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900" spc="-1" dirty="0">
                <a:solidFill>
                  <a:srgbClr val="000000"/>
                </a:solidFill>
                <a:latin typeface="Calibri" panose="020F0502020204030204" pitchFamily="34" charset="0"/>
                <a:ea typeface="Calibri"/>
                <a:cs typeface="Calibri" panose="020F0502020204030204" pitchFamily="34" charset="0"/>
              </a:rPr>
              <a:t>En développant l'initiative, l'autonomie et l'esprit d'entreprenariat</a:t>
            </a:r>
            <a:endParaRPr lang="fr-FR" sz="9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900" spc="-1" dirty="0">
                <a:solidFill>
                  <a:srgbClr val="000000"/>
                </a:solidFill>
                <a:latin typeface="Calibri" panose="020F0502020204030204" pitchFamily="34" charset="0"/>
                <a:ea typeface="Calibri"/>
                <a:cs typeface="Calibri" panose="020F0502020204030204" pitchFamily="34" charset="0"/>
              </a:rPr>
              <a:t>En prenant en compte la dimension développement durable et RSE</a:t>
            </a:r>
            <a:endParaRPr lang="fr-FR" sz="9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900" spc="-1" dirty="0">
                <a:solidFill>
                  <a:srgbClr val="000000"/>
                </a:solidFill>
                <a:latin typeface="Calibri" panose="020F0502020204030204" pitchFamily="34" charset="0"/>
                <a:ea typeface="Calibri"/>
                <a:cs typeface="Calibri" panose="020F0502020204030204" pitchFamily="34" charset="0"/>
              </a:rPr>
              <a:t>En intégrant l’état de l’art des connaissances et des pratiques</a:t>
            </a:r>
            <a:endParaRPr lang="fr-FR" sz="900" spc="-1" dirty="0">
              <a:solidFill>
                <a:srgbClr val="000000"/>
              </a:solidFill>
              <a:latin typeface="Calibri" panose="020F0502020204030204" pitchFamily="34" charset="0"/>
              <a:cs typeface="Calibri" panose="020F0502020204030204" pitchFamily="34" charset="0"/>
            </a:endParaRPr>
          </a:p>
          <a:p>
            <a:pPr marL="171360" indent="-171360" algn="just">
              <a:buClr>
                <a:srgbClr val="000000"/>
              </a:buClr>
              <a:buFont typeface="Arial"/>
              <a:buChar char="•"/>
            </a:pPr>
            <a:r>
              <a:rPr lang="fr-FR" sz="900" spc="-1" dirty="0">
                <a:solidFill>
                  <a:srgbClr val="000000"/>
                </a:solidFill>
                <a:latin typeface="Calibri" panose="020F0502020204030204" pitchFamily="34" charset="0"/>
                <a:ea typeface="Calibri"/>
                <a:cs typeface="Calibri" panose="020F0502020204030204" pitchFamily="34" charset="0"/>
              </a:rPr>
              <a:t>En utilisant des méthodes et outils de gestion et de suivi du projet</a:t>
            </a:r>
            <a:endParaRPr lang="fr-FR" sz="1200" spc="-1" dirty="0">
              <a:solidFill>
                <a:srgbClr val="000000"/>
              </a:solidFill>
              <a:latin typeface="Calibri" panose="020F0502020204030204" pitchFamily="34" charset="0"/>
              <a:cs typeface="Calibri" panose="020F0502020204030204" pitchFamily="34" charset="0"/>
            </a:endParaRPr>
          </a:p>
        </p:txBody>
      </p:sp>
      <p:sp>
        <p:nvSpPr>
          <p:cNvPr id="452" name="Rectangle 65"/>
          <p:cNvSpPr/>
          <p:nvPr/>
        </p:nvSpPr>
        <p:spPr>
          <a:xfrm>
            <a:off x="2223189" y="2340405"/>
            <a:ext cx="4315261" cy="597960"/>
          </a:xfrm>
          <a:prstGeom prst="rect">
            <a:avLst/>
          </a:prstGeom>
          <a:solidFill>
            <a:schemeClr val="accent2">
              <a:lumMod val="40000"/>
              <a:lumOff val="6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fr-FR" sz="1200" spc="-1" dirty="0">
                <a:solidFill>
                  <a:srgbClr val="000000"/>
                </a:solidFill>
                <a:latin typeface="Calibri"/>
                <a:ea typeface="Calibri"/>
              </a:rPr>
              <a:t>Conduite de projet informatique</a:t>
            </a:r>
            <a:endParaRPr lang="fr-FR" sz="1200" spc="-1" dirty="0">
              <a:solidFill>
                <a:srgbClr val="000000"/>
              </a:solidFill>
              <a:latin typeface="Arial"/>
            </a:endParaRPr>
          </a:p>
        </p:txBody>
      </p:sp>
      <p:sp>
        <p:nvSpPr>
          <p:cNvPr id="453" name="ZoneTexte 77"/>
          <p:cNvSpPr/>
          <p:nvPr/>
        </p:nvSpPr>
        <p:spPr>
          <a:xfrm>
            <a:off x="20272" y="1977507"/>
            <a:ext cx="2304095" cy="29093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fr-FR" sz="1300" b="1" spc="-1" dirty="0">
                <a:solidFill>
                  <a:srgbClr val="000000"/>
                </a:solidFill>
                <a:latin typeface="Myriad Pro"/>
                <a:ea typeface="DejaVu Sans"/>
              </a:rPr>
              <a:t>Situations professionnelles</a:t>
            </a:r>
            <a:endParaRPr lang="fr-FR" sz="1300" spc="-1" dirty="0">
              <a:solidFill>
                <a:srgbClr val="000000"/>
              </a:solidFill>
              <a:latin typeface="Arial"/>
            </a:endParaRPr>
          </a:p>
        </p:txBody>
      </p:sp>
      <p:sp>
        <p:nvSpPr>
          <p:cNvPr id="454" name="Rectangle 66"/>
          <p:cNvSpPr/>
          <p:nvPr/>
        </p:nvSpPr>
        <p:spPr>
          <a:xfrm>
            <a:off x="2182408" y="3568441"/>
            <a:ext cx="4405587" cy="1445975"/>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sp>
        <p:nvSpPr>
          <p:cNvPr id="455" name="Rectangle 67"/>
          <p:cNvSpPr/>
          <p:nvPr/>
        </p:nvSpPr>
        <p:spPr>
          <a:xfrm>
            <a:off x="2175928" y="5036927"/>
            <a:ext cx="4409785" cy="1393481"/>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sp>
        <p:nvSpPr>
          <p:cNvPr id="456" name="Rectangle 68"/>
          <p:cNvSpPr/>
          <p:nvPr/>
        </p:nvSpPr>
        <p:spPr>
          <a:xfrm>
            <a:off x="2182408" y="6459015"/>
            <a:ext cx="4405587" cy="1603528"/>
          </a:xfrm>
          <a:prstGeom prst="rect">
            <a:avLst/>
          </a:prstGeom>
          <a:no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900" spc="-1">
              <a:solidFill>
                <a:srgbClr val="000000"/>
              </a:solidFill>
              <a:latin typeface="Myriad Pro"/>
              <a:ea typeface="DejaVu Sans"/>
            </a:endParaRPr>
          </a:p>
        </p:txBody>
      </p:sp>
      <p:grpSp>
        <p:nvGrpSpPr>
          <p:cNvPr id="457" name="Groupe 10"/>
          <p:cNvGrpSpPr/>
          <p:nvPr/>
        </p:nvGrpSpPr>
        <p:grpSpPr>
          <a:xfrm>
            <a:off x="53008" y="3577425"/>
            <a:ext cx="2115900" cy="4970087"/>
            <a:chOff x="41760" y="2125583"/>
            <a:chExt cx="2115900" cy="6392455"/>
          </a:xfrm>
        </p:grpSpPr>
        <p:sp>
          <p:nvSpPr>
            <p:cNvPr id="458" name="Chevron 19"/>
            <p:cNvSpPr/>
            <p:nvPr/>
          </p:nvSpPr>
          <p:spPr>
            <a:xfrm rot="5400000">
              <a:off x="-94501" y="4092797"/>
              <a:ext cx="2389320" cy="2108880"/>
            </a:xfrm>
            <a:prstGeom prst="chevron">
              <a:avLst>
                <a:gd name="adj" fmla="val 21677"/>
              </a:avLst>
            </a:prstGeom>
            <a:solidFill>
              <a:schemeClr val="accent1">
                <a:lumMod val="40000"/>
                <a:lumOff val="6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spc="-1">
                <a:solidFill>
                  <a:srgbClr val="000000"/>
                </a:solidFill>
                <a:latin typeface="Calibri"/>
                <a:ea typeface="DejaVu Sans"/>
              </a:endParaRPr>
            </a:p>
          </p:txBody>
        </p:sp>
        <p:sp>
          <p:nvSpPr>
            <p:cNvPr id="459" name="Chevron 20"/>
            <p:cNvSpPr/>
            <p:nvPr/>
          </p:nvSpPr>
          <p:spPr>
            <a:xfrm rot="5400000">
              <a:off x="-268920" y="6091458"/>
              <a:ext cx="2744280" cy="2108880"/>
            </a:xfrm>
            <a:prstGeom prst="chevron">
              <a:avLst>
                <a:gd name="adj" fmla="val 21677"/>
              </a:avLst>
            </a:prstGeom>
            <a:solidFill>
              <a:schemeClr val="accent1">
                <a:lumMod val="60000"/>
                <a:lumOff val="4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2520" spc="-1">
                <a:solidFill>
                  <a:srgbClr val="000000"/>
                </a:solidFill>
                <a:latin typeface="Calibri"/>
                <a:ea typeface="DejaVu Sans"/>
              </a:endParaRPr>
            </a:p>
          </p:txBody>
        </p:sp>
        <p:sp>
          <p:nvSpPr>
            <p:cNvPr id="460" name="Signalisation droite 9"/>
            <p:cNvSpPr/>
            <p:nvPr/>
          </p:nvSpPr>
          <p:spPr>
            <a:xfrm rot="5400000">
              <a:off x="-94500" y="2265804"/>
              <a:ext cx="2389321" cy="2108880"/>
            </a:xfrm>
            <a:prstGeom prst="homePlate">
              <a:avLst>
                <a:gd name="adj" fmla="val 23531"/>
              </a:avLst>
            </a:prstGeom>
            <a:solidFill>
              <a:schemeClr val="accent1">
                <a:lumMod val="20000"/>
                <a:lumOff val="80000"/>
              </a:schemeClr>
            </a:solidFill>
            <a:ln w="648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200" spc="-1">
                <a:solidFill>
                  <a:srgbClr val="000000"/>
                </a:solidFill>
                <a:latin typeface="Myriad Pro"/>
                <a:ea typeface="DejaVu Sans"/>
              </a:endParaRPr>
            </a:p>
          </p:txBody>
        </p:sp>
        <p:sp>
          <p:nvSpPr>
            <p:cNvPr id="461" name="ZoneTexte 78"/>
            <p:cNvSpPr/>
            <p:nvPr/>
          </p:nvSpPr>
          <p:spPr>
            <a:xfrm>
              <a:off x="41760" y="2748808"/>
              <a:ext cx="21088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DejaVu Sans"/>
                </a:rPr>
                <a:t>Niveau 1</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Dans un cas simple, à partir d'un cahier des charges donné</a:t>
              </a:r>
              <a:endParaRPr lang="fr-FR" sz="1200" spc="-1" dirty="0">
                <a:solidFill>
                  <a:srgbClr val="000000"/>
                </a:solidFill>
                <a:latin typeface="Arial"/>
              </a:endParaRPr>
            </a:p>
          </p:txBody>
        </p:sp>
        <p:sp>
          <p:nvSpPr>
            <p:cNvPr id="462" name="ZoneTexte 79"/>
            <p:cNvSpPr/>
            <p:nvPr/>
          </p:nvSpPr>
          <p:spPr>
            <a:xfrm>
              <a:off x="41760" y="4653541"/>
              <a:ext cx="2108880" cy="1004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DejaVu Sans"/>
                </a:rPr>
                <a:t>Niveau 2</a:t>
              </a:r>
              <a:endParaRPr lang="fr-FR" sz="1200" spc="-1" dirty="0">
                <a:solidFill>
                  <a:srgbClr val="000000"/>
                </a:solidFill>
                <a:latin typeface="Arial"/>
              </a:endParaRPr>
            </a:p>
            <a:p>
              <a:pPr algn="ctr">
                <a:lnSpc>
                  <a:spcPct val="100000"/>
                </a:lnSpc>
              </a:pPr>
              <a:r>
                <a:rPr lang="fr-FR" sz="1200" spc="-1" dirty="0">
                  <a:latin typeface="Calibri"/>
                  <a:ea typeface="Calibri"/>
                </a:rPr>
                <a:t>De façon semi-autonome à partir des besoins, dans un contexte socio-économique et culturel international</a:t>
              </a:r>
              <a:endParaRPr lang="fr-FR" sz="1200" spc="-1" dirty="0">
                <a:latin typeface="Arial"/>
              </a:endParaRPr>
            </a:p>
          </p:txBody>
        </p:sp>
        <p:sp>
          <p:nvSpPr>
            <p:cNvPr id="463" name="ZoneTexte 80"/>
            <p:cNvSpPr/>
            <p:nvPr/>
          </p:nvSpPr>
          <p:spPr>
            <a:xfrm>
              <a:off x="41760" y="6778462"/>
              <a:ext cx="2108880" cy="106694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fr-FR" sz="1200" b="1" spc="-1" dirty="0">
                  <a:solidFill>
                    <a:srgbClr val="000000"/>
                  </a:solidFill>
                  <a:latin typeface="Myriad Pro"/>
                  <a:ea typeface="DejaVu Sans"/>
                </a:rPr>
                <a:t>Niveau 3</a:t>
              </a:r>
              <a:endParaRPr lang="fr-FR" sz="1200" spc="-1" dirty="0">
                <a:solidFill>
                  <a:srgbClr val="000000"/>
                </a:solidFill>
                <a:latin typeface="Arial"/>
              </a:endParaRPr>
            </a:p>
            <a:p>
              <a:pPr algn="ctr">
                <a:lnSpc>
                  <a:spcPct val="100000"/>
                </a:lnSpc>
              </a:pPr>
              <a:r>
                <a:rPr lang="fr-FR" sz="1200" spc="-1" dirty="0">
                  <a:solidFill>
                    <a:srgbClr val="000000"/>
                  </a:solidFill>
                  <a:latin typeface="Calibri"/>
                  <a:ea typeface="Calibri"/>
                </a:rPr>
                <a:t>Dans un contexte autonome de d'amélioration, d'innovation ou de recherche</a:t>
              </a:r>
              <a:endParaRPr lang="fr-FR" sz="1200" spc="-1" dirty="0">
                <a:solidFill>
                  <a:srgbClr val="000000"/>
                </a:solidFill>
                <a:latin typeface="Arial"/>
              </a:endParaRPr>
            </a:p>
          </p:txBody>
        </p:sp>
      </p:grpSp>
      <p:sp>
        <p:nvSpPr>
          <p:cNvPr id="464" name="ZoneTexte 81"/>
          <p:cNvSpPr/>
          <p:nvPr/>
        </p:nvSpPr>
        <p:spPr>
          <a:xfrm>
            <a:off x="2076724" y="3169804"/>
            <a:ext cx="2304095" cy="33408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fr-FR" sz="1600" b="1" i="1" spc="-1" dirty="0">
                <a:solidFill>
                  <a:srgbClr val="000000"/>
                </a:solidFill>
                <a:latin typeface="Calibri"/>
                <a:ea typeface="DejaVu Sans"/>
              </a:rPr>
              <a:t>Apprentissages critiques</a:t>
            </a:r>
            <a:endParaRPr lang="fr-FR" sz="1600" spc="-1" dirty="0">
              <a:solidFill>
                <a:srgbClr val="000000"/>
              </a:solidFill>
              <a:latin typeface="Arial"/>
            </a:endParaRPr>
          </a:p>
        </p:txBody>
      </p:sp>
      <p:sp>
        <p:nvSpPr>
          <p:cNvPr id="465" name="Rectangle 69"/>
          <p:cNvSpPr/>
          <p:nvPr/>
        </p:nvSpPr>
        <p:spPr>
          <a:xfrm>
            <a:off x="74452" y="389782"/>
            <a:ext cx="2157120" cy="1437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spcAft>
                <a:spcPts val="601"/>
              </a:spcAft>
            </a:pPr>
            <a:r>
              <a:rPr lang="fr-FR" sz="1200" b="1" cap="all" spc="-1" dirty="0">
                <a:solidFill>
                  <a:srgbClr val="FFFFFF"/>
                </a:solidFill>
                <a:latin typeface="Myriad Pro"/>
                <a:ea typeface="Calibri"/>
              </a:rPr>
              <a:t>Gérer un projet informatique</a:t>
            </a:r>
            <a:endParaRPr lang="fr-FR" sz="1200" spc="-1" dirty="0">
              <a:solidFill>
                <a:srgbClr val="FFFFFF"/>
              </a:solidFill>
              <a:latin typeface="Arial"/>
            </a:endParaRPr>
          </a:p>
          <a:p>
            <a:pPr algn="ctr">
              <a:spcAft>
                <a:spcPts val="601"/>
              </a:spcAft>
            </a:pPr>
            <a:r>
              <a:rPr lang="fr-FR" sz="1200" cap="all" spc="-1" dirty="0">
                <a:solidFill>
                  <a:srgbClr val="FFFFFE"/>
                </a:solidFill>
                <a:latin typeface="Calibri"/>
                <a:ea typeface="Calibri"/>
              </a:rPr>
              <a:t>RNCP35994BC05</a:t>
            </a:r>
            <a:endParaRPr lang="fr-FR" sz="1200" spc="-1" dirty="0">
              <a:solidFill>
                <a:srgbClr val="FFFFFF"/>
              </a:solidFill>
              <a:latin typeface="Arial"/>
            </a:endParaRPr>
          </a:p>
        </p:txBody>
      </p:sp>
      <p:sp>
        <p:nvSpPr>
          <p:cNvPr id="466" name="ZoneTexte 82"/>
          <p:cNvSpPr/>
          <p:nvPr/>
        </p:nvSpPr>
        <p:spPr>
          <a:xfrm>
            <a:off x="2238208" y="3695093"/>
            <a:ext cx="4300242" cy="10603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AC4.1 </a:t>
            </a:r>
            <a:r>
              <a:rPr lang="fr-FR" sz="900" spc="-1" dirty="0">
                <a:solidFill>
                  <a:srgbClr val="000000"/>
                </a:solidFill>
                <a:latin typeface="Calibri" panose="020F0502020204030204" pitchFamily="34" charset="0"/>
                <a:ea typeface="Calibri"/>
                <a:cs typeface="Calibri" panose="020F0502020204030204" pitchFamily="34" charset="0"/>
              </a:rPr>
              <a:t>Définir  un projet, ses objectifs, ses acteurs et les outils de gestion de projet</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AC4.2 </a:t>
            </a:r>
            <a:r>
              <a:rPr lang="fr-FR" sz="900" spc="-1" dirty="0">
                <a:solidFill>
                  <a:srgbClr val="000000"/>
                </a:solidFill>
                <a:latin typeface="Calibri" panose="020F0502020204030204" pitchFamily="34" charset="0"/>
                <a:ea typeface="Calibri"/>
                <a:cs typeface="Calibri" panose="020F0502020204030204" pitchFamily="34" charset="0"/>
              </a:rPr>
              <a:t>Mettre en œuvre une méthode de gestion de projet informatique et des outils collaboratifs associés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AC4.3 </a:t>
            </a:r>
            <a:r>
              <a:rPr lang="fr-FR" sz="900" spc="-1" dirty="0">
                <a:solidFill>
                  <a:srgbClr val="000000"/>
                </a:solidFill>
                <a:latin typeface="Calibri" panose="020F0502020204030204" pitchFamily="34" charset="0"/>
                <a:ea typeface="Calibri"/>
                <a:cs typeface="Calibri" panose="020F0502020204030204" pitchFamily="34" charset="0"/>
              </a:rPr>
              <a:t>Mettre en œuvre des outils de planification et de suivi de projet</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AC4.4 </a:t>
            </a:r>
            <a:r>
              <a:rPr lang="fr-FR" sz="900" spc="-1" dirty="0">
                <a:solidFill>
                  <a:srgbClr val="000000"/>
                </a:solidFill>
                <a:latin typeface="Calibri" panose="020F0502020204030204" pitchFamily="34" charset="0"/>
                <a:ea typeface="Calibri"/>
                <a:cs typeface="Calibri" panose="020F0502020204030204" pitchFamily="34" charset="0"/>
              </a:rPr>
              <a:t>Évaluer la rentabilité des projets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AC4.5 </a:t>
            </a:r>
            <a:r>
              <a:rPr lang="fr-FR" sz="900" spc="-1" dirty="0">
                <a:solidFill>
                  <a:srgbClr val="000000"/>
                </a:solidFill>
                <a:latin typeface="Calibri" panose="020F0502020204030204" pitchFamily="34" charset="0"/>
                <a:ea typeface="Calibri"/>
                <a:cs typeface="Calibri" panose="020F0502020204030204" pitchFamily="34" charset="0"/>
              </a:rPr>
              <a:t>Concevoir les bases d'une stratégie d'entreprise</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AC4.6 </a:t>
            </a:r>
            <a:r>
              <a:rPr lang="fr-FR" sz="900" spc="-1" dirty="0">
                <a:solidFill>
                  <a:srgbClr val="000000"/>
                </a:solidFill>
                <a:latin typeface="Calibri" panose="020F0502020204030204" pitchFamily="34" charset="0"/>
                <a:ea typeface="Calibri"/>
                <a:cs typeface="Calibri" panose="020F0502020204030204" pitchFamily="34" charset="0"/>
              </a:rPr>
              <a:t>Comprendre les lois et réglementations qui régissent leur domaine d'expertise</a:t>
            </a:r>
            <a:endParaRPr lang="fr-FR" sz="900" spc="-1" dirty="0">
              <a:solidFill>
                <a:srgbClr val="000000"/>
              </a:solidFill>
              <a:latin typeface="Calibri" panose="020F0502020204030204" pitchFamily="34" charset="0"/>
              <a:cs typeface="Calibri" panose="020F0502020204030204" pitchFamily="34" charset="0"/>
            </a:endParaRPr>
          </a:p>
        </p:txBody>
      </p:sp>
      <p:sp>
        <p:nvSpPr>
          <p:cNvPr id="467" name="ZoneTexte 83"/>
          <p:cNvSpPr/>
          <p:nvPr/>
        </p:nvSpPr>
        <p:spPr>
          <a:xfrm>
            <a:off x="2252608" y="5192388"/>
            <a:ext cx="4160465" cy="10603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AC4.7 </a:t>
            </a:r>
            <a:r>
              <a:rPr lang="fr-FR" sz="900" spc="-1" dirty="0">
                <a:solidFill>
                  <a:srgbClr val="000000"/>
                </a:solidFill>
                <a:latin typeface="Calibri" panose="020F0502020204030204" pitchFamily="34" charset="0"/>
                <a:ea typeface="Calibri"/>
                <a:cs typeface="Calibri" panose="020F0502020204030204" pitchFamily="34" charset="0"/>
              </a:rPr>
              <a:t>Analyser les besoins, identifier les contraintes et élaborer un cahier des charges </a:t>
            </a: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AC4.8 </a:t>
            </a:r>
            <a:r>
              <a:rPr lang="fr-FR" sz="900" spc="-1" dirty="0">
                <a:solidFill>
                  <a:srgbClr val="000000"/>
                </a:solidFill>
                <a:latin typeface="Calibri" panose="020F0502020204030204" pitchFamily="34" charset="0"/>
                <a:ea typeface="Calibri"/>
                <a:cs typeface="Calibri" panose="020F0502020204030204" pitchFamily="34" charset="0"/>
              </a:rPr>
              <a:t>Animer les réunions et organiser le travail pour clarifier les attendus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AC4.9 </a:t>
            </a:r>
            <a:r>
              <a:rPr lang="fr-FR" sz="900" spc="-1" dirty="0">
                <a:solidFill>
                  <a:srgbClr val="000000"/>
                </a:solidFill>
                <a:latin typeface="Calibri" panose="020F0502020204030204" pitchFamily="34" charset="0"/>
                <a:ea typeface="Calibri"/>
                <a:cs typeface="Calibri" panose="020F0502020204030204" pitchFamily="34" charset="0"/>
              </a:rPr>
              <a:t>Identifier et évaluer les risques triviaux d'un projet</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AC4.10 </a:t>
            </a:r>
            <a:r>
              <a:rPr lang="fr-FR" sz="900" spc="-1" dirty="0">
                <a:solidFill>
                  <a:srgbClr val="000000"/>
                </a:solidFill>
                <a:latin typeface="Calibri" panose="020F0502020204030204" pitchFamily="34" charset="0"/>
                <a:ea typeface="Calibri"/>
                <a:cs typeface="Calibri" panose="020F0502020204030204" pitchFamily="34" charset="0"/>
              </a:rPr>
              <a:t>Utiliser les techniques de créativité pour apporter des solutions originales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AC4.11 </a:t>
            </a:r>
            <a:r>
              <a:rPr lang="fr-FR" sz="900" spc="-1" dirty="0">
                <a:solidFill>
                  <a:srgbClr val="000000"/>
                </a:solidFill>
                <a:latin typeface="Calibri" panose="020F0502020204030204" pitchFamily="34" charset="0"/>
                <a:ea typeface="Calibri"/>
                <a:cs typeface="Calibri" panose="020F0502020204030204" pitchFamily="34" charset="0"/>
              </a:rPr>
              <a:t>Analyser et évaluer les structures et les processus organisationnels</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spc="-1" dirty="0">
                <a:solidFill>
                  <a:srgbClr val="000000"/>
                </a:solidFill>
                <a:latin typeface="Calibri" panose="020F0502020204030204" pitchFamily="34" charset="0"/>
                <a:ea typeface="Calibri"/>
                <a:cs typeface="Calibri" panose="020F0502020204030204" pitchFamily="34" charset="0"/>
              </a:rPr>
              <a:t>Communiquer avec différentes cultures</a:t>
            </a:r>
            <a:endParaRPr lang="fr-FR" sz="900" spc="-1" dirty="0">
              <a:solidFill>
                <a:srgbClr val="000000"/>
              </a:solidFill>
              <a:latin typeface="Calibri" panose="020F0502020204030204" pitchFamily="34" charset="0"/>
              <a:cs typeface="Calibri" panose="020F0502020204030204" pitchFamily="34" charset="0"/>
            </a:endParaRPr>
          </a:p>
        </p:txBody>
      </p:sp>
      <p:sp>
        <p:nvSpPr>
          <p:cNvPr id="468" name="ZoneTexte 84"/>
          <p:cNvSpPr/>
          <p:nvPr/>
        </p:nvSpPr>
        <p:spPr>
          <a:xfrm>
            <a:off x="2270452" y="6693615"/>
            <a:ext cx="4267998" cy="78337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t">
            <a:spAutoFit/>
          </a:bodyPr>
          <a:lstStyle/>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AC4.12 </a:t>
            </a:r>
            <a:r>
              <a:rPr lang="fr-FR" sz="900" spc="-1" dirty="0">
                <a:solidFill>
                  <a:srgbClr val="000000"/>
                </a:solidFill>
                <a:latin typeface="Calibri" panose="020F0502020204030204" pitchFamily="34" charset="0"/>
                <a:ea typeface="Calibri"/>
                <a:cs typeface="Calibri" panose="020F0502020204030204" pitchFamily="34" charset="0"/>
              </a:rPr>
              <a:t>Utiliser des méthodes de management pour la motivation en projet</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AC4.13 </a:t>
            </a:r>
            <a:r>
              <a:rPr lang="fr-FR" sz="900" spc="-1" dirty="0">
                <a:solidFill>
                  <a:srgbClr val="000000"/>
                </a:solidFill>
                <a:latin typeface="Calibri" panose="020F0502020204030204" pitchFamily="34" charset="0"/>
                <a:ea typeface="Calibri"/>
                <a:cs typeface="Calibri" panose="020F0502020204030204" pitchFamily="34" charset="0"/>
              </a:rPr>
              <a:t>Manager des équipes projet (gestion des organisations, résistance au changement…)</a:t>
            </a:r>
            <a:endParaRPr lang="fr-FR" sz="900" spc="-1" dirty="0">
              <a:solidFill>
                <a:srgbClr val="000000"/>
              </a:solidFill>
              <a:latin typeface="Calibri" panose="020F0502020204030204" pitchFamily="34" charset="0"/>
              <a:cs typeface="Calibri" panose="020F0502020204030204" pitchFamily="34" charset="0"/>
            </a:endParaRPr>
          </a:p>
          <a:p>
            <a:pPr>
              <a:buClr>
                <a:srgbClr val="000000"/>
              </a:buClr>
            </a:pPr>
            <a:r>
              <a:rPr lang="fr-FR" sz="900" b="1" spc="-1" dirty="0">
                <a:solidFill>
                  <a:srgbClr val="000000"/>
                </a:solidFill>
                <a:latin typeface="Calibri" panose="020F0502020204030204" pitchFamily="34" charset="0"/>
                <a:ea typeface="Calibri"/>
                <a:cs typeface="Calibri" panose="020F0502020204030204" pitchFamily="34" charset="0"/>
              </a:rPr>
              <a:t>AC4.14 </a:t>
            </a:r>
            <a:r>
              <a:rPr lang="fr-FR" sz="900" spc="-1" dirty="0">
                <a:solidFill>
                  <a:srgbClr val="000000"/>
                </a:solidFill>
                <a:latin typeface="Calibri" panose="020F0502020204030204" pitchFamily="34" charset="0"/>
                <a:ea typeface="Calibri"/>
                <a:cs typeface="Calibri" panose="020F0502020204030204" pitchFamily="34" charset="0"/>
              </a:rPr>
              <a:t>Évaluer l'impact du projet en interne et en externe (responsabilité sociétale et environnementale, stratégie de l'entreprise…)</a:t>
            </a:r>
            <a:endParaRPr lang="fr-FR" sz="900" spc="-1" dirty="0">
              <a:solidFill>
                <a:srgbClr val="000000"/>
              </a:solidFill>
              <a:latin typeface="Calibri" panose="020F0502020204030204" pitchFamily="34" charset="0"/>
              <a:cs typeface="Calibri" panose="020F0502020204030204" pitchFamily="34" charset="0"/>
            </a:endParaRPr>
          </a:p>
        </p:txBody>
      </p:sp>
      <p:sp>
        <p:nvSpPr>
          <p:cNvPr id="2" name="ZoneTexte 1">
            <a:extLst>
              <a:ext uri="{FF2B5EF4-FFF2-40B4-BE49-F238E27FC236}">
                <a16:creationId xmlns:a16="http://schemas.microsoft.com/office/drawing/2014/main" id="{CC91CACE-AAEF-2503-2151-B2199E6565D3}"/>
              </a:ext>
            </a:extLst>
          </p:cNvPr>
          <p:cNvSpPr txBox="1"/>
          <p:nvPr/>
        </p:nvSpPr>
        <p:spPr>
          <a:xfrm>
            <a:off x="4341814" y="-385588"/>
            <a:ext cx="460382" cy="230832"/>
          </a:xfrm>
          <a:prstGeom prst="rect">
            <a:avLst/>
          </a:prstGeom>
          <a:noFill/>
        </p:spPr>
        <p:txBody>
          <a:bodyPr wrap="none" rtlCol="0">
            <a:spAutoFit/>
          </a:bodyPr>
          <a:lstStyle/>
          <a:p>
            <a:r>
              <a:rPr lang="es-ES_tradnl" sz="900" dirty="0">
                <a:solidFill>
                  <a:schemeClr val="bg1"/>
                </a:solidFill>
              </a:rPr>
              <a:t>(IDU)</a:t>
            </a:r>
            <a:endParaRPr lang="es-ES_tradnl" sz="105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9" name="PlaceHolder 1"/>
          <p:cNvSpPr>
            <a:spLocks noGrp="1"/>
          </p:cNvSpPr>
          <p:nvPr>
            <p:ph type="title"/>
          </p:nvPr>
        </p:nvSpPr>
        <p:spPr>
          <a:xfrm>
            <a:off x="-2333308" y="22677"/>
            <a:ext cx="11518560" cy="1600200"/>
          </a:xfrm>
          <a:prstGeom prst="rect">
            <a:avLst/>
          </a:prstGeom>
          <a:noFill/>
          <a:ln w="0">
            <a:noFill/>
          </a:ln>
        </p:spPr>
        <p:txBody>
          <a:bodyPr lIns="0" tIns="0" rIns="0" bIns="0" anchor="ctr">
            <a:noAutofit/>
          </a:bodyPr>
          <a:lstStyle/>
          <a:p>
            <a:pPr>
              <a:lnSpc>
                <a:spcPct val="100000"/>
              </a:lnSpc>
              <a:tabLst>
                <a:tab pos="0" algn="l"/>
              </a:tabLst>
            </a:pPr>
            <a:r>
              <a:rPr lang="fr-FR" spc="-1">
                <a:solidFill>
                  <a:srgbClr val="000000"/>
                </a:solidFill>
                <a:latin typeface="Arial"/>
              </a:rPr>
              <a:t>Absence de liens Module ↔ apprentissage critique (AC) </a:t>
            </a:r>
          </a:p>
        </p:txBody>
      </p:sp>
      <p:sp>
        <p:nvSpPr>
          <p:cNvPr id="470" name="PlaceHolder 2"/>
          <p:cNvSpPr>
            <a:spLocks noGrp="1"/>
          </p:cNvSpPr>
          <p:nvPr>
            <p:ph/>
          </p:nvPr>
        </p:nvSpPr>
        <p:spPr>
          <a:xfrm>
            <a:off x="-2333308" y="1886037"/>
            <a:ext cx="6199200" cy="556560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fr-FR" sz="3200" spc="-1">
                <a:solidFill>
                  <a:srgbClr val="000000"/>
                </a:solidFill>
                <a:latin typeface="Arial"/>
              </a:rPr>
              <a:t>Module sans AC =&gt; A remplacer dans la nouvelle maquette </a:t>
            </a:r>
          </a:p>
          <a:p>
            <a:pPr marL="864000" lvl="1" indent="-324000">
              <a:spcBef>
                <a:spcPts val="1134"/>
              </a:spcBef>
              <a:buClr>
                <a:srgbClr val="000000"/>
              </a:buClr>
              <a:buSzPct val="75000"/>
              <a:buFont typeface="Symbol" charset="2"/>
              <a:buChar char=""/>
            </a:pPr>
            <a:r>
              <a:rPr lang="fr-FR" sz="3200" spc="-1">
                <a:solidFill>
                  <a:srgbClr val="000000"/>
                </a:solidFill>
                <a:latin typeface="Arial"/>
              </a:rPr>
              <a:t>EASI501_PACY : Électricité</a:t>
            </a:r>
          </a:p>
          <a:p>
            <a:pPr marL="864000" lvl="1" indent="-324000">
              <a:spcBef>
                <a:spcPts val="1134"/>
              </a:spcBef>
              <a:buClr>
                <a:srgbClr val="000000"/>
              </a:buClr>
              <a:buSzPct val="75000"/>
              <a:buFont typeface="Symbol" charset="2"/>
              <a:buChar char=""/>
            </a:pPr>
            <a:r>
              <a:rPr lang="fr-FR" sz="3200" spc="-1">
                <a:solidFill>
                  <a:srgbClr val="000000"/>
                </a:solidFill>
                <a:latin typeface="Arial"/>
              </a:rPr>
              <a:t>EASI541_PACY : Automatisation</a:t>
            </a:r>
          </a:p>
        </p:txBody>
      </p:sp>
      <p:sp>
        <p:nvSpPr>
          <p:cNvPr id="471" name="PlaceHolder 3"/>
          <p:cNvSpPr>
            <a:spLocks noGrp="1"/>
          </p:cNvSpPr>
          <p:nvPr>
            <p:ph/>
          </p:nvPr>
        </p:nvSpPr>
        <p:spPr>
          <a:xfrm>
            <a:off x="4048772" y="1886037"/>
            <a:ext cx="5037120" cy="556560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fr-FR" sz="3200" spc="-1">
                <a:solidFill>
                  <a:srgbClr val="000000"/>
                </a:solidFill>
                <a:latin typeface="Arial"/>
              </a:rPr>
              <a:t>AC sans Module</a:t>
            </a:r>
          </a:p>
          <a:p>
            <a:pPr marL="864000" lvl="1" indent="-324000">
              <a:spcBef>
                <a:spcPts val="1134"/>
              </a:spcBef>
              <a:buClr>
                <a:srgbClr val="000000"/>
              </a:buClr>
              <a:buSzPct val="75000"/>
              <a:buFont typeface="Symbol" charset="2"/>
              <a:buChar char=""/>
            </a:pPr>
            <a:r>
              <a:rPr lang="fr-FR" sz="2800" spc="-1">
                <a:solidFill>
                  <a:srgbClr val="000000"/>
                </a:solidFill>
                <a:latin typeface="Arial"/>
              </a:rPr>
              <a:t>Évaluer et optimiser les performances opérationnelles et énergétiques d'un système logiciel (Ajouter dans la nouvelle maquette)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2333308" y="22677"/>
            <a:ext cx="11518560" cy="1600200"/>
          </a:xfrm>
          <a:prstGeom prst="rect">
            <a:avLst/>
          </a:prstGeom>
          <a:noFill/>
          <a:ln w="0">
            <a:noFill/>
          </a:ln>
        </p:spPr>
        <p:txBody>
          <a:bodyPr lIns="0" tIns="0" rIns="0" bIns="0" anchor="ctr">
            <a:noAutofit/>
          </a:bodyPr>
          <a:lstStyle/>
          <a:p>
            <a:pPr>
              <a:lnSpc>
                <a:spcPct val="100000"/>
              </a:lnSpc>
              <a:tabLst>
                <a:tab pos="0" algn="l"/>
              </a:tabLst>
            </a:pPr>
            <a:r>
              <a:rPr lang="fr-FR" spc="-1">
                <a:solidFill>
                  <a:srgbClr val="000000"/>
                </a:solidFill>
                <a:latin typeface="Arial"/>
              </a:rPr>
              <a:t>Apprentissage critique : Acquisition de donnée</a:t>
            </a:r>
          </a:p>
        </p:txBody>
      </p:sp>
      <p:sp>
        <p:nvSpPr>
          <p:cNvPr id="473" name="PlaceHolder 2"/>
          <p:cNvSpPr>
            <a:spLocks noGrp="1"/>
          </p:cNvSpPr>
          <p:nvPr>
            <p:ph/>
          </p:nvPr>
        </p:nvSpPr>
        <p:spPr>
          <a:xfrm>
            <a:off x="-2333308" y="1886037"/>
            <a:ext cx="5619600" cy="5565600"/>
          </a:xfrm>
          <a:prstGeom prst="rect">
            <a:avLst/>
          </a:prstGeom>
          <a:noFill/>
          <a:ln w="0">
            <a:noFill/>
          </a:ln>
        </p:spPr>
        <p:txBody>
          <a:bodyPr lIns="0" tIns="0" rIns="0" bIns="0" anchor="t">
            <a:normAutofit fontScale="50000" lnSpcReduction="20000"/>
          </a:bodyPr>
          <a:lstStyle/>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Scrappy</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Beautiful Soup</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Selenium</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Autre</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API</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Multi-page</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Login/password</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Masquage</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Multi. Site</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Mix Scrap API</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CSV</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JSon</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DB</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HTML</a:t>
            </a:r>
          </a:p>
          <a:p>
            <a:pPr marL="250560" indent="-187920">
              <a:lnSpc>
                <a:spcPct val="100000"/>
              </a:lnSpc>
              <a:spcBef>
                <a:spcPts val="1417"/>
              </a:spcBef>
              <a:buClr>
                <a:srgbClr val="000000"/>
              </a:buClr>
              <a:buSzPct val="45000"/>
              <a:buFont typeface="Wingdings" charset="2"/>
              <a:buChar char=""/>
            </a:pPr>
            <a:r>
              <a:rPr lang="fr-FR" sz="3200" spc="-1">
                <a:solidFill>
                  <a:srgbClr val="000000"/>
                </a:solidFill>
                <a:latin typeface="Arial"/>
              </a:rPr>
              <a:t>Au-delà des attentes</a:t>
            </a:r>
          </a:p>
          <a:p>
            <a:pPr>
              <a:lnSpc>
                <a:spcPct val="100000"/>
              </a:lnSpc>
              <a:spcBef>
                <a:spcPts val="1417"/>
              </a:spcBef>
              <a:tabLst>
                <a:tab pos="0" algn="l"/>
              </a:tabLst>
            </a:pPr>
            <a:endParaRPr lang="fr-FR" sz="3200" spc="-1">
              <a:solidFill>
                <a:srgbClr val="000000"/>
              </a:solidFill>
              <a:latin typeface="Arial"/>
            </a:endParaRPr>
          </a:p>
        </p:txBody>
      </p:sp>
      <p:sp>
        <p:nvSpPr>
          <p:cNvPr id="474" name="PlaceHolder 3"/>
          <p:cNvSpPr>
            <a:spLocks noGrp="1"/>
          </p:cNvSpPr>
          <p:nvPr>
            <p:ph/>
          </p:nvPr>
        </p:nvSpPr>
        <p:spPr>
          <a:xfrm>
            <a:off x="3570332" y="1886037"/>
            <a:ext cx="5619600" cy="5565600"/>
          </a:xfrm>
          <a:prstGeom prst="rect">
            <a:avLst/>
          </a:prstGeom>
          <a:noFill/>
          <a:ln w="0">
            <a:noFill/>
          </a:ln>
        </p:spPr>
        <p:txBody>
          <a:bodyPr lIns="0" tIns="0" rIns="0" bIns="0" anchor="t">
            <a:normAutofit fontScale="96666" lnSpcReduction="10000"/>
          </a:bodyPr>
          <a:lstStyle/>
          <a:p>
            <a:pPr marL="406080" indent="-304560">
              <a:lnSpc>
                <a:spcPct val="100000"/>
              </a:lnSpc>
              <a:spcBef>
                <a:spcPts val="1417"/>
              </a:spcBef>
              <a:buClr>
                <a:srgbClr val="000000"/>
              </a:buClr>
              <a:buSzPct val="45000"/>
              <a:buFont typeface="Wingdings" charset="2"/>
              <a:buChar char=""/>
            </a:pPr>
            <a:r>
              <a:rPr lang="fr-FR" sz="3200" spc="-1">
                <a:solidFill>
                  <a:srgbClr val="000000"/>
                </a:solidFill>
                <a:latin typeface="Arial"/>
              </a:rPr>
              <a:t>E : non evalué (able)</a:t>
            </a:r>
          </a:p>
          <a:p>
            <a:pPr marL="406080" indent="-304560">
              <a:lnSpc>
                <a:spcPct val="100000"/>
              </a:lnSpc>
              <a:spcBef>
                <a:spcPts val="1417"/>
              </a:spcBef>
              <a:buClr>
                <a:srgbClr val="000000"/>
              </a:buClr>
              <a:buSzPct val="45000"/>
              <a:buFont typeface="Wingdings" charset="2"/>
              <a:buChar char=""/>
            </a:pPr>
            <a:r>
              <a:rPr lang="fr-FR" sz="3200" spc="-1">
                <a:solidFill>
                  <a:srgbClr val="000000"/>
                </a:solidFill>
                <a:latin typeface="Arial"/>
              </a:rPr>
              <a:t>D : minimum requis non atteint</a:t>
            </a:r>
          </a:p>
          <a:p>
            <a:pPr marL="406080" indent="-304560">
              <a:lnSpc>
                <a:spcPct val="100000"/>
              </a:lnSpc>
              <a:spcBef>
                <a:spcPts val="1417"/>
              </a:spcBef>
              <a:buClr>
                <a:srgbClr val="000000"/>
              </a:buClr>
              <a:buSzPct val="45000"/>
              <a:buFont typeface="Wingdings" charset="2"/>
              <a:buChar char=""/>
            </a:pPr>
            <a:r>
              <a:rPr lang="fr-FR" sz="3200" spc="-1">
                <a:solidFill>
                  <a:srgbClr val="000000"/>
                </a:solidFill>
                <a:latin typeface="Arial"/>
              </a:rPr>
              <a:t>C (minimum requis): Scrapping + API + 2 types de stockage</a:t>
            </a:r>
          </a:p>
          <a:p>
            <a:pPr marL="406080" indent="-304560">
              <a:lnSpc>
                <a:spcPct val="100000"/>
              </a:lnSpc>
              <a:spcBef>
                <a:spcPts val="1417"/>
              </a:spcBef>
              <a:buClr>
                <a:srgbClr val="000000"/>
              </a:buClr>
              <a:buSzPct val="45000"/>
              <a:buFont typeface="Wingdings" charset="2"/>
              <a:buChar char=""/>
            </a:pPr>
            <a:r>
              <a:rPr lang="fr-FR" sz="3200" spc="-1">
                <a:solidFill>
                  <a:srgbClr val="000000"/>
                </a:solidFill>
                <a:latin typeface="Arial"/>
              </a:rPr>
              <a:t>B : multi pages/sites, Login/passwd/masquage, 3 types de stockage...</a:t>
            </a:r>
          </a:p>
          <a:p>
            <a:pPr marL="406080" indent="-304560">
              <a:lnSpc>
                <a:spcPct val="100000"/>
              </a:lnSpc>
              <a:spcBef>
                <a:spcPts val="1417"/>
              </a:spcBef>
              <a:buClr>
                <a:srgbClr val="000000"/>
              </a:buClr>
              <a:buSzPct val="45000"/>
              <a:buFont typeface="Wingdings" charset="2"/>
              <a:buChar char=""/>
            </a:pPr>
            <a:r>
              <a:rPr lang="fr-FR" sz="3200" spc="-1">
                <a:solidFill>
                  <a:srgbClr val="000000"/>
                </a:solidFill>
                <a:latin typeface="Arial"/>
              </a:rPr>
              <a:t>A : multi sources avec fusion, au-delà des attentes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4984f8b-2057-4450-93f2-8aa5e6a062ce" xsi:nil="true"/>
    <lcf76f155ced4ddcb4097134ff3c332f xmlns="5a932de8-014e-4395-a210-acace869bdb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7AAB16D528BF942AE30C8F5FA7E5E16" ma:contentTypeVersion="13" ma:contentTypeDescription="Create a new document." ma:contentTypeScope="" ma:versionID="22049262f1a86be48e01f0aadccb8241">
  <xsd:schema xmlns:xsd="http://www.w3.org/2001/XMLSchema" xmlns:xs="http://www.w3.org/2001/XMLSchema" xmlns:p="http://schemas.microsoft.com/office/2006/metadata/properties" xmlns:ns2="5a932de8-014e-4395-a210-acace869bdb6" xmlns:ns3="64984f8b-2057-4450-93f2-8aa5e6a062ce" targetNamespace="http://schemas.microsoft.com/office/2006/metadata/properties" ma:root="true" ma:fieldsID="09507c88f6944a8f4a2dea2f9bd036e0" ns2:_="" ns3:_="">
    <xsd:import namespace="5a932de8-014e-4395-a210-acace869bdb6"/>
    <xsd:import namespace="64984f8b-2057-4450-93f2-8aa5e6a062c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32de8-014e-4395-a210-acace869bd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88c3168-a240-49a5-981b-89ab6abaef89"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984f8b-2057-4450-93f2-8aa5e6a062ce"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554f566a-5540-4206-a119-8720727d0e6a}" ma:internalName="TaxCatchAll" ma:showField="CatchAllData" ma:web="64984f8b-2057-4450-93f2-8aa5e6a062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A23B32-0E20-4661-A832-74D5B5127AD8}">
  <ds:schemaRefs>
    <ds:schemaRef ds:uri="http://schemas.microsoft.com/office/2006/metadata/properties"/>
    <ds:schemaRef ds:uri="http://schemas.microsoft.com/office/infopath/2007/PartnerControls"/>
    <ds:schemaRef ds:uri="64984f8b-2057-4450-93f2-8aa5e6a062ce"/>
    <ds:schemaRef ds:uri="5a932de8-014e-4395-a210-acace869bdb6"/>
  </ds:schemaRefs>
</ds:datastoreItem>
</file>

<file path=customXml/itemProps2.xml><?xml version="1.0" encoding="utf-8"?>
<ds:datastoreItem xmlns:ds="http://schemas.openxmlformats.org/officeDocument/2006/customXml" ds:itemID="{E1DF643D-CE0C-4222-BB87-23A9D1ED4CA5}"/>
</file>

<file path=customXml/itemProps3.xml><?xml version="1.0" encoding="utf-8"?>
<ds:datastoreItem xmlns:ds="http://schemas.openxmlformats.org/officeDocument/2006/customXml" ds:itemID="{C98AA591-A45C-41C4-8F08-6190CADE1D1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57736</TotalTime>
  <Words>1650</Words>
  <Application>Microsoft Office PowerPoint</Application>
  <PresentationFormat>Personnalisé</PresentationFormat>
  <Paragraphs>191</Paragraphs>
  <Slides>8</Slides>
  <Notes>0</Notes>
  <HiddenSlides>3</HiddenSlides>
  <MMClips>0</MMClips>
  <ScaleCrop>false</ScaleCrop>
  <HeadingPairs>
    <vt:vector size="4" baseType="variant">
      <vt:variant>
        <vt:lpstr>Thème</vt:lpstr>
      </vt:variant>
      <vt:variant>
        <vt:i4>5</vt:i4>
      </vt:variant>
      <vt:variant>
        <vt:lpstr>Titres des diapositives</vt:lpstr>
      </vt:variant>
      <vt:variant>
        <vt:i4>8</vt:i4>
      </vt:variant>
    </vt:vector>
  </HeadingPairs>
  <TitlesOfParts>
    <vt:vector size="13" baseType="lpstr">
      <vt:lpstr>Office Theme</vt:lpstr>
      <vt:lpstr>Office Theme</vt:lpstr>
      <vt:lpstr>Office Theme</vt:lpstr>
      <vt:lpstr>Office Theme</vt:lpstr>
      <vt:lpstr>Office Theme</vt:lpstr>
      <vt:lpstr>VUE D’ENSEMBLE DES COMPÉTENCES Spécialité : Informatique Données Usages</vt:lpstr>
      <vt:lpstr>Définitions</vt:lpstr>
      <vt:lpstr>Présentation PowerPoint</vt:lpstr>
      <vt:lpstr>Présentation PowerPoint</vt:lpstr>
      <vt:lpstr>Présentation PowerPoint</vt:lpstr>
      <vt:lpstr>Présentation PowerPoint</vt:lpstr>
      <vt:lpstr>Absence de liens Module ↔ apprentissage critique (AC) </vt:lpstr>
      <vt:lpstr>Apprentissage critique : Acquisition de donnée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Arnaud Stolz</dc:creator>
  <dc:description/>
  <cp:lastModifiedBy>Ilham Alloui</cp:lastModifiedBy>
  <cp:revision>206</cp:revision>
  <cp:lastPrinted>2025-03-23T18:01:43Z</cp:lastPrinted>
  <dcterms:created xsi:type="dcterms:W3CDTF">2024-01-30T16:46:58Z</dcterms:created>
  <dcterms:modified xsi:type="dcterms:W3CDTF">2025-09-02T13:12:21Z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0x01010007AAB16D528BF942AE30C8F5FA7E5E16</vt:lpwstr>
  </property>
  <property fmtid="{D5CDD505-2E9C-101B-9397-08002B2CF9AE}" pid="3" name="MediaServiceImageTags">
    <vt:lpwstr/>
  </property>
  <property fmtid="{D5CDD505-2E9C-101B-9397-08002B2CF9AE}" pid="4" name="PresentationFormat">
    <vt:lpwstr>A3 (297 x 420 mm)</vt:lpwstr>
  </property>
  <property fmtid="{D5CDD505-2E9C-101B-9397-08002B2CF9AE}" pid="5" name="Slides">
    <vt:r8>5</vt:r8>
  </property>
</Properties>
</file>