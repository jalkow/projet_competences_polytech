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4.xml" ContentType="application/vnd.openxmlformats-officedocument.theme+xml"/>
  <Override PartName="/ppt/slideLayouts/slideLayout8.xml" ContentType="application/vnd.openxmlformats-officedocument.presentationml.slideLayout+xml"/>
  <Override PartName="/ppt/theme/theme5.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58" r:id="rId5"/>
    <p:sldMasterId id="2147483686" r:id="rId6"/>
    <p:sldMasterId id="2147483688" r:id="rId7"/>
    <p:sldMasterId id="2147483719" r:id="rId8"/>
  </p:sldMasterIdLst>
  <p:sldIdLst>
    <p:sldId id="256" r:id="rId9"/>
    <p:sldId id="257" r:id="rId10"/>
    <p:sldId id="258" r:id="rId11"/>
    <p:sldId id="259" r:id="rId12"/>
    <p:sldId id="260" r:id="rId13"/>
    <p:sldId id="261" r:id="rId14"/>
    <p:sldId id="262" r:id="rId15"/>
    <p:sldId id="263" r:id="rId16"/>
  </p:sldIdLst>
  <p:sldSz cx="12801600" cy="9601200" type="A3"/>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9F56FF-B640-48CB-A1D6-F1091F691CEF}" v="4" dt="2025-03-23T17:26:27.3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5" Type="http://schemas.openxmlformats.org/officeDocument/2006/relationships/slideMaster" Target="slideMasters/slideMaster2.xml"/><Relationship Id="rId15" Type="http://schemas.openxmlformats.org/officeDocument/2006/relationships/slide" Target="slides/slide7.xml"/><Relationship Id="rId10" Type="http://schemas.openxmlformats.org/officeDocument/2006/relationships/slide" Target="slides/slide2.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lham Alloui" userId="S::ilham.alloui@univ-smb.fr::68fc43d7-0d5d-45b6-9507-975e2c114c32" providerId="AD" clId="Web-{359F56FF-B640-48CB-A1D6-F1091F691CEF}"/>
    <pc:docChg chg="modSld">
      <pc:chgData name="Ilham Alloui" userId="S::ilham.alloui@univ-smb.fr::68fc43d7-0d5d-45b6-9507-975e2c114c32" providerId="AD" clId="Web-{359F56FF-B640-48CB-A1D6-F1091F691CEF}" dt="2025-03-23T17:26:27.317" v="3" actId="20577"/>
      <pc:docMkLst>
        <pc:docMk/>
      </pc:docMkLst>
      <pc:sldChg chg="modSp">
        <pc:chgData name="Ilham Alloui" userId="S::ilham.alloui@univ-smb.fr::68fc43d7-0d5d-45b6-9507-975e2c114c32" providerId="AD" clId="Web-{359F56FF-B640-48CB-A1D6-F1091F691CEF}" dt="2025-03-23T17:26:27.317" v="3" actId="20577"/>
        <pc:sldMkLst>
          <pc:docMk/>
          <pc:sldMk cId="0" sldId="257"/>
        </pc:sldMkLst>
        <pc:spChg chg="mod">
          <ac:chgData name="Ilham Alloui" userId="S::ilham.alloui@univ-smb.fr::68fc43d7-0d5d-45b6-9507-975e2c114c32" providerId="AD" clId="Web-{359F56FF-B640-48CB-A1D6-F1091F691CEF}" dt="2025-03-23T17:26:27.317" v="3" actId="20577"/>
          <ac:spMkLst>
            <pc:docMk/>
            <pc:sldMk cId="0" sldId="257"/>
            <ac:spMk id="396" creationId="{00000000-0000-0000-0000-000000000000}"/>
          </ac:spMkLst>
        </pc:spChg>
      </pc:sldChg>
    </pc:docChg>
  </pc:docChgLst>
  <pc:docChgLst>
    <pc:chgData name="Ilham Alloui" userId="S::ilham.alloui@univ-smb.fr::68fc43d7-0d5d-45b6-9507-975e2c114c32" providerId="AD" clId="Web-{06289A8D-89DC-3591-8A1F-F159DB48D832}"/>
    <pc:docChg chg="modSld">
      <pc:chgData name="Ilham Alloui" userId="S::ilham.alloui@univ-smb.fr::68fc43d7-0d5d-45b6-9507-975e2c114c32" providerId="AD" clId="Web-{06289A8D-89DC-3591-8A1F-F159DB48D832}" dt="2025-03-13T14:35:28" v="4" actId="20577"/>
      <pc:docMkLst>
        <pc:docMk/>
      </pc:docMkLst>
      <pc:sldChg chg="modSp">
        <pc:chgData name="Ilham Alloui" userId="S::ilham.alloui@univ-smb.fr::68fc43d7-0d5d-45b6-9507-975e2c114c32" providerId="AD" clId="Web-{06289A8D-89DC-3591-8A1F-F159DB48D832}" dt="2025-03-13T14:35:28" v="4" actId="20577"/>
        <pc:sldMkLst>
          <pc:docMk/>
          <pc:sldMk cId="0" sldId="259"/>
        </pc:sldMkLst>
        <pc:spChg chg="mod">
          <ac:chgData name="Ilham Alloui" userId="S::ilham.alloui@univ-smb.fr::68fc43d7-0d5d-45b6-9507-975e2c114c32" providerId="AD" clId="Web-{06289A8D-89DC-3591-8A1F-F159DB48D832}" dt="2025-03-13T14:35:28" v="4" actId="20577"/>
          <ac:spMkLst>
            <pc:docMk/>
            <pc:sldMk cId="0" sldId="259"/>
            <ac:spMk id="431" creationId="{00000000-0000-0000-0000-000000000000}"/>
          </ac:spMkLst>
        </pc:spChg>
      </pc:sldChg>
    </pc:docChg>
  </pc:docChgLst>
  <pc:docChgLst>
    <pc:chgData name="Elodie Gardet" userId="S::elodie.gardet@univ-smb.fr::986b2662-4ada-430e-a7d0-72cd3f6d7db6" providerId="AD" clId="Web-{B8AC3D8A-AB2B-2373-C9F8-7D63DB8EDA3A}"/>
    <pc:docChg chg="modSld">
      <pc:chgData name="Elodie Gardet" userId="S::elodie.gardet@univ-smb.fr::986b2662-4ada-430e-a7d0-72cd3f6d7db6" providerId="AD" clId="Web-{B8AC3D8A-AB2B-2373-C9F8-7D63DB8EDA3A}" dt="2025-03-14T09:55:22.932" v="1" actId="20577"/>
      <pc:docMkLst>
        <pc:docMk/>
      </pc:docMkLst>
      <pc:sldChg chg="modSp">
        <pc:chgData name="Elodie Gardet" userId="S::elodie.gardet@univ-smb.fr::986b2662-4ada-430e-a7d0-72cd3f6d7db6" providerId="AD" clId="Web-{B8AC3D8A-AB2B-2373-C9F8-7D63DB8EDA3A}" dt="2025-03-14T09:55:22.932" v="1" actId="20577"/>
        <pc:sldMkLst>
          <pc:docMk/>
          <pc:sldMk cId="0" sldId="261"/>
        </pc:sldMkLst>
        <pc:spChg chg="mod">
          <ac:chgData name="Elodie Gardet" userId="S::elodie.gardet@univ-smb.fr::986b2662-4ada-430e-a7d0-72cd3f6d7db6" providerId="AD" clId="Web-{B8AC3D8A-AB2B-2373-C9F8-7D63DB8EDA3A}" dt="2025-03-14T09:55:22.932" v="1" actId="20577"/>
          <ac:spMkLst>
            <pc:docMk/>
            <pc:sldMk cId="0" sldId="261"/>
            <ac:spMk id="466" creationId="{00000000-0000-0000-0000-000000000000}"/>
          </ac:spMkLst>
        </pc:spChg>
      </pc:sldChg>
    </pc:docChg>
  </pc:docChgLst>
  <pc:docChgLst>
    <pc:chgData name="Ilham Alloui" userId="S::ilham.alloui@univ-smb.fr::68fc43d7-0d5d-45b6-9507-975e2c114c32" providerId="AD" clId="Web-{F0283516-4DD8-47E3-A496-46903FA905DD}"/>
    <pc:docChg chg="modSld delMainMaster">
      <pc:chgData name="Ilham Alloui" userId="S::ilham.alloui@univ-smb.fr::68fc43d7-0d5d-45b6-9507-975e2c114c32" providerId="AD" clId="Web-{F0283516-4DD8-47E3-A496-46903FA905DD}" dt="2025-02-27T17:17:16.927" v="24"/>
      <pc:docMkLst>
        <pc:docMk/>
      </pc:docMkLst>
      <pc:sldChg chg="modSp">
        <pc:chgData name="Ilham Alloui" userId="S::ilham.alloui@univ-smb.fr::68fc43d7-0d5d-45b6-9507-975e2c114c32" providerId="AD" clId="Web-{F0283516-4DD8-47E3-A496-46903FA905DD}" dt="2025-02-27T17:17:16.927" v="24"/>
        <pc:sldMkLst>
          <pc:docMk/>
          <pc:sldMk cId="0" sldId="258"/>
        </pc:sldMkLst>
        <pc:spChg chg="ord">
          <ac:chgData name="Ilham Alloui" userId="S::ilham.alloui@univ-smb.fr::68fc43d7-0d5d-45b6-9507-975e2c114c32" providerId="AD" clId="Web-{F0283516-4DD8-47E3-A496-46903FA905DD}" dt="2025-02-27T17:17:15.286" v="17"/>
          <ac:spMkLst>
            <pc:docMk/>
            <pc:sldMk cId="0" sldId="258"/>
            <ac:spMk id="400" creationId="{00000000-0000-0000-0000-000000000000}"/>
          </ac:spMkLst>
        </pc:spChg>
        <pc:spChg chg="ord">
          <ac:chgData name="Ilham Alloui" userId="S::ilham.alloui@univ-smb.fr::68fc43d7-0d5d-45b6-9507-975e2c114c32" providerId="AD" clId="Web-{F0283516-4DD8-47E3-A496-46903FA905DD}" dt="2025-02-27T17:17:15.520" v="18"/>
          <ac:spMkLst>
            <pc:docMk/>
            <pc:sldMk cId="0" sldId="258"/>
            <ac:spMk id="401" creationId="{00000000-0000-0000-0000-000000000000}"/>
          </ac:spMkLst>
        </pc:spChg>
        <pc:spChg chg="ord">
          <ac:chgData name="Ilham Alloui" userId="S::ilham.alloui@univ-smb.fr::68fc43d7-0d5d-45b6-9507-975e2c114c32" providerId="AD" clId="Web-{F0283516-4DD8-47E3-A496-46903FA905DD}" dt="2025-02-27T17:17:15.708" v="19"/>
          <ac:spMkLst>
            <pc:docMk/>
            <pc:sldMk cId="0" sldId="258"/>
            <ac:spMk id="402" creationId="{00000000-0000-0000-0000-000000000000}"/>
          </ac:spMkLst>
        </pc:spChg>
        <pc:spChg chg="ord">
          <ac:chgData name="Ilham Alloui" userId="S::ilham.alloui@univ-smb.fr::68fc43d7-0d5d-45b6-9507-975e2c114c32" providerId="AD" clId="Web-{F0283516-4DD8-47E3-A496-46903FA905DD}" dt="2025-02-27T17:17:16.114" v="21"/>
          <ac:spMkLst>
            <pc:docMk/>
            <pc:sldMk cId="0" sldId="258"/>
            <ac:spMk id="410" creationId="{00000000-0000-0000-0000-000000000000}"/>
          </ac:spMkLst>
        </pc:spChg>
        <pc:spChg chg="ord">
          <ac:chgData name="Ilham Alloui" userId="S::ilham.alloui@univ-smb.fr::68fc43d7-0d5d-45b6-9507-975e2c114c32" providerId="AD" clId="Web-{F0283516-4DD8-47E3-A496-46903FA905DD}" dt="2025-02-27T17:17:16.411" v="22"/>
          <ac:spMkLst>
            <pc:docMk/>
            <pc:sldMk cId="0" sldId="258"/>
            <ac:spMk id="411" creationId="{00000000-0000-0000-0000-000000000000}"/>
          </ac:spMkLst>
        </pc:spChg>
        <pc:spChg chg="ord">
          <ac:chgData name="Ilham Alloui" userId="S::ilham.alloui@univ-smb.fr::68fc43d7-0d5d-45b6-9507-975e2c114c32" providerId="AD" clId="Web-{F0283516-4DD8-47E3-A496-46903FA905DD}" dt="2025-02-27T17:17:16.614" v="23"/>
          <ac:spMkLst>
            <pc:docMk/>
            <pc:sldMk cId="0" sldId="258"/>
            <ac:spMk id="412" creationId="{00000000-0000-0000-0000-000000000000}"/>
          </ac:spMkLst>
        </pc:spChg>
        <pc:spChg chg="ord">
          <ac:chgData name="Ilham Alloui" userId="S::ilham.alloui@univ-smb.fr::68fc43d7-0d5d-45b6-9507-975e2c114c32" providerId="AD" clId="Web-{F0283516-4DD8-47E3-A496-46903FA905DD}" dt="2025-02-27T17:17:16.927" v="24"/>
          <ac:spMkLst>
            <pc:docMk/>
            <pc:sldMk cId="0" sldId="258"/>
            <ac:spMk id="413" creationId="{00000000-0000-0000-0000-000000000000}"/>
          </ac:spMkLst>
        </pc:spChg>
        <pc:spChg chg="ord">
          <ac:chgData name="Ilham Alloui" userId="S::ilham.alloui@univ-smb.fr::68fc43d7-0d5d-45b6-9507-975e2c114c32" providerId="AD" clId="Web-{F0283516-4DD8-47E3-A496-46903FA905DD}" dt="2025-02-27T17:17:15.098" v="16"/>
          <ac:spMkLst>
            <pc:docMk/>
            <pc:sldMk cId="0" sldId="258"/>
            <ac:spMk id="414" creationId="{00000000-0000-0000-0000-000000000000}"/>
          </ac:spMkLst>
        </pc:spChg>
        <pc:grpChg chg="ord">
          <ac:chgData name="Ilham Alloui" userId="S::ilham.alloui@univ-smb.fr::68fc43d7-0d5d-45b6-9507-975e2c114c32" providerId="AD" clId="Web-{F0283516-4DD8-47E3-A496-46903FA905DD}" dt="2025-02-27T17:17:15.895" v="20"/>
          <ac:grpSpMkLst>
            <pc:docMk/>
            <pc:sldMk cId="0" sldId="258"/>
            <ac:grpSpMk id="403" creationId="{00000000-0000-0000-0000-000000000000}"/>
          </ac:grpSpMkLst>
        </pc:grpChg>
      </pc:sldChg>
      <pc:sldMasterChg chg="del delSldLayout">
        <pc:chgData name="Ilham Alloui" userId="S::ilham.alloui@univ-smb.fr::68fc43d7-0d5d-45b6-9507-975e2c114c32" providerId="AD" clId="Web-{F0283516-4DD8-47E3-A496-46903FA905DD}" dt="2025-02-27T17:17:12.255" v="2"/>
        <pc:sldMasterMkLst>
          <pc:docMk/>
          <pc:sldMasterMk cId="0" sldId="2147483650"/>
        </pc:sldMasterMkLst>
        <pc:sldLayoutChg chg="del">
          <pc:chgData name="Ilham Alloui" userId="S::ilham.alloui@univ-smb.fr::68fc43d7-0d5d-45b6-9507-975e2c114c32" providerId="AD" clId="Web-{F0283516-4DD8-47E3-A496-46903FA905DD}" dt="2025-02-27T17:17:12.255" v="2"/>
          <pc:sldLayoutMkLst>
            <pc:docMk/>
            <pc:sldMasterMk cId="0" sldId="2147483650"/>
            <pc:sldLayoutMk cId="0" sldId="2147483651"/>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652"/>
        </pc:sldMasterMkLst>
        <pc:sldLayoutChg chg="del">
          <pc:chgData name="Ilham Alloui" userId="S::ilham.alloui@univ-smb.fr::68fc43d7-0d5d-45b6-9507-975e2c114c32" providerId="AD" clId="Web-{F0283516-4DD8-47E3-A496-46903FA905DD}" dt="2025-02-27T17:17:12.255" v="2"/>
          <pc:sldLayoutMkLst>
            <pc:docMk/>
            <pc:sldMasterMk cId="0" sldId="2147483652"/>
            <pc:sldLayoutMk cId="0" sldId="2147483653"/>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654"/>
        </pc:sldMasterMkLst>
        <pc:sldLayoutChg chg="del">
          <pc:chgData name="Ilham Alloui" userId="S::ilham.alloui@univ-smb.fr::68fc43d7-0d5d-45b6-9507-975e2c114c32" providerId="AD" clId="Web-{F0283516-4DD8-47E3-A496-46903FA905DD}" dt="2025-02-27T17:17:12.255" v="2"/>
          <pc:sldLayoutMkLst>
            <pc:docMk/>
            <pc:sldMasterMk cId="0" sldId="2147483654"/>
            <pc:sldLayoutMk cId="0" sldId="2147483655"/>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656"/>
        </pc:sldMasterMkLst>
        <pc:sldLayoutChg chg="del">
          <pc:chgData name="Ilham Alloui" userId="S::ilham.alloui@univ-smb.fr::68fc43d7-0d5d-45b6-9507-975e2c114c32" providerId="AD" clId="Web-{F0283516-4DD8-47E3-A496-46903FA905DD}" dt="2025-02-27T17:17:12.255" v="2"/>
          <pc:sldLayoutMkLst>
            <pc:docMk/>
            <pc:sldMasterMk cId="0" sldId="2147483656"/>
            <pc:sldLayoutMk cId="0" sldId="2147483657"/>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662"/>
        </pc:sldMasterMkLst>
        <pc:sldLayoutChg chg="del">
          <pc:chgData name="Ilham Alloui" userId="S::ilham.alloui@univ-smb.fr::68fc43d7-0d5d-45b6-9507-975e2c114c32" providerId="AD" clId="Web-{F0283516-4DD8-47E3-A496-46903FA905DD}" dt="2025-02-27T17:17:12.255" v="2"/>
          <pc:sldLayoutMkLst>
            <pc:docMk/>
            <pc:sldMasterMk cId="0" sldId="2147483662"/>
            <pc:sldLayoutMk cId="0" sldId="2147483663"/>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664"/>
        </pc:sldMasterMkLst>
        <pc:sldLayoutChg chg="del">
          <pc:chgData name="Ilham Alloui" userId="S::ilham.alloui@univ-smb.fr::68fc43d7-0d5d-45b6-9507-975e2c114c32" providerId="AD" clId="Web-{F0283516-4DD8-47E3-A496-46903FA905DD}" dt="2025-02-27T17:17:12.255" v="2"/>
          <pc:sldLayoutMkLst>
            <pc:docMk/>
            <pc:sldMasterMk cId="0" sldId="2147483664"/>
            <pc:sldLayoutMk cId="0" sldId="2147483665"/>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666"/>
        </pc:sldMasterMkLst>
        <pc:sldLayoutChg chg="del">
          <pc:chgData name="Ilham Alloui" userId="S::ilham.alloui@univ-smb.fr::68fc43d7-0d5d-45b6-9507-975e2c114c32" providerId="AD" clId="Web-{F0283516-4DD8-47E3-A496-46903FA905DD}" dt="2025-02-27T17:17:12.255" v="2"/>
          <pc:sldLayoutMkLst>
            <pc:docMk/>
            <pc:sldMasterMk cId="0" sldId="2147483666"/>
            <pc:sldLayoutMk cId="0" sldId="2147483667"/>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668"/>
        </pc:sldMasterMkLst>
        <pc:sldLayoutChg chg="del">
          <pc:chgData name="Ilham Alloui" userId="S::ilham.alloui@univ-smb.fr::68fc43d7-0d5d-45b6-9507-975e2c114c32" providerId="AD" clId="Web-{F0283516-4DD8-47E3-A496-46903FA905DD}" dt="2025-02-27T17:17:12.255" v="2"/>
          <pc:sldLayoutMkLst>
            <pc:docMk/>
            <pc:sldMasterMk cId="0" sldId="2147483668"/>
            <pc:sldLayoutMk cId="0" sldId="2147483669"/>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670"/>
        </pc:sldMasterMkLst>
        <pc:sldLayoutChg chg="del">
          <pc:chgData name="Ilham Alloui" userId="S::ilham.alloui@univ-smb.fr::68fc43d7-0d5d-45b6-9507-975e2c114c32" providerId="AD" clId="Web-{F0283516-4DD8-47E3-A496-46903FA905DD}" dt="2025-02-27T17:17:12.255" v="2"/>
          <pc:sldLayoutMkLst>
            <pc:docMk/>
            <pc:sldMasterMk cId="0" sldId="2147483670"/>
            <pc:sldLayoutMk cId="0" sldId="2147483671"/>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672"/>
        </pc:sldMasterMkLst>
        <pc:sldLayoutChg chg="del">
          <pc:chgData name="Ilham Alloui" userId="S::ilham.alloui@univ-smb.fr::68fc43d7-0d5d-45b6-9507-975e2c114c32" providerId="AD" clId="Web-{F0283516-4DD8-47E3-A496-46903FA905DD}" dt="2025-02-27T17:17:12.255" v="2"/>
          <pc:sldLayoutMkLst>
            <pc:docMk/>
            <pc:sldMasterMk cId="0" sldId="2147483672"/>
            <pc:sldLayoutMk cId="0" sldId="2147483673"/>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674"/>
        </pc:sldMasterMkLst>
        <pc:sldLayoutChg chg="del">
          <pc:chgData name="Ilham Alloui" userId="S::ilham.alloui@univ-smb.fr::68fc43d7-0d5d-45b6-9507-975e2c114c32" providerId="AD" clId="Web-{F0283516-4DD8-47E3-A496-46903FA905DD}" dt="2025-02-27T17:17:12.255" v="2"/>
          <pc:sldLayoutMkLst>
            <pc:docMk/>
            <pc:sldMasterMk cId="0" sldId="2147483674"/>
            <pc:sldLayoutMk cId="0" sldId="2147483675"/>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676"/>
        </pc:sldMasterMkLst>
        <pc:sldLayoutChg chg="del">
          <pc:chgData name="Ilham Alloui" userId="S::ilham.alloui@univ-smb.fr::68fc43d7-0d5d-45b6-9507-975e2c114c32" providerId="AD" clId="Web-{F0283516-4DD8-47E3-A496-46903FA905DD}" dt="2025-02-27T17:17:12.255" v="2"/>
          <pc:sldLayoutMkLst>
            <pc:docMk/>
            <pc:sldMasterMk cId="0" sldId="2147483676"/>
            <pc:sldLayoutMk cId="0" sldId="2147483677"/>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678"/>
        </pc:sldMasterMkLst>
        <pc:sldLayoutChg chg="del">
          <pc:chgData name="Ilham Alloui" userId="S::ilham.alloui@univ-smb.fr::68fc43d7-0d5d-45b6-9507-975e2c114c32" providerId="AD" clId="Web-{F0283516-4DD8-47E3-A496-46903FA905DD}" dt="2025-02-27T17:17:12.255" v="2"/>
          <pc:sldLayoutMkLst>
            <pc:docMk/>
            <pc:sldMasterMk cId="0" sldId="2147483678"/>
            <pc:sldLayoutMk cId="0" sldId="2147483679"/>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680"/>
        </pc:sldMasterMkLst>
        <pc:sldLayoutChg chg="del">
          <pc:chgData name="Ilham Alloui" userId="S::ilham.alloui@univ-smb.fr::68fc43d7-0d5d-45b6-9507-975e2c114c32" providerId="AD" clId="Web-{F0283516-4DD8-47E3-A496-46903FA905DD}" dt="2025-02-27T17:17:12.255" v="2"/>
          <pc:sldLayoutMkLst>
            <pc:docMk/>
            <pc:sldMasterMk cId="0" sldId="2147483680"/>
            <pc:sldLayoutMk cId="0" sldId="2147483681"/>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682"/>
        </pc:sldMasterMkLst>
        <pc:sldLayoutChg chg="del">
          <pc:chgData name="Ilham Alloui" userId="S::ilham.alloui@univ-smb.fr::68fc43d7-0d5d-45b6-9507-975e2c114c32" providerId="AD" clId="Web-{F0283516-4DD8-47E3-A496-46903FA905DD}" dt="2025-02-27T17:17:12.255" v="2"/>
          <pc:sldLayoutMkLst>
            <pc:docMk/>
            <pc:sldMasterMk cId="0" sldId="2147483682"/>
            <pc:sldLayoutMk cId="0" sldId="2147483683"/>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684"/>
        </pc:sldMasterMkLst>
        <pc:sldLayoutChg chg="del">
          <pc:chgData name="Ilham Alloui" userId="S::ilham.alloui@univ-smb.fr::68fc43d7-0d5d-45b6-9507-975e2c114c32" providerId="AD" clId="Web-{F0283516-4DD8-47E3-A496-46903FA905DD}" dt="2025-02-27T17:17:12.255" v="2"/>
          <pc:sldLayoutMkLst>
            <pc:docMk/>
            <pc:sldMasterMk cId="0" sldId="2147483684"/>
            <pc:sldLayoutMk cId="0" sldId="2147483685"/>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691"/>
        </pc:sldMasterMkLst>
        <pc:sldLayoutChg chg="del">
          <pc:chgData name="Ilham Alloui" userId="S::ilham.alloui@univ-smb.fr::68fc43d7-0d5d-45b6-9507-975e2c114c32" providerId="AD" clId="Web-{F0283516-4DD8-47E3-A496-46903FA905DD}" dt="2025-02-27T17:17:12.255" v="2"/>
          <pc:sldLayoutMkLst>
            <pc:docMk/>
            <pc:sldMasterMk cId="0" sldId="2147483691"/>
            <pc:sldLayoutMk cId="0" sldId="2147483692"/>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693"/>
        </pc:sldMasterMkLst>
        <pc:sldLayoutChg chg="del">
          <pc:chgData name="Ilham Alloui" userId="S::ilham.alloui@univ-smb.fr::68fc43d7-0d5d-45b6-9507-975e2c114c32" providerId="AD" clId="Web-{F0283516-4DD8-47E3-A496-46903FA905DD}" dt="2025-02-27T17:17:12.255" v="2"/>
          <pc:sldLayoutMkLst>
            <pc:docMk/>
            <pc:sldMasterMk cId="0" sldId="2147483693"/>
            <pc:sldLayoutMk cId="0" sldId="2147483694"/>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695"/>
        </pc:sldMasterMkLst>
        <pc:sldLayoutChg chg="del">
          <pc:chgData name="Ilham Alloui" userId="S::ilham.alloui@univ-smb.fr::68fc43d7-0d5d-45b6-9507-975e2c114c32" providerId="AD" clId="Web-{F0283516-4DD8-47E3-A496-46903FA905DD}" dt="2025-02-27T17:17:12.255" v="2"/>
          <pc:sldLayoutMkLst>
            <pc:docMk/>
            <pc:sldMasterMk cId="0" sldId="2147483695"/>
            <pc:sldLayoutMk cId="0" sldId="2147483696"/>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697"/>
        </pc:sldMasterMkLst>
        <pc:sldLayoutChg chg="del">
          <pc:chgData name="Ilham Alloui" userId="S::ilham.alloui@univ-smb.fr::68fc43d7-0d5d-45b6-9507-975e2c114c32" providerId="AD" clId="Web-{F0283516-4DD8-47E3-A496-46903FA905DD}" dt="2025-02-27T17:17:12.255" v="2"/>
          <pc:sldLayoutMkLst>
            <pc:docMk/>
            <pc:sldMasterMk cId="0" sldId="2147483697"/>
            <pc:sldLayoutMk cId="0" sldId="2147483698"/>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699"/>
        </pc:sldMasterMkLst>
        <pc:sldLayoutChg chg="del">
          <pc:chgData name="Ilham Alloui" userId="S::ilham.alloui@univ-smb.fr::68fc43d7-0d5d-45b6-9507-975e2c114c32" providerId="AD" clId="Web-{F0283516-4DD8-47E3-A496-46903FA905DD}" dt="2025-02-27T17:17:12.255" v="2"/>
          <pc:sldLayoutMkLst>
            <pc:docMk/>
            <pc:sldMasterMk cId="0" sldId="2147483699"/>
            <pc:sldLayoutMk cId="0" sldId="2147483700"/>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701"/>
        </pc:sldMasterMkLst>
        <pc:sldLayoutChg chg="del">
          <pc:chgData name="Ilham Alloui" userId="S::ilham.alloui@univ-smb.fr::68fc43d7-0d5d-45b6-9507-975e2c114c32" providerId="AD" clId="Web-{F0283516-4DD8-47E3-A496-46903FA905DD}" dt="2025-02-27T17:17:12.255" v="2"/>
          <pc:sldLayoutMkLst>
            <pc:docMk/>
            <pc:sldMasterMk cId="0" sldId="2147483701"/>
            <pc:sldLayoutMk cId="0" sldId="2147483702"/>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703"/>
        </pc:sldMasterMkLst>
        <pc:sldLayoutChg chg="del">
          <pc:chgData name="Ilham Alloui" userId="S::ilham.alloui@univ-smb.fr::68fc43d7-0d5d-45b6-9507-975e2c114c32" providerId="AD" clId="Web-{F0283516-4DD8-47E3-A496-46903FA905DD}" dt="2025-02-27T17:17:12.255" v="2"/>
          <pc:sldLayoutMkLst>
            <pc:docMk/>
            <pc:sldMasterMk cId="0" sldId="2147483703"/>
            <pc:sldLayoutMk cId="0" sldId="2147483704"/>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705"/>
        </pc:sldMasterMkLst>
        <pc:sldLayoutChg chg="del">
          <pc:chgData name="Ilham Alloui" userId="S::ilham.alloui@univ-smb.fr::68fc43d7-0d5d-45b6-9507-975e2c114c32" providerId="AD" clId="Web-{F0283516-4DD8-47E3-A496-46903FA905DD}" dt="2025-02-27T17:17:12.255" v="2"/>
          <pc:sldLayoutMkLst>
            <pc:docMk/>
            <pc:sldMasterMk cId="0" sldId="2147483705"/>
            <pc:sldLayoutMk cId="0" sldId="2147483706"/>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707"/>
        </pc:sldMasterMkLst>
        <pc:sldLayoutChg chg="del">
          <pc:chgData name="Ilham Alloui" userId="S::ilham.alloui@univ-smb.fr::68fc43d7-0d5d-45b6-9507-975e2c114c32" providerId="AD" clId="Web-{F0283516-4DD8-47E3-A496-46903FA905DD}" dt="2025-02-27T17:17:12.255" v="2"/>
          <pc:sldLayoutMkLst>
            <pc:docMk/>
            <pc:sldMasterMk cId="0" sldId="2147483707"/>
            <pc:sldLayoutMk cId="0" sldId="2147483708"/>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709"/>
        </pc:sldMasterMkLst>
        <pc:sldLayoutChg chg="del">
          <pc:chgData name="Ilham Alloui" userId="S::ilham.alloui@univ-smb.fr::68fc43d7-0d5d-45b6-9507-975e2c114c32" providerId="AD" clId="Web-{F0283516-4DD8-47E3-A496-46903FA905DD}" dt="2025-02-27T17:17:12.255" v="2"/>
          <pc:sldLayoutMkLst>
            <pc:docMk/>
            <pc:sldMasterMk cId="0" sldId="2147483709"/>
            <pc:sldLayoutMk cId="0" sldId="2147483710"/>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711"/>
        </pc:sldMasterMkLst>
        <pc:sldLayoutChg chg="del">
          <pc:chgData name="Ilham Alloui" userId="S::ilham.alloui@univ-smb.fr::68fc43d7-0d5d-45b6-9507-975e2c114c32" providerId="AD" clId="Web-{F0283516-4DD8-47E3-A496-46903FA905DD}" dt="2025-02-27T17:17:12.255" v="2"/>
          <pc:sldLayoutMkLst>
            <pc:docMk/>
            <pc:sldMasterMk cId="0" sldId="2147483711"/>
            <pc:sldLayoutMk cId="0" sldId="2147483712"/>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713"/>
        </pc:sldMasterMkLst>
        <pc:sldLayoutChg chg="del">
          <pc:chgData name="Ilham Alloui" userId="S::ilham.alloui@univ-smb.fr::68fc43d7-0d5d-45b6-9507-975e2c114c32" providerId="AD" clId="Web-{F0283516-4DD8-47E3-A496-46903FA905DD}" dt="2025-02-27T17:17:12.255" v="2"/>
          <pc:sldLayoutMkLst>
            <pc:docMk/>
            <pc:sldMasterMk cId="0" sldId="2147483713"/>
            <pc:sldLayoutMk cId="0" sldId="2147483714"/>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715"/>
        </pc:sldMasterMkLst>
        <pc:sldLayoutChg chg="del">
          <pc:chgData name="Ilham Alloui" userId="S::ilham.alloui@univ-smb.fr::68fc43d7-0d5d-45b6-9507-975e2c114c32" providerId="AD" clId="Web-{F0283516-4DD8-47E3-A496-46903FA905DD}" dt="2025-02-27T17:17:12.255" v="2"/>
          <pc:sldLayoutMkLst>
            <pc:docMk/>
            <pc:sldMasterMk cId="0" sldId="2147483715"/>
            <pc:sldLayoutMk cId="0" sldId="2147483716"/>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717"/>
        </pc:sldMasterMkLst>
        <pc:sldLayoutChg chg="del">
          <pc:chgData name="Ilham Alloui" userId="S::ilham.alloui@univ-smb.fr::68fc43d7-0d5d-45b6-9507-975e2c114c32" providerId="AD" clId="Web-{F0283516-4DD8-47E3-A496-46903FA905DD}" dt="2025-02-27T17:17:12.255" v="2"/>
          <pc:sldLayoutMkLst>
            <pc:docMk/>
            <pc:sldMasterMk cId="0" sldId="2147483717"/>
            <pc:sldLayoutMk cId="0" sldId="2147483718"/>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721"/>
        </pc:sldMasterMkLst>
        <pc:sldLayoutChg chg="del">
          <pc:chgData name="Ilham Alloui" userId="S::ilham.alloui@univ-smb.fr::68fc43d7-0d5d-45b6-9507-975e2c114c32" providerId="AD" clId="Web-{F0283516-4DD8-47E3-A496-46903FA905DD}" dt="2025-02-27T17:17:12.255" v="2"/>
          <pc:sldLayoutMkLst>
            <pc:docMk/>
            <pc:sldMasterMk cId="0" sldId="2147483721"/>
            <pc:sldLayoutMk cId="3807851027" sldId="2147483724"/>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722"/>
        </pc:sldMasterMkLst>
        <pc:sldLayoutChg chg="del">
          <pc:chgData name="Ilham Alloui" userId="S::ilham.alloui@univ-smb.fr::68fc43d7-0d5d-45b6-9507-975e2c114c32" providerId="AD" clId="Web-{F0283516-4DD8-47E3-A496-46903FA905DD}" dt="2025-02-27T17:17:12.255" v="2"/>
          <pc:sldLayoutMkLst>
            <pc:docMk/>
            <pc:sldMasterMk cId="0" sldId="2147483722"/>
            <pc:sldLayoutMk cId="2482525480" sldId="2147483725"/>
          </pc:sldLayoutMkLst>
        </pc:sldLayoutChg>
      </pc:sldMasterChg>
      <pc:sldMasterChg chg="del delSldLayout">
        <pc:chgData name="Ilham Alloui" userId="S::ilham.alloui@univ-smb.fr::68fc43d7-0d5d-45b6-9507-975e2c114c32" providerId="AD" clId="Web-{F0283516-4DD8-47E3-A496-46903FA905DD}" dt="2025-02-27T17:17:12.255" v="2"/>
        <pc:sldMasterMkLst>
          <pc:docMk/>
          <pc:sldMasterMk cId="0" sldId="2147483723"/>
        </pc:sldMasterMkLst>
        <pc:sldLayoutChg chg="del">
          <pc:chgData name="Ilham Alloui" userId="S::ilham.alloui@univ-smb.fr::68fc43d7-0d5d-45b6-9507-975e2c114c32" providerId="AD" clId="Web-{F0283516-4DD8-47E3-A496-46903FA905DD}" dt="2025-02-27T17:17:12.255" v="2"/>
          <pc:sldLayoutMkLst>
            <pc:docMk/>
            <pc:sldMasterMk cId="0" sldId="2147483723"/>
            <pc:sldLayoutMk cId="1814355512" sldId="2147483726"/>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 preserve="1">
  <p:cSld name="Title Content and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40080" y="383040"/>
            <a:ext cx="11518560" cy="1600200"/>
          </a:xfrm>
          <a:prstGeom prst="rect">
            <a:avLst/>
          </a:prstGeom>
          <a:noFill/>
          <a:ln w="0">
            <a:noFill/>
          </a:ln>
        </p:spPr>
        <p:txBody>
          <a:bodyPr lIns="0" tIns="0" rIns="0" bIns="0" anchor="ctr">
            <a:noAutofit/>
          </a:bodyPr>
          <a:lstStyle/>
          <a:p>
            <a:pPr indent="0" algn="ctr">
              <a:buNone/>
            </a:pPr>
            <a:endParaRPr lang="fr-FR" sz="4400" b="0" strike="noStrike" spc="-1">
              <a:solidFill>
                <a:srgbClr val="000000"/>
              </a:solidFill>
              <a:latin typeface="Arial"/>
            </a:endParaRPr>
          </a:p>
        </p:txBody>
      </p:sp>
      <p:sp>
        <p:nvSpPr>
          <p:cNvPr id="10" name="PlaceHolder 2"/>
          <p:cNvSpPr>
            <a:spLocks noGrp="1"/>
          </p:cNvSpPr>
          <p:nvPr>
            <p:ph/>
          </p:nvPr>
        </p:nvSpPr>
        <p:spPr>
          <a:xfrm>
            <a:off x="640080" y="2246400"/>
            <a:ext cx="36360" cy="5565600"/>
          </a:xfrm>
          <a:prstGeom prst="rect">
            <a:avLst/>
          </a:prstGeom>
          <a:noFill/>
          <a:ln w="0">
            <a:noFill/>
          </a:ln>
        </p:spPr>
        <p:txBody>
          <a:bodyPr lIns="0" tIns="0" rIns="0" bIns="0" anchor="t">
            <a:normAutofit fontScale="40621"/>
          </a:bodyPr>
          <a:lstStyle/>
          <a:p>
            <a:pPr indent="0">
              <a:spcBef>
                <a:spcPts val="1417"/>
              </a:spcBef>
              <a:buNone/>
            </a:pPr>
            <a:endParaRPr lang="fr-FR" sz="3200" b="0" strike="noStrike" spc="-1">
              <a:solidFill>
                <a:srgbClr val="000000"/>
              </a:solidFill>
              <a:latin typeface="Arial"/>
            </a:endParaRPr>
          </a:p>
        </p:txBody>
      </p:sp>
      <p:sp>
        <p:nvSpPr>
          <p:cNvPr id="11" name="PlaceHolder 3"/>
          <p:cNvSpPr>
            <a:spLocks noGrp="1"/>
          </p:cNvSpPr>
          <p:nvPr>
            <p:ph/>
          </p:nvPr>
        </p:nvSpPr>
        <p:spPr>
          <a:xfrm>
            <a:off x="678600" y="2246400"/>
            <a:ext cx="36360" cy="5565600"/>
          </a:xfrm>
          <a:prstGeom prst="rect">
            <a:avLst/>
          </a:prstGeom>
          <a:noFill/>
          <a:ln w="0">
            <a:noFill/>
          </a:ln>
        </p:spPr>
        <p:txBody>
          <a:bodyPr lIns="0" tIns="0" rIns="0" bIns="0" anchor="t">
            <a:normAutofit fontScale="40621"/>
          </a:bodyPr>
          <a:lstStyle/>
          <a:p>
            <a:pPr indent="0">
              <a:spcBef>
                <a:spcPts val="1417"/>
              </a:spcBef>
              <a:buNone/>
            </a:pPr>
            <a:endParaRPr lang="fr-FR" sz="3200" b="0" strike="noStrike" spc="-1">
              <a:solidFill>
                <a:srgbClr val="000000"/>
              </a:solidFill>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1F271950-D7B6-475F-A238-C26CF2973FA9}" type="slidenum">
              <a:t>‹N°›</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Blank Slide">
    <p:spTree>
      <p:nvGrpSpPr>
        <p:cNvPr id="1" name=""/>
        <p:cNvGrpSpPr/>
        <p:nvPr/>
      </p:nvGrpSpPr>
      <p:grpSpPr>
        <a:xfrm>
          <a:off x="0" y="0"/>
          <a:ext cx="0" cy="0"/>
          <a:chOff x="0" y="0"/>
          <a:chExt cx="0" cy="0"/>
        </a:xfrm>
      </p:grpSpPr>
      <p:sp>
        <p:nvSpPr>
          <p:cNvPr id="63" name="PlaceHolder 1"/>
          <p:cNvSpPr>
            <a:spLocks noGrp="1"/>
          </p:cNvSpPr>
          <p:nvPr>
            <p:ph type="title"/>
          </p:nvPr>
        </p:nvSpPr>
        <p:spPr>
          <a:xfrm>
            <a:off x="640080" y="383040"/>
            <a:ext cx="11518560" cy="1600200"/>
          </a:xfrm>
          <a:prstGeom prst="rect">
            <a:avLst/>
          </a:prstGeom>
          <a:noFill/>
          <a:ln w="0">
            <a:noFill/>
          </a:ln>
        </p:spPr>
        <p:txBody>
          <a:bodyPr lIns="0" tIns="0" rIns="0" bIns="0" anchor="ctr">
            <a:noAutofit/>
          </a:bodyPr>
          <a:lstStyle/>
          <a:p>
            <a:pPr indent="0" algn="ctr">
              <a:buNone/>
            </a:pPr>
            <a:endParaRPr lang="fr-FR" sz="4400" b="0" strike="noStrike" spc="-1">
              <a:solidFill>
                <a:srgbClr val="000000"/>
              </a:solidFill>
              <a:latin typeface="Arial"/>
            </a:endParaRPr>
          </a:p>
        </p:txBody>
      </p:sp>
      <p:sp>
        <p:nvSpPr>
          <p:cNvPr id="64" name="PlaceHolder 2"/>
          <p:cNvSpPr>
            <a:spLocks noGrp="1"/>
          </p:cNvSpPr>
          <p:nvPr>
            <p:ph/>
          </p:nvPr>
        </p:nvSpPr>
        <p:spPr>
          <a:xfrm>
            <a:off x="640080" y="2246400"/>
            <a:ext cx="36360" cy="5565600"/>
          </a:xfrm>
          <a:prstGeom prst="rect">
            <a:avLst/>
          </a:prstGeom>
          <a:noFill/>
          <a:ln w="0">
            <a:noFill/>
          </a:ln>
        </p:spPr>
        <p:txBody>
          <a:bodyPr lIns="0" tIns="0" rIns="0" bIns="0" anchor="t">
            <a:normAutofit fontScale="40621"/>
          </a:bodyPr>
          <a:lstStyle/>
          <a:p>
            <a:pPr indent="0">
              <a:spcBef>
                <a:spcPts val="1417"/>
              </a:spcBef>
              <a:buNone/>
            </a:pPr>
            <a:endParaRPr lang="fr-FR" sz="3200" b="0" strike="noStrike" spc="-1">
              <a:solidFill>
                <a:srgbClr val="000000"/>
              </a:solidFill>
              <a:latin typeface="Arial"/>
            </a:endParaRPr>
          </a:p>
        </p:txBody>
      </p:sp>
      <p:sp>
        <p:nvSpPr>
          <p:cNvPr id="65" name="PlaceHolder 3"/>
          <p:cNvSpPr>
            <a:spLocks noGrp="1"/>
          </p:cNvSpPr>
          <p:nvPr>
            <p:ph/>
          </p:nvPr>
        </p:nvSpPr>
        <p:spPr>
          <a:xfrm>
            <a:off x="678600" y="2246400"/>
            <a:ext cx="36360" cy="5565600"/>
          </a:xfrm>
          <a:prstGeom prst="rect">
            <a:avLst/>
          </a:prstGeom>
          <a:noFill/>
          <a:ln w="0">
            <a:noFill/>
          </a:ln>
        </p:spPr>
        <p:txBody>
          <a:bodyPr lIns="0" tIns="0" rIns="0" bIns="0" anchor="t">
            <a:normAutofit fontScale="40621"/>
          </a:bodyPr>
          <a:lstStyle/>
          <a:p>
            <a:pPr indent="0">
              <a:spcBef>
                <a:spcPts val="1417"/>
              </a:spcBef>
              <a:buNone/>
            </a:pPr>
            <a:endParaRPr lang="fr-FR" sz="3200" b="0" strike="noStrike" spc="-1">
              <a:solidFill>
                <a:srgbClr val="000000"/>
              </a:solidFill>
              <a:latin typeface="Arial"/>
            </a:endParaRPr>
          </a:p>
        </p:txBody>
      </p:sp>
      <p:sp>
        <p:nvSpPr>
          <p:cNvPr id="5" name="PlaceHolder 4"/>
          <p:cNvSpPr>
            <a:spLocks noGrp="1"/>
          </p:cNvSpPr>
          <p:nvPr>
            <p:ph type="ftr" idx="16"/>
          </p:nvPr>
        </p:nvSpPr>
        <p:spPr/>
        <p:txBody>
          <a:bodyPr/>
          <a:lstStyle/>
          <a:p>
            <a:r>
              <a:t>Footer</a:t>
            </a:r>
          </a:p>
        </p:txBody>
      </p:sp>
      <p:sp>
        <p:nvSpPr>
          <p:cNvPr id="6" name="PlaceHolder 5"/>
          <p:cNvSpPr>
            <a:spLocks noGrp="1"/>
          </p:cNvSpPr>
          <p:nvPr>
            <p:ph type="sldNum" idx="17"/>
          </p:nvPr>
        </p:nvSpPr>
        <p:spPr/>
        <p:txBody>
          <a:bodyPr/>
          <a:lstStyle/>
          <a:p>
            <a:fld id="{F1828586-FBE3-4833-A638-0563A8D30C23}" type="slidenum">
              <a:t>‹N°›</a:t>
            </a:fld>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lstStyle/>
          <a:p>
            <a:r>
              <a:t>Footer</a:t>
            </a:r>
          </a:p>
        </p:txBody>
      </p:sp>
      <p:sp>
        <p:nvSpPr>
          <p:cNvPr id="3" name="PlaceHolder 2"/>
          <p:cNvSpPr>
            <a:spLocks noGrp="1"/>
          </p:cNvSpPr>
          <p:nvPr>
            <p:ph type="sldNum" idx="17"/>
          </p:nvPr>
        </p:nvSpPr>
        <p:spPr/>
        <p:txBody>
          <a:bodyPr/>
          <a:lstStyle/>
          <a:p>
            <a:fld id="{6E1727F7-3925-43B3-BBF7-5049E0364213}" type="slidenum">
              <a:t>‹N°›</a:t>
            </a:fld>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lank Slide">
    <p:spTree>
      <p:nvGrpSpPr>
        <p:cNvPr id="1" name=""/>
        <p:cNvGrpSpPr/>
        <p:nvPr/>
      </p:nvGrpSpPr>
      <p:grpSpPr>
        <a:xfrm>
          <a:off x="0" y="0"/>
          <a:ext cx="0" cy="0"/>
          <a:chOff x="0" y="0"/>
          <a:chExt cx="0" cy="0"/>
        </a:xfrm>
      </p:grpSpPr>
      <p:sp>
        <p:nvSpPr>
          <p:cNvPr id="66" name="PlaceHolder 1"/>
          <p:cNvSpPr>
            <a:spLocks noGrp="1"/>
          </p:cNvSpPr>
          <p:nvPr>
            <p:ph type="title"/>
          </p:nvPr>
        </p:nvSpPr>
        <p:spPr>
          <a:xfrm>
            <a:off x="640080" y="383040"/>
            <a:ext cx="11518560" cy="1600200"/>
          </a:xfrm>
          <a:prstGeom prst="rect">
            <a:avLst/>
          </a:prstGeom>
          <a:noFill/>
          <a:ln w="0">
            <a:noFill/>
          </a:ln>
        </p:spPr>
        <p:txBody>
          <a:bodyPr lIns="0" tIns="0" rIns="0" bIns="0" anchor="ctr">
            <a:noAutofit/>
          </a:bodyPr>
          <a:lstStyle/>
          <a:p>
            <a:pPr indent="0" algn="ctr">
              <a:buNone/>
            </a:pPr>
            <a:endParaRPr lang="fr-FR" sz="4400" b="0" strike="noStrike" spc="-1">
              <a:solidFill>
                <a:srgbClr val="000000"/>
              </a:solidFill>
              <a:latin typeface="Arial"/>
            </a:endParaRPr>
          </a:p>
        </p:txBody>
      </p:sp>
      <p:sp>
        <p:nvSpPr>
          <p:cNvPr id="67" name="PlaceHolder 2"/>
          <p:cNvSpPr>
            <a:spLocks noGrp="1"/>
          </p:cNvSpPr>
          <p:nvPr>
            <p:ph type="subTitle"/>
          </p:nvPr>
        </p:nvSpPr>
        <p:spPr>
          <a:xfrm>
            <a:off x="640080" y="-1579320"/>
            <a:ext cx="74880" cy="13217400"/>
          </a:xfrm>
          <a:prstGeom prst="rect">
            <a:avLst/>
          </a:prstGeom>
          <a:noFill/>
          <a:ln w="0">
            <a:noFill/>
          </a:ln>
        </p:spPr>
        <p:txBody>
          <a:bodyPr lIns="0" tIns="0" rIns="0" bIns="0" anchor="ctr">
            <a:noAutofit/>
          </a:bodyPr>
          <a:lstStyle/>
          <a:p>
            <a:pPr indent="0" algn="ctr">
              <a:buNone/>
            </a:pPr>
            <a:endParaRPr lang="fr-FR" sz="3200" b="0" strike="noStrike" spc="-1">
              <a:solidFill>
                <a:srgbClr val="000000"/>
              </a:solidFill>
              <a:latin typeface="Arial"/>
            </a:endParaRPr>
          </a:p>
        </p:txBody>
      </p:sp>
      <p:sp>
        <p:nvSpPr>
          <p:cNvPr id="4" name="PlaceHolder 3"/>
          <p:cNvSpPr>
            <a:spLocks noGrp="1"/>
          </p:cNvSpPr>
          <p:nvPr>
            <p:ph type="ftr" idx="16"/>
          </p:nvPr>
        </p:nvSpPr>
        <p:spPr/>
        <p:txBody>
          <a:bodyPr/>
          <a:lstStyle/>
          <a:p>
            <a:r>
              <a:t>Footer</a:t>
            </a:r>
          </a:p>
        </p:txBody>
      </p:sp>
      <p:sp>
        <p:nvSpPr>
          <p:cNvPr id="5" name="PlaceHolder 4"/>
          <p:cNvSpPr>
            <a:spLocks noGrp="1"/>
          </p:cNvSpPr>
          <p:nvPr>
            <p:ph type="sldNum" idx="17"/>
          </p:nvPr>
        </p:nvSpPr>
        <p:spPr/>
        <p:txBody>
          <a:bodyPr/>
          <a:lstStyle/>
          <a:p>
            <a:fld id="{2BB94B16-E85D-4299-9E43-B38C8E4FDF5A}" type="slidenum">
              <a:t>‹N°›</a:t>
            </a:fld>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Standard 6">
    <p:spTree>
      <p:nvGrpSpPr>
        <p:cNvPr id="1" name=""/>
        <p:cNvGrpSpPr/>
        <p:nvPr/>
      </p:nvGrpSpPr>
      <p:grpSpPr>
        <a:xfrm>
          <a:off x="0" y="0"/>
          <a:ext cx="0" cy="0"/>
          <a:chOff x="0" y="0"/>
          <a:chExt cx="0" cy="0"/>
        </a:xfrm>
      </p:grpSpPr>
      <p:sp>
        <p:nvSpPr>
          <p:cNvPr id="202" name="PlaceHolder 1"/>
          <p:cNvSpPr>
            <a:spLocks noGrp="1"/>
          </p:cNvSpPr>
          <p:nvPr>
            <p:ph type="title"/>
          </p:nvPr>
        </p:nvSpPr>
        <p:spPr>
          <a:xfrm>
            <a:off x="640080" y="383040"/>
            <a:ext cx="11518560" cy="1600200"/>
          </a:xfrm>
          <a:prstGeom prst="rect">
            <a:avLst/>
          </a:prstGeom>
          <a:noFill/>
          <a:ln w="0">
            <a:noFill/>
          </a:ln>
        </p:spPr>
        <p:txBody>
          <a:bodyPr lIns="0" tIns="0" rIns="0" bIns="0" anchor="ctr">
            <a:noAutofit/>
          </a:bodyPr>
          <a:lstStyle/>
          <a:p>
            <a:pPr indent="0" algn="ctr">
              <a:buNone/>
            </a:pPr>
            <a:endParaRPr lang="fr-FR" sz="4400" b="0" strike="noStrike" spc="-1">
              <a:solidFill>
                <a:srgbClr val="000000"/>
              </a:solidFill>
              <a:latin typeface="Arial"/>
            </a:endParaRPr>
          </a:p>
        </p:txBody>
      </p:sp>
      <p:sp>
        <p:nvSpPr>
          <p:cNvPr id="203" name="PlaceHolder 2"/>
          <p:cNvSpPr>
            <a:spLocks noGrp="1"/>
          </p:cNvSpPr>
          <p:nvPr>
            <p:ph/>
          </p:nvPr>
        </p:nvSpPr>
        <p:spPr>
          <a:xfrm>
            <a:off x="640080" y="2246400"/>
            <a:ext cx="36360" cy="5565600"/>
          </a:xfrm>
          <a:prstGeom prst="rect">
            <a:avLst/>
          </a:prstGeom>
          <a:noFill/>
          <a:ln w="0">
            <a:noFill/>
          </a:ln>
        </p:spPr>
        <p:txBody>
          <a:bodyPr lIns="0" tIns="0" rIns="0" bIns="0" anchor="t">
            <a:normAutofit fontScale="40621"/>
          </a:bodyPr>
          <a:lstStyle/>
          <a:p>
            <a:pPr indent="0">
              <a:spcBef>
                <a:spcPts val="1417"/>
              </a:spcBef>
              <a:buNone/>
            </a:pPr>
            <a:endParaRPr lang="fr-FR" sz="3200" b="0" strike="noStrike" spc="-1">
              <a:solidFill>
                <a:srgbClr val="000000"/>
              </a:solidFill>
              <a:latin typeface="Arial"/>
            </a:endParaRPr>
          </a:p>
        </p:txBody>
      </p:sp>
      <p:sp>
        <p:nvSpPr>
          <p:cNvPr id="204" name="PlaceHolder 3"/>
          <p:cNvSpPr>
            <a:spLocks noGrp="1"/>
          </p:cNvSpPr>
          <p:nvPr>
            <p:ph/>
          </p:nvPr>
        </p:nvSpPr>
        <p:spPr>
          <a:xfrm>
            <a:off x="678600" y="2246400"/>
            <a:ext cx="36360" cy="5565600"/>
          </a:xfrm>
          <a:prstGeom prst="rect">
            <a:avLst/>
          </a:prstGeom>
          <a:noFill/>
          <a:ln w="0">
            <a:noFill/>
          </a:ln>
        </p:spPr>
        <p:txBody>
          <a:bodyPr lIns="0" tIns="0" rIns="0" bIns="0" anchor="t">
            <a:normAutofit fontScale="40621"/>
          </a:bodyPr>
          <a:lstStyle/>
          <a:p>
            <a:pPr indent="0">
              <a:spcBef>
                <a:spcPts val="1417"/>
              </a:spcBef>
              <a:buNone/>
            </a:pPr>
            <a:endParaRPr lang="fr-FR" sz="3200" b="0" strike="noStrike" spc="-1">
              <a:solidFill>
                <a:srgbClr val="000000"/>
              </a:solidFill>
              <a:latin typeface="Arial"/>
            </a:endParaRPr>
          </a:p>
        </p:txBody>
      </p:sp>
      <p:sp>
        <p:nvSpPr>
          <p:cNvPr id="5" name="PlaceHolder 4"/>
          <p:cNvSpPr>
            <a:spLocks noGrp="1"/>
          </p:cNvSpPr>
          <p:nvPr>
            <p:ph type="ftr" idx="55"/>
          </p:nvPr>
        </p:nvSpPr>
        <p:spPr/>
        <p:txBody>
          <a:bodyPr/>
          <a:lstStyle/>
          <a:p>
            <a:r>
              <a:t>Footer</a:t>
            </a:r>
          </a:p>
        </p:txBody>
      </p:sp>
      <p:sp>
        <p:nvSpPr>
          <p:cNvPr id="6" name="PlaceHolder 5"/>
          <p:cNvSpPr>
            <a:spLocks noGrp="1"/>
          </p:cNvSpPr>
          <p:nvPr>
            <p:ph type="sldNum" idx="56"/>
          </p:nvPr>
        </p:nvSpPr>
        <p:spPr/>
        <p:txBody>
          <a:bodyPr/>
          <a:lstStyle/>
          <a:p>
            <a:fld id="{CAC0C86F-8512-4B2E-9789-4DAAB3DA7FFB}" type="slidenum">
              <a:t>‹N°›</a:t>
            </a:fld>
            <a:endParaRPr/>
          </a:p>
        </p:txBody>
      </p:sp>
      <p:sp>
        <p:nvSpPr>
          <p:cNvPr id="7" name="PlaceHolder 6"/>
          <p:cNvSpPr>
            <a:spLocks noGrp="1"/>
          </p:cNvSpPr>
          <p:nvPr>
            <p:ph type="dt" idx="57"/>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Standard 7">
    <p:spTree>
      <p:nvGrpSpPr>
        <p:cNvPr id="1" name=""/>
        <p:cNvGrpSpPr/>
        <p:nvPr/>
      </p:nvGrpSpPr>
      <p:grpSpPr>
        <a:xfrm>
          <a:off x="0" y="0"/>
          <a:ext cx="0" cy="0"/>
          <a:chOff x="0" y="0"/>
          <a:chExt cx="0" cy="0"/>
        </a:xfrm>
      </p:grpSpPr>
      <p:sp>
        <p:nvSpPr>
          <p:cNvPr id="212" name="PlaceHolder 1"/>
          <p:cNvSpPr>
            <a:spLocks noGrp="1"/>
          </p:cNvSpPr>
          <p:nvPr>
            <p:ph type="title"/>
          </p:nvPr>
        </p:nvSpPr>
        <p:spPr>
          <a:xfrm>
            <a:off x="640080" y="383040"/>
            <a:ext cx="11518560" cy="1600200"/>
          </a:xfrm>
          <a:prstGeom prst="rect">
            <a:avLst/>
          </a:prstGeom>
          <a:noFill/>
          <a:ln w="0">
            <a:noFill/>
          </a:ln>
        </p:spPr>
        <p:txBody>
          <a:bodyPr lIns="0" tIns="0" rIns="0" bIns="0" anchor="ctr">
            <a:noAutofit/>
          </a:bodyPr>
          <a:lstStyle/>
          <a:p>
            <a:pPr indent="0" algn="ctr">
              <a:buNone/>
            </a:pPr>
            <a:endParaRPr lang="fr-FR" sz="4400" b="0" strike="noStrike" spc="-1">
              <a:solidFill>
                <a:srgbClr val="000000"/>
              </a:solidFill>
              <a:latin typeface="Arial"/>
            </a:endParaRPr>
          </a:p>
        </p:txBody>
      </p:sp>
      <p:sp>
        <p:nvSpPr>
          <p:cNvPr id="213" name="PlaceHolder 2"/>
          <p:cNvSpPr>
            <a:spLocks noGrp="1"/>
          </p:cNvSpPr>
          <p:nvPr>
            <p:ph/>
          </p:nvPr>
        </p:nvSpPr>
        <p:spPr>
          <a:xfrm>
            <a:off x="640080" y="2246400"/>
            <a:ext cx="36360" cy="5565600"/>
          </a:xfrm>
          <a:prstGeom prst="rect">
            <a:avLst/>
          </a:prstGeom>
          <a:noFill/>
          <a:ln w="0">
            <a:noFill/>
          </a:ln>
        </p:spPr>
        <p:txBody>
          <a:bodyPr lIns="0" tIns="0" rIns="0" bIns="0" anchor="t">
            <a:normAutofit fontScale="40621"/>
          </a:bodyPr>
          <a:lstStyle/>
          <a:p>
            <a:pPr indent="0">
              <a:spcBef>
                <a:spcPts val="1417"/>
              </a:spcBef>
              <a:buNone/>
            </a:pPr>
            <a:endParaRPr lang="fr-FR" sz="3200" b="0" strike="noStrike" spc="-1">
              <a:solidFill>
                <a:srgbClr val="000000"/>
              </a:solidFill>
              <a:latin typeface="Arial"/>
            </a:endParaRPr>
          </a:p>
        </p:txBody>
      </p:sp>
      <p:sp>
        <p:nvSpPr>
          <p:cNvPr id="214" name="PlaceHolder 3"/>
          <p:cNvSpPr>
            <a:spLocks noGrp="1"/>
          </p:cNvSpPr>
          <p:nvPr>
            <p:ph/>
          </p:nvPr>
        </p:nvSpPr>
        <p:spPr>
          <a:xfrm>
            <a:off x="678600" y="2246400"/>
            <a:ext cx="36360" cy="5565600"/>
          </a:xfrm>
          <a:prstGeom prst="rect">
            <a:avLst/>
          </a:prstGeom>
          <a:noFill/>
          <a:ln w="0">
            <a:noFill/>
          </a:ln>
        </p:spPr>
        <p:txBody>
          <a:bodyPr lIns="0" tIns="0" rIns="0" bIns="0" anchor="t">
            <a:normAutofit fontScale="40621"/>
          </a:bodyPr>
          <a:lstStyle/>
          <a:p>
            <a:pPr indent="0">
              <a:spcBef>
                <a:spcPts val="1417"/>
              </a:spcBef>
              <a:buNone/>
            </a:pPr>
            <a:endParaRPr lang="fr-FR" sz="3200" b="0" strike="noStrike" spc="-1">
              <a:solidFill>
                <a:srgbClr val="000000"/>
              </a:solidFill>
              <a:latin typeface="Arial"/>
            </a:endParaRPr>
          </a:p>
        </p:txBody>
      </p:sp>
      <p:sp>
        <p:nvSpPr>
          <p:cNvPr id="5" name="PlaceHolder 4"/>
          <p:cNvSpPr>
            <a:spLocks noGrp="1"/>
          </p:cNvSpPr>
          <p:nvPr>
            <p:ph type="ftr" idx="58"/>
          </p:nvPr>
        </p:nvSpPr>
        <p:spPr/>
        <p:txBody>
          <a:bodyPr/>
          <a:lstStyle/>
          <a:p>
            <a:r>
              <a:t>Footer</a:t>
            </a:r>
          </a:p>
        </p:txBody>
      </p:sp>
      <p:sp>
        <p:nvSpPr>
          <p:cNvPr id="6" name="PlaceHolder 5"/>
          <p:cNvSpPr>
            <a:spLocks noGrp="1"/>
          </p:cNvSpPr>
          <p:nvPr>
            <p:ph type="sldNum" idx="59"/>
          </p:nvPr>
        </p:nvSpPr>
        <p:spPr/>
        <p:txBody>
          <a:bodyPr/>
          <a:lstStyle/>
          <a:p>
            <a:fld id="{CC5E17CD-7656-4351-88D9-9FC6EE61C37A}" type="slidenum">
              <a:t>‹N°›</a:t>
            </a:fld>
            <a:endParaRPr/>
          </a:p>
        </p:txBody>
      </p:sp>
      <p:sp>
        <p:nvSpPr>
          <p:cNvPr id="7" name="PlaceHolder 6"/>
          <p:cNvSpPr>
            <a:spLocks noGrp="1"/>
          </p:cNvSpPr>
          <p:nvPr>
            <p:ph type="dt" idx="60"/>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Standard 7">
    <p:spTree>
      <p:nvGrpSpPr>
        <p:cNvPr id="1" name=""/>
        <p:cNvGrpSpPr/>
        <p:nvPr/>
      </p:nvGrpSpPr>
      <p:grpSpPr>
        <a:xfrm>
          <a:off x="0" y="0"/>
          <a:ext cx="0" cy="0"/>
          <a:chOff x="0" y="0"/>
          <a:chExt cx="0" cy="0"/>
        </a:xfrm>
      </p:grpSpPr>
      <p:sp>
        <p:nvSpPr>
          <p:cNvPr id="2" name="PlaceHolder 1"/>
          <p:cNvSpPr>
            <a:spLocks noGrp="1"/>
          </p:cNvSpPr>
          <p:nvPr>
            <p:ph type="ftr" idx="58"/>
          </p:nvPr>
        </p:nvSpPr>
        <p:spPr/>
        <p:txBody>
          <a:bodyPr/>
          <a:lstStyle/>
          <a:p>
            <a:r>
              <a:t>Footer</a:t>
            </a:r>
          </a:p>
        </p:txBody>
      </p:sp>
      <p:sp>
        <p:nvSpPr>
          <p:cNvPr id="3" name="PlaceHolder 2"/>
          <p:cNvSpPr>
            <a:spLocks noGrp="1"/>
          </p:cNvSpPr>
          <p:nvPr>
            <p:ph type="sldNum" idx="59"/>
          </p:nvPr>
        </p:nvSpPr>
        <p:spPr/>
        <p:txBody>
          <a:bodyPr/>
          <a:lstStyle/>
          <a:p>
            <a:fld id="{32AD013F-EC85-435E-8A61-4D4A445865FD}" type="slidenum">
              <a:t>‹N°›</a:t>
            </a:fld>
            <a:endParaRPr/>
          </a:p>
        </p:txBody>
      </p:sp>
      <p:sp>
        <p:nvSpPr>
          <p:cNvPr id="4" name="PlaceHolder 3"/>
          <p:cNvSpPr>
            <a:spLocks noGrp="1"/>
          </p:cNvSpPr>
          <p:nvPr>
            <p:ph type="dt" idx="60"/>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Standard 22">
    <p:spTree>
      <p:nvGrpSpPr>
        <p:cNvPr id="1" name=""/>
        <p:cNvGrpSpPr/>
        <p:nvPr/>
      </p:nvGrpSpPr>
      <p:grpSpPr>
        <a:xfrm>
          <a:off x="0" y="0"/>
          <a:ext cx="0" cy="0"/>
          <a:chOff x="0" y="0"/>
          <a:chExt cx="0" cy="0"/>
        </a:xfrm>
      </p:grpSpPr>
      <p:sp>
        <p:nvSpPr>
          <p:cNvPr id="367" name="PlaceHolder 1"/>
          <p:cNvSpPr>
            <a:spLocks noGrp="1"/>
          </p:cNvSpPr>
          <p:nvPr>
            <p:ph type="title"/>
          </p:nvPr>
        </p:nvSpPr>
        <p:spPr>
          <a:xfrm>
            <a:off x="640080" y="383040"/>
            <a:ext cx="11518560" cy="1600200"/>
          </a:xfrm>
          <a:prstGeom prst="rect">
            <a:avLst/>
          </a:prstGeom>
          <a:noFill/>
          <a:ln w="0">
            <a:noFill/>
          </a:ln>
        </p:spPr>
        <p:txBody>
          <a:bodyPr lIns="0" tIns="0" rIns="0" bIns="0" anchor="ctr">
            <a:noAutofit/>
          </a:bodyPr>
          <a:lstStyle/>
          <a:p>
            <a:pPr indent="0" algn="ctr">
              <a:buNone/>
            </a:pPr>
            <a:endParaRPr lang="fr-FR" sz="4400" b="0" strike="noStrike" spc="-1">
              <a:solidFill>
                <a:srgbClr val="000000"/>
              </a:solidFill>
              <a:latin typeface="Arial"/>
            </a:endParaRPr>
          </a:p>
        </p:txBody>
      </p:sp>
      <p:sp>
        <p:nvSpPr>
          <p:cNvPr id="368" name="PlaceHolder 2"/>
          <p:cNvSpPr>
            <a:spLocks noGrp="1"/>
          </p:cNvSpPr>
          <p:nvPr>
            <p:ph/>
          </p:nvPr>
        </p:nvSpPr>
        <p:spPr>
          <a:xfrm>
            <a:off x="640080" y="2246400"/>
            <a:ext cx="36360" cy="5565600"/>
          </a:xfrm>
          <a:prstGeom prst="rect">
            <a:avLst/>
          </a:prstGeom>
          <a:noFill/>
          <a:ln w="0">
            <a:noFill/>
          </a:ln>
        </p:spPr>
        <p:txBody>
          <a:bodyPr lIns="0" tIns="0" rIns="0" bIns="0" anchor="t">
            <a:normAutofit fontScale="40621"/>
          </a:bodyPr>
          <a:lstStyle/>
          <a:p>
            <a:pPr indent="0">
              <a:spcBef>
                <a:spcPts val="1417"/>
              </a:spcBef>
              <a:buNone/>
            </a:pPr>
            <a:endParaRPr lang="fr-FR" sz="3200" b="0" strike="noStrike" spc="-1">
              <a:solidFill>
                <a:srgbClr val="000000"/>
              </a:solidFill>
              <a:latin typeface="Arial"/>
            </a:endParaRPr>
          </a:p>
        </p:txBody>
      </p:sp>
      <p:sp>
        <p:nvSpPr>
          <p:cNvPr id="369" name="PlaceHolder 3"/>
          <p:cNvSpPr>
            <a:spLocks noGrp="1"/>
          </p:cNvSpPr>
          <p:nvPr>
            <p:ph/>
          </p:nvPr>
        </p:nvSpPr>
        <p:spPr>
          <a:xfrm>
            <a:off x="678600" y="2246400"/>
            <a:ext cx="36360" cy="5565600"/>
          </a:xfrm>
          <a:prstGeom prst="rect">
            <a:avLst/>
          </a:prstGeom>
          <a:noFill/>
          <a:ln w="0">
            <a:noFill/>
          </a:ln>
        </p:spPr>
        <p:txBody>
          <a:bodyPr lIns="0" tIns="0" rIns="0" bIns="0" anchor="t">
            <a:normAutofit fontScale="40621"/>
          </a:bodyPr>
          <a:lstStyle/>
          <a:p>
            <a:pPr indent="0">
              <a:spcBef>
                <a:spcPts val="1417"/>
              </a:spcBef>
              <a:buNone/>
            </a:pPr>
            <a:endParaRPr lang="fr-FR" sz="3200" b="0" strike="noStrike" spc="-1">
              <a:solidFill>
                <a:srgbClr val="000000"/>
              </a:solidFill>
              <a:latin typeface="Arial"/>
            </a:endParaRPr>
          </a:p>
        </p:txBody>
      </p:sp>
      <p:sp>
        <p:nvSpPr>
          <p:cNvPr id="5" name="PlaceHolder 4"/>
          <p:cNvSpPr>
            <a:spLocks noGrp="1"/>
          </p:cNvSpPr>
          <p:nvPr>
            <p:ph type="ftr" idx="103"/>
          </p:nvPr>
        </p:nvSpPr>
        <p:spPr/>
        <p:txBody>
          <a:bodyPr/>
          <a:lstStyle/>
          <a:p>
            <a:r>
              <a:t>Footer</a:t>
            </a:r>
          </a:p>
        </p:txBody>
      </p:sp>
      <p:sp>
        <p:nvSpPr>
          <p:cNvPr id="6" name="PlaceHolder 5"/>
          <p:cNvSpPr>
            <a:spLocks noGrp="1"/>
          </p:cNvSpPr>
          <p:nvPr>
            <p:ph type="sldNum" idx="104"/>
          </p:nvPr>
        </p:nvSpPr>
        <p:spPr/>
        <p:txBody>
          <a:bodyPr/>
          <a:lstStyle/>
          <a:p>
            <a:fld id="{6EE0176F-015F-4E3D-931A-DA3BDFC83C7F}" type="slidenum">
              <a:t>‹N°›</a:t>
            </a:fld>
            <a:endParaRPr/>
          </a:p>
        </p:txBody>
      </p:sp>
      <p:sp>
        <p:nvSpPr>
          <p:cNvPr id="7" name="PlaceHolder 6"/>
          <p:cNvSpPr>
            <a:spLocks noGrp="1"/>
          </p:cNvSpPr>
          <p:nvPr>
            <p:ph type="dt" idx="105"/>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1.jpe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image" Target="../media/image1.jpe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5.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Image 7"/>
          <p:cNvPicPr/>
          <p:nvPr/>
        </p:nvPicPr>
        <p:blipFill>
          <a:blip r:embed="rId3"/>
          <a:stretch/>
        </p:blipFill>
        <p:spPr>
          <a:xfrm>
            <a:off x="9828000" y="8294760"/>
            <a:ext cx="2898360" cy="1204920"/>
          </a:xfrm>
          <a:prstGeom prst="rect">
            <a:avLst/>
          </a:prstGeom>
          <a:ln w="0">
            <a:noFill/>
          </a:ln>
        </p:spPr>
      </p:pic>
      <p:sp>
        <p:nvSpPr>
          <p:cNvPr id="10" name="Rectangle 22"/>
          <p:cNvSpPr/>
          <p:nvPr/>
        </p:nvSpPr>
        <p:spPr>
          <a:xfrm>
            <a:off x="28440" y="0"/>
            <a:ext cx="12770280" cy="315720"/>
          </a:xfrm>
          <a:prstGeom prst="rect">
            <a:avLst/>
          </a:prstGeom>
          <a:solidFill>
            <a:srgbClr val="00B0F0"/>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pPr>
            <a:r>
              <a:rPr lang="fr-FR" sz="800" b="1" strike="noStrike" cap="all" spc="-1">
                <a:solidFill>
                  <a:srgbClr val="FFFFFF"/>
                </a:solidFill>
                <a:latin typeface="Myriad Pro"/>
                <a:ea typeface="Noto Sans CJK SC"/>
              </a:rPr>
              <a:t>		</a:t>
            </a:r>
            <a:r>
              <a:rPr lang="fr-FR" sz="800" b="1" strike="noStrike" cap="all" spc="-1">
                <a:solidFill>
                  <a:srgbClr val="FFFFFF"/>
                </a:solidFill>
                <a:latin typeface="Myriad Pro"/>
                <a:ea typeface="DejaVu Sans"/>
              </a:rPr>
              <a:t>Informatique Données usages         				Polytech Annecy-Chambéry</a:t>
            </a:r>
            <a:endParaRPr lang="fr-FR" sz="800" b="0" strike="noStrike" spc="-1">
              <a:solidFill>
                <a:srgbClr val="FFFFFF"/>
              </a:solidFill>
              <a:latin typeface="Arial"/>
            </a:endParaRPr>
          </a:p>
          <a:p>
            <a:pPr algn="ctr">
              <a:lnSpc>
                <a:spcPct val="100000"/>
              </a:lnSpc>
            </a:pPr>
            <a:endParaRPr lang="fr-FR" sz="800" b="0" strike="noStrike" spc="-1">
              <a:solidFill>
                <a:srgbClr val="FFFFFF"/>
              </a:solidFill>
              <a:latin typeface="Arial"/>
            </a:endParaRPr>
          </a:p>
        </p:txBody>
      </p:sp>
      <p:sp>
        <p:nvSpPr>
          <p:cNvPr id="2" name="PlaceHolder 1"/>
          <p:cNvSpPr>
            <a:spLocks noGrp="1"/>
          </p:cNvSpPr>
          <p:nvPr>
            <p:ph type="title"/>
          </p:nvPr>
        </p:nvSpPr>
        <p:spPr>
          <a:xfrm>
            <a:off x="640080" y="383040"/>
            <a:ext cx="11518560" cy="1600200"/>
          </a:xfrm>
          <a:prstGeom prst="rect">
            <a:avLst/>
          </a:prstGeom>
          <a:noFill/>
          <a:ln w="0">
            <a:noFill/>
          </a:ln>
        </p:spPr>
        <p:txBody>
          <a:bodyPr lIns="0" tIns="0" rIns="0" bIns="0" anchor="ctr">
            <a:noAutofit/>
          </a:bodyPr>
          <a:lstStyle/>
          <a:p>
            <a:pPr indent="0" algn="ctr">
              <a:buNone/>
            </a:pPr>
            <a:r>
              <a:rPr lang="fr-FR" sz="4400" b="0" strike="noStrike" spc="-1">
                <a:solidFill>
                  <a:srgbClr val="000000"/>
                </a:solidFill>
                <a:latin typeface="Arial"/>
              </a:rPr>
              <a:t>Cliquez pour éditer le format du texte-titre</a:t>
            </a:r>
          </a:p>
        </p:txBody>
      </p:sp>
      <p:sp>
        <p:nvSpPr>
          <p:cNvPr id="3" name="PlaceHolder 2"/>
          <p:cNvSpPr>
            <a:spLocks noGrp="1"/>
          </p:cNvSpPr>
          <p:nvPr>
            <p:ph type="body"/>
          </p:nvPr>
        </p:nvSpPr>
        <p:spPr>
          <a:xfrm>
            <a:off x="640080" y="2246400"/>
            <a:ext cx="74880" cy="5565600"/>
          </a:xfrm>
          <a:prstGeom prst="rect">
            <a:avLst/>
          </a:prstGeom>
          <a:noFill/>
          <a:ln w="0">
            <a:noFill/>
          </a:ln>
        </p:spPr>
        <p:txBody>
          <a:bodyPr lIns="0" tIns="0" rIns="0" bIns="0" anchor="t">
            <a:normAutofit fontScale="9374" lnSpcReduction="20000"/>
          </a:bodyPr>
          <a:lstStyle/>
          <a:p>
            <a:pPr marL="432000" indent="-324000">
              <a:spcBef>
                <a:spcPts val="1417"/>
              </a:spcBef>
              <a:buClr>
                <a:srgbClr val="000000"/>
              </a:buClr>
              <a:buSzPct val="45000"/>
              <a:buFont typeface="Wingdings" charset="2"/>
              <a:buChar char=""/>
            </a:pPr>
            <a:r>
              <a:rPr lang="fr-FR" sz="3200" b="0" strike="noStrike" spc="-1">
                <a:solidFill>
                  <a:srgbClr val="000000"/>
                </a:solidFill>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strike="noStrike" spc="-1">
                <a:solidFill>
                  <a:srgbClr val="000000"/>
                </a:solidFill>
                <a:latin typeface="Arial"/>
              </a:rPr>
              <a:t>Second niveau de plan</a:t>
            </a:r>
          </a:p>
          <a:p>
            <a:pPr marL="1296000" lvl="2" indent="-288000">
              <a:spcBef>
                <a:spcPts val="850"/>
              </a:spcBef>
              <a:buClr>
                <a:srgbClr val="000000"/>
              </a:buClr>
              <a:buSzPct val="45000"/>
              <a:buFont typeface="Wingdings" charset="2"/>
              <a:buChar char=""/>
            </a:pPr>
            <a:r>
              <a:rPr lang="fr-FR" sz="2400" b="0" strike="noStrike" spc="-1">
                <a:solidFill>
                  <a:srgbClr val="000000"/>
                </a:solidFill>
                <a:latin typeface="Arial"/>
              </a:rPr>
              <a:t>Troisième niveau de plan</a:t>
            </a:r>
          </a:p>
          <a:p>
            <a:pPr marL="1728000" lvl="3" indent="-216000">
              <a:spcBef>
                <a:spcPts val="567"/>
              </a:spcBef>
              <a:buClr>
                <a:srgbClr val="000000"/>
              </a:buClr>
              <a:buSzPct val="75000"/>
              <a:buFont typeface="Symbol" charset="2"/>
              <a:buChar char=""/>
            </a:pPr>
            <a:r>
              <a:rPr lang="fr-FR" sz="2000" b="0" strike="noStrike" spc="-1">
                <a:solidFill>
                  <a:srgbClr val="000000"/>
                </a:solidFill>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Septième niveau de plan</a:t>
            </a:r>
          </a:p>
        </p:txBody>
      </p:sp>
      <p:sp>
        <p:nvSpPr>
          <p:cNvPr id="4" name="PlaceHolder 3"/>
          <p:cNvSpPr>
            <a:spLocks noGrp="1"/>
          </p:cNvSpPr>
          <p:nvPr>
            <p:ph type="body"/>
          </p:nvPr>
        </p:nvSpPr>
        <p:spPr>
          <a:xfrm>
            <a:off x="719640" y="2246400"/>
            <a:ext cx="74880" cy="2654280"/>
          </a:xfrm>
          <a:prstGeom prst="rect">
            <a:avLst/>
          </a:prstGeom>
          <a:noFill/>
          <a:ln w="0">
            <a:noFill/>
          </a:ln>
        </p:spPr>
        <p:txBody>
          <a:bodyPr lIns="0" tIns="0" rIns="0" bIns="0" anchor="t">
            <a:normAutofit fontScale="3124" lnSpcReduction="10000"/>
          </a:bodyPr>
          <a:lstStyle/>
          <a:p>
            <a:pPr marL="432000" indent="-324000">
              <a:spcBef>
                <a:spcPts val="1417"/>
              </a:spcBef>
              <a:buClr>
                <a:srgbClr val="000000"/>
              </a:buClr>
              <a:buSzPct val="45000"/>
              <a:buFont typeface="Wingdings" charset="2"/>
              <a:buChar char=""/>
            </a:pPr>
            <a:r>
              <a:rPr lang="fr-FR" sz="3200" b="0" strike="noStrike" spc="-1">
                <a:solidFill>
                  <a:srgbClr val="000000"/>
                </a:solidFill>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strike="noStrike" spc="-1">
                <a:solidFill>
                  <a:srgbClr val="000000"/>
                </a:solidFill>
                <a:latin typeface="Arial"/>
              </a:rPr>
              <a:t>Second niveau de plan</a:t>
            </a:r>
          </a:p>
          <a:p>
            <a:pPr marL="1296000" lvl="2" indent="-288000">
              <a:spcBef>
                <a:spcPts val="850"/>
              </a:spcBef>
              <a:buClr>
                <a:srgbClr val="000000"/>
              </a:buClr>
              <a:buSzPct val="45000"/>
              <a:buFont typeface="Wingdings" charset="2"/>
              <a:buChar char=""/>
            </a:pPr>
            <a:r>
              <a:rPr lang="fr-FR" sz="2400" b="0" strike="noStrike" spc="-1">
                <a:solidFill>
                  <a:srgbClr val="000000"/>
                </a:solidFill>
                <a:latin typeface="Arial"/>
              </a:rPr>
              <a:t>Troisième niveau de plan</a:t>
            </a:r>
          </a:p>
          <a:p>
            <a:pPr marL="1728000" lvl="3" indent="-216000">
              <a:spcBef>
                <a:spcPts val="567"/>
              </a:spcBef>
              <a:buClr>
                <a:srgbClr val="000000"/>
              </a:buClr>
              <a:buSzPct val="75000"/>
              <a:buFont typeface="Symbol" charset="2"/>
              <a:buChar char=""/>
            </a:pPr>
            <a:r>
              <a:rPr lang="fr-FR" sz="2000" b="0" strike="noStrike" spc="-1">
                <a:solidFill>
                  <a:srgbClr val="000000"/>
                </a:solidFill>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Septième niveau de plan</a:t>
            </a:r>
          </a:p>
        </p:txBody>
      </p:sp>
      <p:sp>
        <p:nvSpPr>
          <p:cNvPr id="5" name="PlaceHolder 4"/>
          <p:cNvSpPr>
            <a:spLocks noGrp="1"/>
          </p:cNvSpPr>
          <p:nvPr>
            <p:ph type="body"/>
          </p:nvPr>
        </p:nvSpPr>
        <p:spPr>
          <a:xfrm>
            <a:off x="719640" y="5153760"/>
            <a:ext cx="74880" cy="2654280"/>
          </a:xfrm>
          <a:prstGeom prst="rect">
            <a:avLst/>
          </a:prstGeom>
          <a:noFill/>
          <a:ln w="0">
            <a:noFill/>
          </a:ln>
        </p:spPr>
        <p:txBody>
          <a:bodyPr lIns="0" tIns="0" rIns="0" bIns="0" anchor="t">
            <a:normAutofit fontScale="3124" lnSpcReduction="10000"/>
          </a:bodyPr>
          <a:lstStyle/>
          <a:p>
            <a:pPr marL="432000" indent="-324000">
              <a:spcBef>
                <a:spcPts val="1417"/>
              </a:spcBef>
              <a:buClr>
                <a:srgbClr val="000000"/>
              </a:buClr>
              <a:buSzPct val="45000"/>
              <a:buFont typeface="Wingdings" charset="2"/>
              <a:buChar char=""/>
            </a:pPr>
            <a:r>
              <a:rPr lang="fr-FR" sz="3200" b="0" strike="noStrike" spc="-1">
                <a:solidFill>
                  <a:srgbClr val="000000"/>
                </a:solidFill>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strike="noStrike" spc="-1">
                <a:solidFill>
                  <a:srgbClr val="000000"/>
                </a:solidFill>
                <a:latin typeface="Arial"/>
              </a:rPr>
              <a:t>Second niveau de plan</a:t>
            </a:r>
          </a:p>
          <a:p>
            <a:pPr marL="1296000" lvl="2" indent="-288000">
              <a:spcBef>
                <a:spcPts val="850"/>
              </a:spcBef>
              <a:buClr>
                <a:srgbClr val="000000"/>
              </a:buClr>
              <a:buSzPct val="45000"/>
              <a:buFont typeface="Wingdings" charset="2"/>
              <a:buChar char=""/>
            </a:pPr>
            <a:r>
              <a:rPr lang="fr-FR" sz="2400" b="0" strike="noStrike" spc="-1">
                <a:solidFill>
                  <a:srgbClr val="000000"/>
                </a:solidFill>
                <a:latin typeface="Arial"/>
              </a:rPr>
              <a:t>Troisième niveau de plan</a:t>
            </a:r>
          </a:p>
          <a:p>
            <a:pPr marL="1728000" lvl="3" indent="-216000">
              <a:spcBef>
                <a:spcPts val="567"/>
              </a:spcBef>
              <a:buClr>
                <a:srgbClr val="000000"/>
              </a:buClr>
              <a:buSzPct val="75000"/>
              <a:buFont typeface="Symbol" charset="2"/>
              <a:buChar char=""/>
            </a:pPr>
            <a:r>
              <a:rPr lang="fr-FR" sz="2000" b="0" strike="noStrike" spc="-1">
                <a:solidFill>
                  <a:srgbClr val="000000"/>
                </a:solidFill>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Septième niveau de plan</a:t>
            </a:r>
          </a:p>
        </p:txBody>
      </p:sp>
      <p:sp>
        <p:nvSpPr>
          <p:cNvPr id="6" name="PlaceHolder 5"/>
          <p:cNvSpPr>
            <a:spLocks noGrp="1"/>
          </p:cNvSpPr>
          <p:nvPr>
            <p:ph type="ftr" idx="1"/>
          </p:nvPr>
        </p:nvSpPr>
        <p:spPr>
          <a:xfrm>
            <a:off x="4240440" y="8898840"/>
            <a:ext cx="4317480" cy="507960"/>
          </a:xfrm>
          <a:prstGeom prst="rect">
            <a:avLst/>
          </a:prstGeom>
          <a:noFill/>
          <a:ln w="0">
            <a:noFill/>
          </a:ln>
        </p:spPr>
        <p:txBody>
          <a:bodyPr lIns="90000" tIns="45000" rIns="90000" bIns="45000" anchor="ctr">
            <a:noAutofit/>
          </a:bodyPr>
          <a:lstStyle>
            <a:lvl1pPr indent="0" algn="ctr">
              <a:lnSpc>
                <a:spcPct val="100000"/>
              </a:lnSpc>
              <a:buNone/>
              <a:tabLst>
                <a:tab pos="0" algn="l"/>
              </a:tabLst>
              <a:defRPr lang="fr-FR" sz="1400" b="0" strike="noStrike" spc="-1">
                <a:solidFill>
                  <a:srgbClr val="000000"/>
                </a:solidFill>
                <a:latin typeface="Times New Roman"/>
              </a:defRPr>
            </a:lvl1pPr>
          </a:lstStyle>
          <a:p>
            <a:pPr indent="0" algn="ctr">
              <a:lnSpc>
                <a:spcPct val="100000"/>
              </a:lnSpc>
              <a:buNone/>
              <a:tabLst>
                <a:tab pos="0" algn="l"/>
              </a:tabLst>
            </a:pPr>
            <a:r>
              <a:rPr lang="fr-FR" sz="1400" b="0" strike="noStrike" spc="-1">
                <a:solidFill>
                  <a:srgbClr val="000000"/>
                </a:solidFill>
                <a:latin typeface="Times New Roman"/>
              </a:rPr>
              <a:t>&lt;pied de page&gt;</a:t>
            </a:r>
          </a:p>
        </p:txBody>
      </p:sp>
      <p:sp>
        <p:nvSpPr>
          <p:cNvPr id="7" name="PlaceHolder 6"/>
          <p:cNvSpPr>
            <a:spLocks noGrp="1"/>
          </p:cNvSpPr>
          <p:nvPr>
            <p:ph type="sldNum" idx="2"/>
          </p:nvPr>
        </p:nvSpPr>
        <p:spPr>
          <a:xfrm>
            <a:off x="9041040" y="8898840"/>
            <a:ext cx="2877120" cy="507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fr-FR" sz="900" b="0" strike="noStrike" spc="-1">
                <a:solidFill>
                  <a:srgbClr val="8B8B8B"/>
                </a:solidFill>
                <a:latin typeface="Calibri"/>
              </a:defRPr>
            </a:lvl1pPr>
          </a:lstStyle>
          <a:p>
            <a:pPr indent="0" algn="r">
              <a:lnSpc>
                <a:spcPct val="100000"/>
              </a:lnSpc>
              <a:buNone/>
              <a:tabLst>
                <a:tab pos="0" algn="l"/>
              </a:tabLst>
            </a:pPr>
            <a:fld id="{C786B848-94B4-4CEC-95CE-4DF21F21285F}" type="slidenum">
              <a:rPr lang="fr-FR" sz="900" b="0" strike="noStrike" spc="-1">
                <a:solidFill>
                  <a:srgbClr val="8B8B8B"/>
                </a:solidFill>
                <a:latin typeface="Calibri"/>
              </a:rPr>
              <a:t>‹N°›</a:t>
            </a:fld>
            <a:endParaRPr lang="fr-FR" sz="900" b="0" strike="noStrike" spc="-1">
              <a:solidFill>
                <a:srgbClr val="000000"/>
              </a:solidFill>
              <a:latin typeface="Times New Roman"/>
            </a:endParaRPr>
          </a:p>
        </p:txBody>
      </p:sp>
      <p:sp>
        <p:nvSpPr>
          <p:cNvPr id="8" name="PlaceHolder 7"/>
          <p:cNvSpPr>
            <a:spLocks noGrp="1"/>
          </p:cNvSpPr>
          <p:nvPr>
            <p:ph type="dt" idx="3"/>
          </p:nvPr>
        </p:nvSpPr>
        <p:spPr>
          <a:xfrm>
            <a:off x="880200" y="8898840"/>
            <a:ext cx="2877120" cy="507960"/>
          </a:xfrm>
          <a:prstGeom prst="rect">
            <a:avLst/>
          </a:prstGeom>
          <a:noFill/>
          <a:ln w="0">
            <a:noFill/>
          </a:ln>
        </p:spPr>
        <p:txBody>
          <a:bodyPr lIns="90000" tIns="45000" rIns="90000" bIns="45000" anchor="ctr">
            <a:noAutofit/>
          </a:bodyPr>
          <a:lstStyle>
            <a:lvl1pPr indent="0">
              <a:buNone/>
              <a:defRPr lang="fr-FR" sz="1400" b="0" strike="noStrike" spc="-1">
                <a:solidFill>
                  <a:srgbClr val="000000"/>
                </a:solidFill>
                <a:latin typeface="Times New Roman"/>
              </a:defRPr>
            </a:lvl1pPr>
          </a:lstStyle>
          <a:p>
            <a:pPr indent="0">
              <a:buNone/>
            </a:pPr>
            <a:r>
              <a:rPr lang="fr-FR" sz="1400" b="0" strike="noStrike" spc="-1">
                <a:solidFill>
                  <a:srgbClr val="000000"/>
                </a:solidFill>
                <a:latin typeface="Times New Roman"/>
              </a:rPr>
              <a:t>&lt;date/heure&gt;</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6" name="Image 7"/>
          <p:cNvPicPr/>
          <p:nvPr/>
        </p:nvPicPr>
        <p:blipFill>
          <a:blip r:embed="rId5"/>
          <a:stretch/>
        </p:blipFill>
        <p:spPr>
          <a:xfrm>
            <a:off x="9828000" y="8294760"/>
            <a:ext cx="2898360" cy="1204920"/>
          </a:xfrm>
          <a:prstGeom prst="rect">
            <a:avLst/>
          </a:prstGeom>
          <a:ln w="0">
            <a:noFill/>
          </a:ln>
        </p:spPr>
      </p:pic>
      <p:sp>
        <p:nvSpPr>
          <p:cNvPr id="57" name="Rectangle 22"/>
          <p:cNvSpPr/>
          <p:nvPr/>
        </p:nvSpPr>
        <p:spPr>
          <a:xfrm>
            <a:off x="28440" y="0"/>
            <a:ext cx="12770280" cy="315720"/>
          </a:xfrm>
          <a:prstGeom prst="rect">
            <a:avLst/>
          </a:prstGeom>
          <a:solidFill>
            <a:srgbClr val="00B0F0"/>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pPr>
            <a:r>
              <a:rPr lang="fr-FR" sz="800" b="1" strike="noStrike" cap="all" spc="-1">
                <a:solidFill>
                  <a:srgbClr val="FFFFFF"/>
                </a:solidFill>
                <a:latin typeface="Myriad Pro"/>
                <a:ea typeface="Noto Sans CJK SC"/>
              </a:rPr>
              <a:t>		</a:t>
            </a:r>
            <a:r>
              <a:rPr lang="fr-FR" sz="800" b="1" strike="noStrike" cap="all" spc="-1">
                <a:solidFill>
                  <a:srgbClr val="FFFFFF"/>
                </a:solidFill>
                <a:latin typeface="Myriad Pro"/>
                <a:ea typeface="DejaVu Sans"/>
              </a:rPr>
              <a:t>Informatique Données usages         				Polytech Annecy-Chambéry</a:t>
            </a:r>
            <a:endParaRPr lang="fr-FR" sz="800" b="0" strike="noStrike" spc="-1">
              <a:solidFill>
                <a:srgbClr val="FFFFFF"/>
              </a:solidFill>
              <a:latin typeface="Arial"/>
            </a:endParaRPr>
          </a:p>
          <a:p>
            <a:pPr algn="ctr">
              <a:lnSpc>
                <a:spcPct val="100000"/>
              </a:lnSpc>
            </a:pPr>
            <a:endParaRPr lang="fr-FR" sz="800" b="0" strike="noStrike" spc="-1">
              <a:solidFill>
                <a:srgbClr val="FFFFFF"/>
              </a:solidFill>
              <a:latin typeface="Arial"/>
            </a:endParaRPr>
          </a:p>
        </p:txBody>
      </p:sp>
      <p:sp>
        <p:nvSpPr>
          <p:cNvPr id="58" name="PlaceHolder 1"/>
          <p:cNvSpPr>
            <a:spLocks noGrp="1"/>
          </p:cNvSpPr>
          <p:nvPr>
            <p:ph type="ftr" idx="16"/>
          </p:nvPr>
        </p:nvSpPr>
        <p:spPr>
          <a:xfrm>
            <a:off x="4240440" y="8898840"/>
            <a:ext cx="4317480" cy="507960"/>
          </a:xfrm>
          <a:prstGeom prst="rect">
            <a:avLst/>
          </a:prstGeom>
          <a:noFill/>
          <a:ln w="0">
            <a:noFill/>
          </a:ln>
        </p:spPr>
        <p:txBody>
          <a:bodyPr lIns="90000" tIns="45000" rIns="90000" bIns="45000" anchor="ctr">
            <a:noAutofit/>
          </a:bodyPr>
          <a:lstStyle>
            <a:lvl1pPr indent="0" algn="ctr">
              <a:lnSpc>
                <a:spcPct val="100000"/>
              </a:lnSpc>
              <a:buNone/>
              <a:tabLst>
                <a:tab pos="0" algn="l"/>
              </a:tabLst>
              <a:defRPr lang="fr-FR" sz="1400" b="0" strike="noStrike" spc="-1">
                <a:solidFill>
                  <a:srgbClr val="000000"/>
                </a:solidFill>
                <a:latin typeface="Times New Roman"/>
              </a:defRPr>
            </a:lvl1pPr>
          </a:lstStyle>
          <a:p>
            <a:pPr indent="0" algn="ctr">
              <a:lnSpc>
                <a:spcPct val="100000"/>
              </a:lnSpc>
              <a:buNone/>
              <a:tabLst>
                <a:tab pos="0" algn="l"/>
              </a:tabLst>
            </a:pPr>
            <a:r>
              <a:rPr lang="fr-FR" sz="1400" b="0" strike="noStrike" spc="-1">
                <a:solidFill>
                  <a:srgbClr val="000000"/>
                </a:solidFill>
                <a:latin typeface="Times New Roman"/>
              </a:rPr>
              <a:t>&lt;pied de page&gt;</a:t>
            </a:r>
          </a:p>
        </p:txBody>
      </p:sp>
      <p:sp>
        <p:nvSpPr>
          <p:cNvPr id="59" name="PlaceHolder 2"/>
          <p:cNvSpPr>
            <a:spLocks noGrp="1"/>
          </p:cNvSpPr>
          <p:nvPr>
            <p:ph type="sldNum" idx="17"/>
          </p:nvPr>
        </p:nvSpPr>
        <p:spPr>
          <a:xfrm>
            <a:off x="9041040" y="8898840"/>
            <a:ext cx="2877120" cy="507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fr-FR" sz="900" b="0" strike="noStrike" spc="-1">
                <a:solidFill>
                  <a:srgbClr val="8B8B8B"/>
                </a:solidFill>
                <a:latin typeface="Calibri"/>
              </a:defRPr>
            </a:lvl1pPr>
          </a:lstStyle>
          <a:p>
            <a:pPr indent="0" algn="r">
              <a:lnSpc>
                <a:spcPct val="100000"/>
              </a:lnSpc>
              <a:buNone/>
              <a:tabLst>
                <a:tab pos="0" algn="l"/>
              </a:tabLst>
            </a:pPr>
            <a:fld id="{D87E373E-4B12-44BF-8FBB-95F5917907E8}" type="slidenum">
              <a:rPr lang="fr-FR" sz="900" b="0" strike="noStrike" spc="-1">
                <a:solidFill>
                  <a:srgbClr val="8B8B8B"/>
                </a:solidFill>
                <a:latin typeface="Calibri"/>
              </a:rPr>
              <a:t>‹N°›</a:t>
            </a:fld>
            <a:endParaRPr lang="fr-FR" sz="900" b="0" strike="noStrike" spc="-1">
              <a:solidFill>
                <a:srgbClr val="000000"/>
              </a:solidFill>
              <a:latin typeface="Times New Roman"/>
            </a:endParaRPr>
          </a:p>
        </p:txBody>
      </p:sp>
      <p:sp>
        <p:nvSpPr>
          <p:cNvPr id="60" name="PlaceHolder 3"/>
          <p:cNvSpPr>
            <a:spLocks noGrp="1"/>
          </p:cNvSpPr>
          <p:nvPr>
            <p:ph type="dt" idx="18"/>
          </p:nvPr>
        </p:nvSpPr>
        <p:spPr>
          <a:xfrm>
            <a:off x="880200" y="8898840"/>
            <a:ext cx="2877120" cy="507960"/>
          </a:xfrm>
          <a:prstGeom prst="rect">
            <a:avLst/>
          </a:prstGeom>
          <a:noFill/>
          <a:ln w="0">
            <a:noFill/>
          </a:ln>
        </p:spPr>
        <p:txBody>
          <a:bodyPr lIns="90000" tIns="45000" rIns="90000" bIns="45000" anchor="ctr">
            <a:noAutofit/>
          </a:bodyPr>
          <a:lstStyle>
            <a:lvl1pPr indent="0">
              <a:buNone/>
              <a:defRPr lang="fr-FR" sz="1400" b="0" strike="noStrike" spc="-1">
                <a:solidFill>
                  <a:srgbClr val="000000"/>
                </a:solidFill>
                <a:latin typeface="Times New Roman"/>
              </a:defRPr>
            </a:lvl1pPr>
          </a:lstStyle>
          <a:p>
            <a:pPr indent="0">
              <a:buNone/>
            </a:pPr>
            <a:r>
              <a:rPr lang="fr-FR" sz="1400" b="0" strike="noStrike" spc="-1">
                <a:solidFill>
                  <a:srgbClr val="000000"/>
                </a:solidFill>
                <a:latin typeface="Times New Roman"/>
              </a:rPr>
              <a:t>&lt;date/heure&gt;</a:t>
            </a:r>
          </a:p>
        </p:txBody>
      </p:sp>
      <p:sp>
        <p:nvSpPr>
          <p:cNvPr id="61" name="PlaceHolder 4"/>
          <p:cNvSpPr>
            <a:spLocks noGrp="1"/>
          </p:cNvSpPr>
          <p:nvPr>
            <p:ph type="title"/>
          </p:nvPr>
        </p:nvSpPr>
        <p:spPr>
          <a:xfrm>
            <a:off x="640080" y="383040"/>
            <a:ext cx="11521080" cy="1602720"/>
          </a:xfrm>
          <a:prstGeom prst="rect">
            <a:avLst/>
          </a:prstGeom>
          <a:noFill/>
          <a:ln w="0">
            <a:noFill/>
          </a:ln>
        </p:spPr>
        <p:txBody>
          <a:bodyPr lIns="0" tIns="0" rIns="0" bIns="0" anchor="ctr">
            <a:noAutofit/>
          </a:bodyPr>
          <a:lstStyle/>
          <a:p>
            <a:pPr indent="0" algn="ctr">
              <a:buNone/>
            </a:pPr>
            <a:r>
              <a:rPr lang="fr-FR" sz="4400" b="0" strike="noStrike" spc="-1">
                <a:solidFill>
                  <a:srgbClr val="000000"/>
                </a:solidFill>
                <a:latin typeface="Arial"/>
              </a:rPr>
              <a:t>Cliquez pour éditer le format du texte-titre</a:t>
            </a:r>
          </a:p>
        </p:txBody>
      </p:sp>
      <p:sp>
        <p:nvSpPr>
          <p:cNvPr id="62" name="PlaceHolder 5"/>
          <p:cNvSpPr>
            <a:spLocks noGrp="1"/>
          </p:cNvSpPr>
          <p:nvPr>
            <p:ph type="body"/>
          </p:nvPr>
        </p:nvSpPr>
        <p:spPr>
          <a:xfrm>
            <a:off x="640080" y="2246400"/>
            <a:ext cx="11521080" cy="55681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3200" b="0" strike="noStrike" spc="-1">
                <a:solidFill>
                  <a:srgbClr val="000000"/>
                </a:solidFill>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strike="noStrike" spc="-1">
                <a:solidFill>
                  <a:srgbClr val="000000"/>
                </a:solidFill>
                <a:latin typeface="Arial"/>
              </a:rPr>
              <a:t>Second niveau de plan</a:t>
            </a:r>
          </a:p>
          <a:p>
            <a:pPr marL="1296000" lvl="2" indent="-288000">
              <a:spcBef>
                <a:spcPts val="850"/>
              </a:spcBef>
              <a:buClr>
                <a:srgbClr val="000000"/>
              </a:buClr>
              <a:buSzPct val="45000"/>
              <a:buFont typeface="Wingdings" charset="2"/>
              <a:buChar char=""/>
            </a:pPr>
            <a:r>
              <a:rPr lang="fr-FR" sz="2400" b="0" strike="noStrike" spc="-1">
                <a:solidFill>
                  <a:srgbClr val="000000"/>
                </a:solidFill>
                <a:latin typeface="Arial"/>
              </a:rPr>
              <a:t>Troisième niveau de plan</a:t>
            </a:r>
          </a:p>
          <a:p>
            <a:pPr marL="1728000" lvl="3" indent="-216000">
              <a:spcBef>
                <a:spcPts val="567"/>
              </a:spcBef>
              <a:buClr>
                <a:srgbClr val="000000"/>
              </a:buClr>
              <a:buSzPct val="75000"/>
              <a:buFont typeface="Symbol" charset="2"/>
              <a:buChar char=""/>
            </a:pPr>
            <a:r>
              <a:rPr lang="fr-FR" sz="2000" b="0" strike="noStrike" spc="-1">
                <a:solidFill>
                  <a:srgbClr val="000000"/>
                </a:solidFill>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Septième niveau de plan</a:t>
            </a:r>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4" name="Image 7"/>
          <p:cNvPicPr/>
          <p:nvPr/>
        </p:nvPicPr>
        <p:blipFill>
          <a:blip r:embed="rId3"/>
          <a:stretch/>
        </p:blipFill>
        <p:spPr>
          <a:xfrm>
            <a:off x="9828000" y="8294760"/>
            <a:ext cx="2898360" cy="1204920"/>
          </a:xfrm>
          <a:prstGeom prst="rect">
            <a:avLst/>
          </a:prstGeom>
          <a:ln w="0">
            <a:noFill/>
          </a:ln>
        </p:spPr>
      </p:pic>
      <p:sp>
        <p:nvSpPr>
          <p:cNvPr id="195" name="Rectangle 22"/>
          <p:cNvSpPr/>
          <p:nvPr/>
        </p:nvSpPr>
        <p:spPr>
          <a:xfrm>
            <a:off x="28440" y="0"/>
            <a:ext cx="12770280" cy="315720"/>
          </a:xfrm>
          <a:prstGeom prst="rect">
            <a:avLst/>
          </a:prstGeom>
          <a:solidFill>
            <a:srgbClr val="00B0F0"/>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pPr>
            <a:r>
              <a:rPr lang="fr-FR" sz="800" b="1" strike="noStrike" cap="all" spc="-1">
                <a:solidFill>
                  <a:srgbClr val="FFFFFF"/>
                </a:solidFill>
                <a:latin typeface="Myriad Pro"/>
                <a:ea typeface="Noto Sans CJK SC"/>
              </a:rPr>
              <a:t>		</a:t>
            </a:r>
            <a:r>
              <a:rPr lang="fr-FR" sz="800" b="1" strike="noStrike" cap="all" spc="-1">
                <a:solidFill>
                  <a:srgbClr val="FFFFFF"/>
                </a:solidFill>
                <a:latin typeface="Myriad Pro"/>
                <a:ea typeface="DejaVu Sans"/>
              </a:rPr>
              <a:t>Informatique Données usages         				Polytech Annecy-Chambéry</a:t>
            </a:r>
            <a:endParaRPr lang="fr-FR" sz="800" b="0" strike="noStrike" spc="-1">
              <a:solidFill>
                <a:srgbClr val="FFFFFF"/>
              </a:solidFill>
              <a:latin typeface="Arial"/>
            </a:endParaRPr>
          </a:p>
          <a:p>
            <a:pPr algn="ctr">
              <a:lnSpc>
                <a:spcPct val="100000"/>
              </a:lnSpc>
            </a:pPr>
            <a:endParaRPr lang="fr-FR" sz="800" b="0" strike="noStrike" spc="-1">
              <a:solidFill>
                <a:srgbClr val="FFFFFF"/>
              </a:solidFill>
              <a:latin typeface="Arial"/>
            </a:endParaRPr>
          </a:p>
        </p:txBody>
      </p:sp>
      <p:sp>
        <p:nvSpPr>
          <p:cNvPr id="196" name="PlaceHolder 1"/>
          <p:cNvSpPr>
            <a:spLocks noGrp="1"/>
          </p:cNvSpPr>
          <p:nvPr>
            <p:ph type="title"/>
          </p:nvPr>
        </p:nvSpPr>
        <p:spPr>
          <a:xfrm>
            <a:off x="640080" y="383040"/>
            <a:ext cx="11518560" cy="1600200"/>
          </a:xfrm>
          <a:prstGeom prst="rect">
            <a:avLst/>
          </a:prstGeom>
          <a:noFill/>
          <a:ln w="0">
            <a:noFill/>
          </a:ln>
        </p:spPr>
        <p:txBody>
          <a:bodyPr lIns="0" tIns="0" rIns="0" bIns="0" anchor="ctr">
            <a:noAutofit/>
          </a:bodyPr>
          <a:lstStyle/>
          <a:p>
            <a:pPr indent="0" algn="ctr">
              <a:buNone/>
            </a:pPr>
            <a:r>
              <a:rPr lang="fr-FR" sz="4400" b="0" strike="noStrike" spc="-1">
                <a:solidFill>
                  <a:srgbClr val="000000"/>
                </a:solidFill>
                <a:latin typeface="Arial"/>
              </a:rPr>
              <a:t>Cliquez pour éditer le format du texte-titre</a:t>
            </a:r>
          </a:p>
        </p:txBody>
      </p:sp>
      <p:sp>
        <p:nvSpPr>
          <p:cNvPr id="197" name="PlaceHolder 2"/>
          <p:cNvSpPr>
            <a:spLocks noGrp="1"/>
          </p:cNvSpPr>
          <p:nvPr>
            <p:ph type="body"/>
          </p:nvPr>
        </p:nvSpPr>
        <p:spPr>
          <a:xfrm>
            <a:off x="640080" y="2246400"/>
            <a:ext cx="74880" cy="5565600"/>
          </a:xfrm>
          <a:prstGeom prst="rect">
            <a:avLst/>
          </a:prstGeom>
          <a:noFill/>
          <a:ln w="0">
            <a:noFill/>
          </a:ln>
        </p:spPr>
        <p:txBody>
          <a:bodyPr lIns="0" tIns="0" rIns="0" bIns="0" anchor="t">
            <a:normAutofit fontScale="9374" lnSpcReduction="20000"/>
          </a:bodyPr>
          <a:lstStyle/>
          <a:p>
            <a:pPr marL="432000" indent="-324000">
              <a:spcBef>
                <a:spcPts val="1417"/>
              </a:spcBef>
              <a:buClr>
                <a:srgbClr val="000000"/>
              </a:buClr>
              <a:buSzPct val="45000"/>
              <a:buFont typeface="Wingdings" charset="2"/>
              <a:buChar char=""/>
            </a:pPr>
            <a:r>
              <a:rPr lang="fr-FR" sz="3200" b="0" strike="noStrike" spc="-1">
                <a:solidFill>
                  <a:srgbClr val="000000"/>
                </a:solidFill>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strike="noStrike" spc="-1">
                <a:solidFill>
                  <a:srgbClr val="000000"/>
                </a:solidFill>
                <a:latin typeface="Arial"/>
              </a:rPr>
              <a:t>Second niveau de plan</a:t>
            </a:r>
          </a:p>
          <a:p>
            <a:pPr marL="1296000" lvl="2" indent="-288000">
              <a:spcBef>
                <a:spcPts val="850"/>
              </a:spcBef>
              <a:buClr>
                <a:srgbClr val="000000"/>
              </a:buClr>
              <a:buSzPct val="45000"/>
              <a:buFont typeface="Wingdings" charset="2"/>
              <a:buChar char=""/>
            </a:pPr>
            <a:r>
              <a:rPr lang="fr-FR" sz="2400" b="0" strike="noStrike" spc="-1">
                <a:solidFill>
                  <a:srgbClr val="000000"/>
                </a:solidFill>
                <a:latin typeface="Arial"/>
              </a:rPr>
              <a:t>Troisième niveau de plan</a:t>
            </a:r>
          </a:p>
          <a:p>
            <a:pPr marL="1728000" lvl="3" indent="-216000">
              <a:spcBef>
                <a:spcPts val="567"/>
              </a:spcBef>
              <a:buClr>
                <a:srgbClr val="000000"/>
              </a:buClr>
              <a:buSzPct val="75000"/>
              <a:buFont typeface="Symbol" charset="2"/>
              <a:buChar char=""/>
            </a:pPr>
            <a:r>
              <a:rPr lang="fr-FR" sz="2000" b="0" strike="noStrike" spc="-1">
                <a:solidFill>
                  <a:srgbClr val="000000"/>
                </a:solidFill>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Septième niveau de plan</a:t>
            </a:r>
          </a:p>
        </p:txBody>
      </p:sp>
      <p:sp>
        <p:nvSpPr>
          <p:cNvPr id="198" name="PlaceHolder 3"/>
          <p:cNvSpPr>
            <a:spLocks noGrp="1"/>
          </p:cNvSpPr>
          <p:nvPr>
            <p:ph type="body"/>
          </p:nvPr>
        </p:nvSpPr>
        <p:spPr>
          <a:xfrm>
            <a:off x="719640" y="2246400"/>
            <a:ext cx="74880" cy="5565600"/>
          </a:xfrm>
          <a:prstGeom prst="rect">
            <a:avLst/>
          </a:prstGeom>
          <a:noFill/>
          <a:ln w="0">
            <a:noFill/>
          </a:ln>
        </p:spPr>
        <p:txBody>
          <a:bodyPr lIns="0" tIns="0" rIns="0" bIns="0" anchor="t">
            <a:normAutofit fontScale="9374" lnSpcReduction="20000"/>
          </a:bodyPr>
          <a:lstStyle/>
          <a:p>
            <a:pPr marL="432000" indent="-324000">
              <a:spcBef>
                <a:spcPts val="1417"/>
              </a:spcBef>
              <a:buClr>
                <a:srgbClr val="000000"/>
              </a:buClr>
              <a:buSzPct val="45000"/>
              <a:buFont typeface="Wingdings" charset="2"/>
              <a:buChar char=""/>
            </a:pPr>
            <a:r>
              <a:rPr lang="fr-FR" sz="3200" b="0" strike="noStrike" spc="-1">
                <a:solidFill>
                  <a:srgbClr val="000000"/>
                </a:solidFill>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strike="noStrike" spc="-1">
                <a:solidFill>
                  <a:srgbClr val="000000"/>
                </a:solidFill>
                <a:latin typeface="Arial"/>
              </a:rPr>
              <a:t>Second niveau de plan</a:t>
            </a:r>
          </a:p>
          <a:p>
            <a:pPr marL="1296000" lvl="2" indent="-288000">
              <a:spcBef>
                <a:spcPts val="850"/>
              </a:spcBef>
              <a:buClr>
                <a:srgbClr val="000000"/>
              </a:buClr>
              <a:buSzPct val="45000"/>
              <a:buFont typeface="Wingdings" charset="2"/>
              <a:buChar char=""/>
            </a:pPr>
            <a:r>
              <a:rPr lang="fr-FR" sz="2400" b="0" strike="noStrike" spc="-1">
                <a:solidFill>
                  <a:srgbClr val="000000"/>
                </a:solidFill>
                <a:latin typeface="Arial"/>
              </a:rPr>
              <a:t>Troisième niveau de plan</a:t>
            </a:r>
          </a:p>
          <a:p>
            <a:pPr marL="1728000" lvl="3" indent="-216000">
              <a:spcBef>
                <a:spcPts val="567"/>
              </a:spcBef>
              <a:buClr>
                <a:srgbClr val="000000"/>
              </a:buClr>
              <a:buSzPct val="75000"/>
              <a:buFont typeface="Symbol" charset="2"/>
              <a:buChar char=""/>
            </a:pPr>
            <a:r>
              <a:rPr lang="fr-FR" sz="2000" b="0" strike="noStrike" spc="-1">
                <a:solidFill>
                  <a:srgbClr val="000000"/>
                </a:solidFill>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Septième niveau de plan</a:t>
            </a:r>
          </a:p>
        </p:txBody>
      </p:sp>
      <p:sp>
        <p:nvSpPr>
          <p:cNvPr id="199" name="PlaceHolder 4"/>
          <p:cNvSpPr>
            <a:spLocks noGrp="1"/>
          </p:cNvSpPr>
          <p:nvPr>
            <p:ph type="ftr" idx="55"/>
          </p:nvPr>
        </p:nvSpPr>
        <p:spPr>
          <a:xfrm>
            <a:off x="4240440" y="8898840"/>
            <a:ext cx="4317480" cy="507960"/>
          </a:xfrm>
          <a:prstGeom prst="rect">
            <a:avLst/>
          </a:prstGeom>
          <a:noFill/>
          <a:ln w="0">
            <a:noFill/>
          </a:ln>
        </p:spPr>
        <p:txBody>
          <a:bodyPr lIns="90000" tIns="45000" rIns="90000" bIns="45000" anchor="ctr">
            <a:noAutofit/>
          </a:bodyPr>
          <a:lstStyle>
            <a:lvl1pPr indent="0" algn="ctr">
              <a:lnSpc>
                <a:spcPct val="100000"/>
              </a:lnSpc>
              <a:buNone/>
              <a:tabLst>
                <a:tab pos="0" algn="l"/>
              </a:tabLst>
              <a:defRPr lang="fr-FR" sz="1400" b="0" strike="noStrike" spc="-1">
                <a:solidFill>
                  <a:srgbClr val="000000"/>
                </a:solidFill>
                <a:latin typeface="Times New Roman"/>
              </a:defRPr>
            </a:lvl1pPr>
          </a:lstStyle>
          <a:p>
            <a:pPr indent="0" algn="ctr">
              <a:lnSpc>
                <a:spcPct val="100000"/>
              </a:lnSpc>
              <a:buNone/>
              <a:tabLst>
                <a:tab pos="0" algn="l"/>
              </a:tabLst>
            </a:pPr>
            <a:r>
              <a:rPr lang="fr-FR" sz="1400" b="0" strike="noStrike" spc="-1">
                <a:solidFill>
                  <a:srgbClr val="000000"/>
                </a:solidFill>
                <a:latin typeface="Times New Roman"/>
              </a:rPr>
              <a:t>&lt;pied de page&gt;</a:t>
            </a:r>
          </a:p>
        </p:txBody>
      </p:sp>
      <p:sp>
        <p:nvSpPr>
          <p:cNvPr id="200" name="PlaceHolder 5"/>
          <p:cNvSpPr>
            <a:spLocks noGrp="1"/>
          </p:cNvSpPr>
          <p:nvPr>
            <p:ph type="sldNum" idx="56"/>
          </p:nvPr>
        </p:nvSpPr>
        <p:spPr>
          <a:xfrm>
            <a:off x="9041040" y="8898840"/>
            <a:ext cx="2877120" cy="507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fr-FR" sz="900" b="0" strike="noStrike" spc="-1">
                <a:solidFill>
                  <a:srgbClr val="8B8B8B"/>
                </a:solidFill>
                <a:latin typeface="Calibri"/>
              </a:defRPr>
            </a:lvl1pPr>
          </a:lstStyle>
          <a:p>
            <a:pPr indent="0" algn="r">
              <a:lnSpc>
                <a:spcPct val="100000"/>
              </a:lnSpc>
              <a:buNone/>
              <a:tabLst>
                <a:tab pos="0" algn="l"/>
              </a:tabLst>
            </a:pPr>
            <a:fld id="{EED6E6A4-07D9-4516-9FE5-FAFAF6E2A8EB}" type="slidenum">
              <a:rPr lang="fr-FR" sz="900" b="0" strike="noStrike" spc="-1">
                <a:solidFill>
                  <a:srgbClr val="8B8B8B"/>
                </a:solidFill>
                <a:latin typeface="Calibri"/>
              </a:rPr>
              <a:t>‹N°›</a:t>
            </a:fld>
            <a:endParaRPr lang="fr-FR" sz="900" b="0" strike="noStrike" spc="-1">
              <a:solidFill>
                <a:srgbClr val="000000"/>
              </a:solidFill>
              <a:latin typeface="Times New Roman"/>
            </a:endParaRPr>
          </a:p>
        </p:txBody>
      </p:sp>
      <p:sp>
        <p:nvSpPr>
          <p:cNvPr id="201" name="PlaceHolder 6"/>
          <p:cNvSpPr>
            <a:spLocks noGrp="1"/>
          </p:cNvSpPr>
          <p:nvPr>
            <p:ph type="dt" idx="57"/>
          </p:nvPr>
        </p:nvSpPr>
        <p:spPr>
          <a:xfrm>
            <a:off x="880200" y="8898840"/>
            <a:ext cx="2877120" cy="507960"/>
          </a:xfrm>
          <a:prstGeom prst="rect">
            <a:avLst/>
          </a:prstGeom>
          <a:noFill/>
          <a:ln w="0">
            <a:noFill/>
          </a:ln>
        </p:spPr>
        <p:txBody>
          <a:bodyPr lIns="90000" tIns="45000" rIns="90000" bIns="45000" anchor="ctr">
            <a:noAutofit/>
          </a:bodyPr>
          <a:lstStyle>
            <a:lvl1pPr indent="0">
              <a:buNone/>
              <a:defRPr lang="fr-FR" sz="1400" b="0" strike="noStrike" spc="-1">
                <a:solidFill>
                  <a:srgbClr val="000000"/>
                </a:solidFill>
                <a:latin typeface="Times New Roman"/>
              </a:defRPr>
            </a:lvl1pPr>
          </a:lstStyle>
          <a:p>
            <a:pPr indent="0">
              <a:buNone/>
            </a:pPr>
            <a:r>
              <a:rPr lang="fr-FR" sz="1400" b="0" strike="noStrike" spc="-1">
                <a:solidFill>
                  <a:srgbClr val="000000"/>
                </a:solidFill>
                <a:latin typeface="Times New Roman"/>
              </a:rPr>
              <a:t>&lt;date/heure&gt;</a:t>
            </a: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5" name="Image 7"/>
          <p:cNvPicPr/>
          <p:nvPr/>
        </p:nvPicPr>
        <p:blipFill>
          <a:blip r:embed="rId4"/>
          <a:stretch/>
        </p:blipFill>
        <p:spPr>
          <a:xfrm>
            <a:off x="9828000" y="8294760"/>
            <a:ext cx="2898360" cy="1204920"/>
          </a:xfrm>
          <a:prstGeom prst="rect">
            <a:avLst/>
          </a:prstGeom>
          <a:ln w="0">
            <a:noFill/>
          </a:ln>
        </p:spPr>
      </p:pic>
      <p:sp>
        <p:nvSpPr>
          <p:cNvPr id="206" name="Rectangle 22"/>
          <p:cNvSpPr/>
          <p:nvPr/>
        </p:nvSpPr>
        <p:spPr>
          <a:xfrm>
            <a:off x="28440" y="0"/>
            <a:ext cx="12770280" cy="315720"/>
          </a:xfrm>
          <a:prstGeom prst="rect">
            <a:avLst/>
          </a:prstGeom>
          <a:solidFill>
            <a:srgbClr val="00B0F0"/>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pPr>
            <a:r>
              <a:rPr lang="fr-FR" sz="800" b="1" strike="noStrike" cap="all" spc="-1">
                <a:solidFill>
                  <a:srgbClr val="FFFFFF"/>
                </a:solidFill>
                <a:latin typeface="Myriad Pro"/>
                <a:ea typeface="Noto Sans CJK SC"/>
              </a:rPr>
              <a:t>		</a:t>
            </a:r>
            <a:r>
              <a:rPr lang="fr-FR" sz="800" b="1" strike="noStrike" cap="all" spc="-1">
                <a:solidFill>
                  <a:srgbClr val="FFFFFF"/>
                </a:solidFill>
                <a:latin typeface="Myriad Pro"/>
                <a:ea typeface="DejaVu Sans"/>
              </a:rPr>
              <a:t>Informatique Données usages         				Polytech Annecy-Chambéry</a:t>
            </a:r>
            <a:endParaRPr lang="fr-FR" sz="800" b="0" strike="noStrike" spc="-1">
              <a:solidFill>
                <a:srgbClr val="FFFFFF"/>
              </a:solidFill>
              <a:latin typeface="Arial"/>
            </a:endParaRPr>
          </a:p>
          <a:p>
            <a:pPr algn="ctr">
              <a:lnSpc>
                <a:spcPct val="100000"/>
              </a:lnSpc>
            </a:pPr>
            <a:endParaRPr lang="fr-FR" sz="800" b="0" strike="noStrike" spc="-1">
              <a:solidFill>
                <a:srgbClr val="FFFFFF"/>
              </a:solidFill>
              <a:latin typeface="Arial"/>
            </a:endParaRPr>
          </a:p>
        </p:txBody>
      </p:sp>
      <p:sp>
        <p:nvSpPr>
          <p:cNvPr id="207" name="PlaceHolder 1"/>
          <p:cNvSpPr>
            <a:spLocks noGrp="1"/>
          </p:cNvSpPr>
          <p:nvPr>
            <p:ph type="ftr" idx="58"/>
          </p:nvPr>
        </p:nvSpPr>
        <p:spPr>
          <a:xfrm>
            <a:off x="4240440" y="8898840"/>
            <a:ext cx="4317480" cy="507960"/>
          </a:xfrm>
          <a:prstGeom prst="rect">
            <a:avLst/>
          </a:prstGeom>
          <a:noFill/>
          <a:ln w="0">
            <a:noFill/>
          </a:ln>
        </p:spPr>
        <p:txBody>
          <a:bodyPr lIns="90000" tIns="45000" rIns="90000" bIns="45000" anchor="ctr">
            <a:noAutofit/>
          </a:bodyPr>
          <a:lstStyle>
            <a:lvl1pPr indent="0" algn="ctr">
              <a:lnSpc>
                <a:spcPct val="100000"/>
              </a:lnSpc>
              <a:buNone/>
              <a:tabLst>
                <a:tab pos="0" algn="l"/>
              </a:tabLst>
              <a:defRPr lang="fr-FR" sz="1400" b="0" strike="noStrike" spc="-1">
                <a:solidFill>
                  <a:srgbClr val="000000"/>
                </a:solidFill>
                <a:latin typeface="Times New Roman"/>
              </a:defRPr>
            </a:lvl1pPr>
          </a:lstStyle>
          <a:p>
            <a:pPr indent="0" algn="ctr">
              <a:lnSpc>
                <a:spcPct val="100000"/>
              </a:lnSpc>
              <a:buNone/>
              <a:tabLst>
                <a:tab pos="0" algn="l"/>
              </a:tabLst>
            </a:pPr>
            <a:r>
              <a:rPr lang="fr-FR" sz="1400" b="0" strike="noStrike" spc="-1">
                <a:solidFill>
                  <a:srgbClr val="000000"/>
                </a:solidFill>
                <a:latin typeface="Times New Roman"/>
              </a:rPr>
              <a:t>&lt;pied de page&gt;</a:t>
            </a:r>
          </a:p>
        </p:txBody>
      </p:sp>
      <p:sp>
        <p:nvSpPr>
          <p:cNvPr id="208" name="PlaceHolder 2"/>
          <p:cNvSpPr>
            <a:spLocks noGrp="1"/>
          </p:cNvSpPr>
          <p:nvPr>
            <p:ph type="sldNum" idx="59"/>
          </p:nvPr>
        </p:nvSpPr>
        <p:spPr>
          <a:xfrm>
            <a:off x="9041040" y="8898840"/>
            <a:ext cx="2877120" cy="507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fr-FR" sz="900" b="0" strike="noStrike" spc="-1">
                <a:solidFill>
                  <a:srgbClr val="8B8B8B"/>
                </a:solidFill>
                <a:latin typeface="Calibri"/>
              </a:defRPr>
            </a:lvl1pPr>
          </a:lstStyle>
          <a:p>
            <a:pPr indent="0" algn="r">
              <a:lnSpc>
                <a:spcPct val="100000"/>
              </a:lnSpc>
              <a:buNone/>
              <a:tabLst>
                <a:tab pos="0" algn="l"/>
              </a:tabLst>
            </a:pPr>
            <a:fld id="{C3BCB483-4F30-4E53-B74A-1D24D710850E}" type="slidenum">
              <a:rPr lang="fr-FR" sz="900" b="0" strike="noStrike" spc="-1">
                <a:solidFill>
                  <a:srgbClr val="8B8B8B"/>
                </a:solidFill>
                <a:latin typeface="Calibri"/>
              </a:rPr>
              <a:t>‹N°›</a:t>
            </a:fld>
            <a:endParaRPr lang="fr-FR" sz="900" b="0" strike="noStrike" spc="-1">
              <a:solidFill>
                <a:srgbClr val="000000"/>
              </a:solidFill>
              <a:latin typeface="Times New Roman"/>
            </a:endParaRPr>
          </a:p>
        </p:txBody>
      </p:sp>
      <p:sp>
        <p:nvSpPr>
          <p:cNvPr id="209" name="PlaceHolder 3"/>
          <p:cNvSpPr>
            <a:spLocks noGrp="1"/>
          </p:cNvSpPr>
          <p:nvPr>
            <p:ph type="dt" idx="60"/>
          </p:nvPr>
        </p:nvSpPr>
        <p:spPr>
          <a:xfrm>
            <a:off x="880200" y="8898840"/>
            <a:ext cx="2877120" cy="507960"/>
          </a:xfrm>
          <a:prstGeom prst="rect">
            <a:avLst/>
          </a:prstGeom>
          <a:noFill/>
          <a:ln w="0">
            <a:noFill/>
          </a:ln>
        </p:spPr>
        <p:txBody>
          <a:bodyPr lIns="90000" tIns="45000" rIns="90000" bIns="45000" anchor="ctr">
            <a:noAutofit/>
          </a:bodyPr>
          <a:lstStyle>
            <a:lvl1pPr indent="0">
              <a:buNone/>
              <a:defRPr lang="fr-FR" sz="1400" b="0" strike="noStrike" spc="-1">
                <a:solidFill>
                  <a:srgbClr val="000000"/>
                </a:solidFill>
                <a:latin typeface="Times New Roman"/>
              </a:defRPr>
            </a:lvl1pPr>
          </a:lstStyle>
          <a:p>
            <a:pPr indent="0">
              <a:buNone/>
            </a:pPr>
            <a:r>
              <a:rPr lang="fr-FR" sz="1400" b="0" strike="noStrike" spc="-1">
                <a:solidFill>
                  <a:srgbClr val="000000"/>
                </a:solidFill>
                <a:latin typeface="Times New Roman"/>
              </a:rPr>
              <a:t>&lt;date/heure&gt;</a:t>
            </a:r>
          </a:p>
        </p:txBody>
      </p:sp>
      <p:sp>
        <p:nvSpPr>
          <p:cNvPr id="210" name="PlaceHolder 4"/>
          <p:cNvSpPr>
            <a:spLocks noGrp="1"/>
          </p:cNvSpPr>
          <p:nvPr>
            <p:ph type="title"/>
          </p:nvPr>
        </p:nvSpPr>
        <p:spPr>
          <a:xfrm>
            <a:off x="640080" y="383040"/>
            <a:ext cx="11521080" cy="1602720"/>
          </a:xfrm>
          <a:prstGeom prst="rect">
            <a:avLst/>
          </a:prstGeom>
          <a:noFill/>
          <a:ln w="0">
            <a:noFill/>
          </a:ln>
        </p:spPr>
        <p:txBody>
          <a:bodyPr lIns="0" tIns="0" rIns="0" bIns="0" anchor="ctr">
            <a:noAutofit/>
          </a:bodyPr>
          <a:lstStyle/>
          <a:p>
            <a:pPr indent="0" algn="ctr">
              <a:buNone/>
            </a:pPr>
            <a:r>
              <a:rPr lang="fr-FR" sz="4400" b="0" strike="noStrike" spc="-1">
                <a:solidFill>
                  <a:srgbClr val="000000"/>
                </a:solidFill>
                <a:latin typeface="Arial"/>
              </a:rPr>
              <a:t>Cliquez pour éditer le format du texte-titre</a:t>
            </a:r>
          </a:p>
        </p:txBody>
      </p:sp>
      <p:sp>
        <p:nvSpPr>
          <p:cNvPr id="211" name="PlaceHolder 5"/>
          <p:cNvSpPr>
            <a:spLocks noGrp="1"/>
          </p:cNvSpPr>
          <p:nvPr>
            <p:ph type="body"/>
          </p:nvPr>
        </p:nvSpPr>
        <p:spPr>
          <a:xfrm>
            <a:off x="640080" y="2246400"/>
            <a:ext cx="11521080" cy="55681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3200" b="0" strike="noStrike" spc="-1">
                <a:solidFill>
                  <a:srgbClr val="000000"/>
                </a:solidFill>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strike="noStrike" spc="-1">
                <a:solidFill>
                  <a:srgbClr val="000000"/>
                </a:solidFill>
                <a:latin typeface="Arial"/>
              </a:rPr>
              <a:t>Second niveau de plan</a:t>
            </a:r>
          </a:p>
          <a:p>
            <a:pPr marL="1296000" lvl="2" indent="-288000">
              <a:spcBef>
                <a:spcPts val="850"/>
              </a:spcBef>
              <a:buClr>
                <a:srgbClr val="000000"/>
              </a:buClr>
              <a:buSzPct val="45000"/>
              <a:buFont typeface="Wingdings" charset="2"/>
              <a:buChar char=""/>
            </a:pPr>
            <a:r>
              <a:rPr lang="fr-FR" sz="2400" b="0" strike="noStrike" spc="-1">
                <a:solidFill>
                  <a:srgbClr val="000000"/>
                </a:solidFill>
                <a:latin typeface="Arial"/>
              </a:rPr>
              <a:t>Troisième niveau de plan</a:t>
            </a:r>
          </a:p>
          <a:p>
            <a:pPr marL="1728000" lvl="3" indent="-216000">
              <a:spcBef>
                <a:spcPts val="567"/>
              </a:spcBef>
              <a:buClr>
                <a:srgbClr val="000000"/>
              </a:buClr>
              <a:buSzPct val="75000"/>
              <a:buFont typeface="Symbol" charset="2"/>
              <a:buChar char=""/>
            </a:pPr>
            <a:r>
              <a:rPr lang="fr-FR" sz="2000" b="0" strike="noStrike" spc="-1">
                <a:solidFill>
                  <a:srgbClr val="000000"/>
                </a:solidFill>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Septième niveau de plan</a:t>
            </a:r>
          </a:p>
        </p:txBody>
      </p:sp>
    </p:spTree>
  </p:cSld>
  <p:clrMap bg1="lt1" tx1="dk1" bg2="lt2" tx2="dk2" accent1="accent1" accent2="accent2" accent3="accent3" accent4="accent4" accent5="accent5" accent6="accent6" hlink="hlink" folHlink="folHlink"/>
  <p:sldLayoutIdLst>
    <p:sldLayoutId id="2147483689" r:id="rId1"/>
    <p:sldLayoutId id="214748369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59" name="Image 7"/>
          <p:cNvPicPr/>
          <p:nvPr/>
        </p:nvPicPr>
        <p:blipFill>
          <a:blip r:embed="rId3"/>
          <a:stretch/>
        </p:blipFill>
        <p:spPr>
          <a:xfrm>
            <a:off x="9828000" y="8294760"/>
            <a:ext cx="2898360" cy="1204920"/>
          </a:xfrm>
          <a:prstGeom prst="rect">
            <a:avLst/>
          </a:prstGeom>
          <a:ln w="0">
            <a:noFill/>
          </a:ln>
        </p:spPr>
      </p:pic>
      <p:sp>
        <p:nvSpPr>
          <p:cNvPr id="360" name="Rectangle 22"/>
          <p:cNvSpPr/>
          <p:nvPr/>
        </p:nvSpPr>
        <p:spPr>
          <a:xfrm>
            <a:off x="28440" y="0"/>
            <a:ext cx="12770280" cy="315720"/>
          </a:xfrm>
          <a:prstGeom prst="rect">
            <a:avLst/>
          </a:prstGeom>
          <a:solidFill>
            <a:srgbClr val="00B0F0"/>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pPr>
            <a:r>
              <a:rPr lang="fr-FR" sz="800" b="1" strike="noStrike" cap="all" spc="-1">
                <a:solidFill>
                  <a:srgbClr val="FFFFFF"/>
                </a:solidFill>
                <a:latin typeface="Myriad Pro"/>
                <a:ea typeface="Noto Sans CJK SC"/>
              </a:rPr>
              <a:t>		</a:t>
            </a:r>
            <a:r>
              <a:rPr lang="fr-FR" sz="800" b="1" strike="noStrike" cap="all" spc="-1">
                <a:solidFill>
                  <a:srgbClr val="FFFFFF"/>
                </a:solidFill>
                <a:latin typeface="Myriad Pro"/>
                <a:ea typeface="DejaVu Sans"/>
              </a:rPr>
              <a:t>Informatique Données usages         				Polytech Annecy-Chambéry</a:t>
            </a:r>
            <a:endParaRPr lang="fr-FR" sz="800" b="0" strike="noStrike" spc="-1">
              <a:solidFill>
                <a:srgbClr val="FFFFFF"/>
              </a:solidFill>
              <a:latin typeface="Arial"/>
            </a:endParaRPr>
          </a:p>
          <a:p>
            <a:pPr algn="ctr">
              <a:lnSpc>
                <a:spcPct val="100000"/>
              </a:lnSpc>
            </a:pPr>
            <a:endParaRPr lang="fr-FR" sz="800" b="0" strike="noStrike" spc="-1">
              <a:solidFill>
                <a:srgbClr val="FFFFFF"/>
              </a:solidFill>
              <a:latin typeface="Arial"/>
            </a:endParaRPr>
          </a:p>
        </p:txBody>
      </p:sp>
      <p:sp>
        <p:nvSpPr>
          <p:cNvPr id="361" name="PlaceHolder 1"/>
          <p:cNvSpPr>
            <a:spLocks noGrp="1"/>
          </p:cNvSpPr>
          <p:nvPr>
            <p:ph type="title"/>
          </p:nvPr>
        </p:nvSpPr>
        <p:spPr>
          <a:xfrm>
            <a:off x="640080" y="383040"/>
            <a:ext cx="11518560" cy="1600200"/>
          </a:xfrm>
          <a:prstGeom prst="rect">
            <a:avLst/>
          </a:prstGeom>
          <a:noFill/>
          <a:ln w="0">
            <a:noFill/>
          </a:ln>
        </p:spPr>
        <p:txBody>
          <a:bodyPr lIns="0" tIns="0" rIns="0" bIns="0" anchor="ctr">
            <a:noAutofit/>
          </a:bodyPr>
          <a:lstStyle/>
          <a:p>
            <a:pPr indent="0" algn="ctr">
              <a:buNone/>
            </a:pPr>
            <a:r>
              <a:rPr lang="fr-FR" sz="4400" b="0" strike="noStrike" spc="-1">
                <a:solidFill>
                  <a:srgbClr val="000000"/>
                </a:solidFill>
                <a:latin typeface="Arial"/>
              </a:rPr>
              <a:t>Cliquez pour éditer le format du texte-titre</a:t>
            </a:r>
          </a:p>
        </p:txBody>
      </p:sp>
      <p:sp>
        <p:nvSpPr>
          <p:cNvPr id="362" name="PlaceHolder 2"/>
          <p:cNvSpPr>
            <a:spLocks noGrp="1"/>
          </p:cNvSpPr>
          <p:nvPr>
            <p:ph type="body"/>
          </p:nvPr>
        </p:nvSpPr>
        <p:spPr>
          <a:xfrm>
            <a:off x="640080" y="2246400"/>
            <a:ext cx="74880" cy="5565600"/>
          </a:xfrm>
          <a:prstGeom prst="rect">
            <a:avLst/>
          </a:prstGeom>
          <a:noFill/>
          <a:ln w="0">
            <a:noFill/>
          </a:ln>
        </p:spPr>
        <p:txBody>
          <a:bodyPr lIns="0" tIns="0" rIns="0" bIns="0" anchor="t">
            <a:normAutofit fontScale="9374" lnSpcReduction="20000"/>
          </a:bodyPr>
          <a:lstStyle/>
          <a:p>
            <a:pPr marL="432000" indent="-324000">
              <a:spcBef>
                <a:spcPts val="1417"/>
              </a:spcBef>
              <a:buClr>
                <a:srgbClr val="000000"/>
              </a:buClr>
              <a:buSzPct val="45000"/>
              <a:buFont typeface="Wingdings" charset="2"/>
              <a:buChar char=""/>
            </a:pPr>
            <a:r>
              <a:rPr lang="fr-FR" sz="3200" b="0" strike="noStrike" spc="-1">
                <a:solidFill>
                  <a:srgbClr val="000000"/>
                </a:solidFill>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strike="noStrike" spc="-1">
                <a:solidFill>
                  <a:srgbClr val="000000"/>
                </a:solidFill>
                <a:latin typeface="Arial"/>
              </a:rPr>
              <a:t>Second niveau de plan</a:t>
            </a:r>
          </a:p>
          <a:p>
            <a:pPr marL="1296000" lvl="2" indent="-288000">
              <a:spcBef>
                <a:spcPts val="850"/>
              </a:spcBef>
              <a:buClr>
                <a:srgbClr val="000000"/>
              </a:buClr>
              <a:buSzPct val="45000"/>
              <a:buFont typeface="Wingdings" charset="2"/>
              <a:buChar char=""/>
            </a:pPr>
            <a:r>
              <a:rPr lang="fr-FR" sz="2400" b="0" strike="noStrike" spc="-1">
                <a:solidFill>
                  <a:srgbClr val="000000"/>
                </a:solidFill>
                <a:latin typeface="Arial"/>
              </a:rPr>
              <a:t>Troisième niveau de plan</a:t>
            </a:r>
          </a:p>
          <a:p>
            <a:pPr marL="1728000" lvl="3" indent="-216000">
              <a:spcBef>
                <a:spcPts val="567"/>
              </a:spcBef>
              <a:buClr>
                <a:srgbClr val="000000"/>
              </a:buClr>
              <a:buSzPct val="75000"/>
              <a:buFont typeface="Symbol" charset="2"/>
              <a:buChar char=""/>
            </a:pPr>
            <a:r>
              <a:rPr lang="fr-FR" sz="2000" b="0" strike="noStrike" spc="-1">
                <a:solidFill>
                  <a:srgbClr val="000000"/>
                </a:solidFill>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Septième niveau de plan</a:t>
            </a:r>
          </a:p>
        </p:txBody>
      </p:sp>
      <p:sp>
        <p:nvSpPr>
          <p:cNvPr id="363" name="PlaceHolder 3"/>
          <p:cNvSpPr>
            <a:spLocks noGrp="1"/>
          </p:cNvSpPr>
          <p:nvPr>
            <p:ph type="body"/>
          </p:nvPr>
        </p:nvSpPr>
        <p:spPr>
          <a:xfrm>
            <a:off x="719640" y="2246400"/>
            <a:ext cx="74880" cy="5565600"/>
          </a:xfrm>
          <a:prstGeom prst="rect">
            <a:avLst/>
          </a:prstGeom>
          <a:noFill/>
          <a:ln w="0">
            <a:noFill/>
          </a:ln>
        </p:spPr>
        <p:txBody>
          <a:bodyPr lIns="0" tIns="0" rIns="0" bIns="0" anchor="t">
            <a:normAutofit fontScale="9374" lnSpcReduction="20000"/>
          </a:bodyPr>
          <a:lstStyle/>
          <a:p>
            <a:pPr marL="432000" indent="-324000">
              <a:spcBef>
                <a:spcPts val="1417"/>
              </a:spcBef>
              <a:buClr>
                <a:srgbClr val="000000"/>
              </a:buClr>
              <a:buSzPct val="45000"/>
              <a:buFont typeface="Wingdings" charset="2"/>
              <a:buChar char=""/>
            </a:pPr>
            <a:r>
              <a:rPr lang="fr-FR" sz="3200" b="0" strike="noStrike" spc="-1">
                <a:solidFill>
                  <a:srgbClr val="000000"/>
                </a:solidFill>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strike="noStrike" spc="-1">
                <a:solidFill>
                  <a:srgbClr val="000000"/>
                </a:solidFill>
                <a:latin typeface="Arial"/>
              </a:rPr>
              <a:t>Second niveau de plan</a:t>
            </a:r>
          </a:p>
          <a:p>
            <a:pPr marL="1296000" lvl="2" indent="-288000">
              <a:spcBef>
                <a:spcPts val="850"/>
              </a:spcBef>
              <a:buClr>
                <a:srgbClr val="000000"/>
              </a:buClr>
              <a:buSzPct val="45000"/>
              <a:buFont typeface="Wingdings" charset="2"/>
              <a:buChar char=""/>
            </a:pPr>
            <a:r>
              <a:rPr lang="fr-FR" sz="2400" b="0" strike="noStrike" spc="-1">
                <a:solidFill>
                  <a:srgbClr val="000000"/>
                </a:solidFill>
                <a:latin typeface="Arial"/>
              </a:rPr>
              <a:t>Troisième niveau de plan</a:t>
            </a:r>
          </a:p>
          <a:p>
            <a:pPr marL="1728000" lvl="3" indent="-216000">
              <a:spcBef>
                <a:spcPts val="567"/>
              </a:spcBef>
              <a:buClr>
                <a:srgbClr val="000000"/>
              </a:buClr>
              <a:buSzPct val="75000"/>
              <a:buFont typeface="Symbol" charset="2"/>
              <a:buChar char=""/>
            </a:pPr>
            <a:r>
              <a:rPr lang="fr-FR" sz="2000" b="0" strike="noStrike" spc="-1">
                <a:solidFill>
                  <a:srgbClr val="000000"/>
                </a:solidFill>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Septième niveau de plan</a:t>
            </a:r>
          </a:p>
        </p:txBody>
      </p:sp>
      <p:sp>
        <p:nvSpPr>
          <p:cNvPr id="364" name="PlaceHolder 4"/>
          <p:cNvSpPr>
            <a:spLocks noGrp="1"/>
          </p:cNvSpPr>
          <p:nvPr>
            <p:ph type="ftr" idx="103"/>
          </p:nvPr>
        </p:nvSpPr>
        <p:spPr>
          <a:xfrm>
            <a:off x="4240440" y="8898840"/>
            <a:ext cx="4317480" cy="507960"/>
          </a:xfrm>
          <a:prstGeom prst="rect">
            <a:avLst/>
          </a:prstGeom>
          <a:noFill/>
          <a:ln w="0">
            <a:noFill/>
          </a:ln>
        </p:spPr>
        <p:txBody>
          <a:bodyPr lIns="90000" tIns="45000" rIns="90000" bIns="45000" anchor="ctr">
            <a:noAutofit/>
          </a:bodyPr>
          <a:lstStyle>
            <a:lvl1pPr indent="0" algn="ctr">
              <a:lnSpc>
                <a:spcPct val="100000"/>
              </a:lnSpc>
              <a:buNone/>
              <a:tabLst>
                <a:tab pos="0" algn="l"/>
              </a:tabLst>
              <a:defRPr lang="fr-FR" sz="1400" b="0" strike="noStrike" spc="-1">
                <a:solidFill>
                  <a:srgbClr val="000000"/>
                </a:solidFill>
                <a:latin typeface="Times New Roman"/>
              </a:defRPr>
            </a:lvl1pPr>
          </a:lstStyle>
          <a:p>
            <a:pPr indent="0" algn="ctr">
              <a:lnSpc>
                <a:spcPct val="100000"/>
              </a:lnSpc>
              <a:buNone/>
              <a:tabLst>
                <a:tab pos="0" algn="l"/>
              </a:tabLst>
            </a:pPr>
            <a:r>
              <a:rPr lang="fr-FR" sz="1400" b="0" strike="noStrike" spc="-1">
                <a:solidFill>
                  <a:srgbClr val="000000"/>
                </a:solidFill>
                <a:latin typeface="Times New Roman"/>
              </a:rPr>
              <a:t>&lt;pied de page&gt;</a:t>
            </a:r>
          </a:p>
        </p:txBody>
      </p:sp>
      <p:sp>
        <p:nvSpPr>
          <p:cNvPr id="365" name="PlaceHolder 5"/>
          <p:cNvSpPr>
            <a:spLocks noGrp="1"/>
          </p:cNvSpPr>
          <p:nvPr>
            <p:ph type="sldNum" idx="104"/>
          </p:nvPr>
        </p:nvSpPr>
        <p:spPr>
          <a:xfrm>
            <a:off x="9041040" y="8898840"/>
            <a:ext cx="2877120" cy="507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fr-FR" sz="900" b="0" strike="noStrike" spc="-1">
                <a:solidFill>
                  <a:srgbClr val="8B8B8B"/>
                </a:solidFill>
                <a:latin typeface="Calibri"/>
              </a:defRPr>
            </a:lvl1pPr>
          </a:lstStyle>
          <a:p>
            <a:pPr indent="0" algn="r">
              <a:lnSpc>
                <a:spcPct val="100000"/>
              </a:lnSpc>
              <a:buNone/>
              <a:tabLst>
                <a:tab pos="0" algn="l"/>
              </a:tabLst>
            </a:pPr>
            <a:fld id="{5FA9DF00-C747-4621-A513-DC315E894C2C}" type="slidenum">
              <a:rPr lang="fr-FR" sz="900" b="0" strike="noStrike" spc="-1">
                <a:solidFill>
                  <a:srgbClr val="8B8B8B"/>
                </a:solidFill>
                <a:latin typeface="Calibri"/>
              </a:rPr>
              <a:t>‹N°›</a:t>
            </a:fld>
            <a:endParaRPr lang="fr-FR" sz="900" b="0" strike="noStrike" spc="-1">
              <a:solidFill>
                <a:srgbClr val="000000"/>
              </a:solidFill>
              <a:latin typeface="Times New Roman"/>
            </a:endParaRPr>
          </a:p>
        </p:txBody>
      </p:sp>
      <p:sp>
        <p:nvSpPr>
          <p:cNvPr id="366" name="PlaceHolder 6"/>
          <p:cNvSpPr>
            <a:spLocks noGrp="1"/>
          </p:cNvSpPr>
          <p:nvPr>
            <p:ph type="dt" idx="105"/>
          </p:nvPr>
        </p:nvSpPr>
        <p:spPr>
          <a:xfrm>
            <a:off x="880200" y="8898840"/>
            <a:ext cx="2877120" cy="507960"/>
          </a:xfrm>
          <a:prstGeom prst="rect">
            <a:avLst/>
          </a:prstGeom>
          <a:noFill/>
          <a:ln w="0">
            <a:noFill/>
          </a:ln>
        </p:spPr>
        <p:txBody>
          <a:bodyPr lIns="90000" tIns="45000" rIns="90000" bIns="45000" anchor="ctr">
            <a:noAutofit/>
          </a:bodyPr>
          <a:lstStyle>
            <a:lvl1pPr indent="0">
              <a:buNone/>
              <a:defRPr lang="fr-FR" sz="1400" b="0" strike="noStrike" spc="-1">
                <a:solidFill>
                  <a:srgbClr val="000000"/>
                </a:solidFill>
                <a:latin typeface="Times New Roman"/>
              </a:defRPr>
            </a:lvl1pPr>
          </a:lstStyle>
          <a:p>
            <a:pPr indent="0">
              <a:buNone/>
            </a:pPr>
            <a:r>
              <a:rPr lang="fr-FR" sz="1400" b="0" strike="noStrike" spc="-1">
                <a:solidFill>
                  <a:srgbClr val="000000"/>
                </a:solidFill>
                <a:latin typeface="Times New Roman"/>
              </a:rPr>
              <a:t>&lt;date/heure&gt;</a:t>
            </a:r>
          </a:p>
        </p:txBody>
      </p:sp>
    </p:spTree>
  </p:cSld>
  <p:clrMap bg1="lt1" tx1="dk1" bg2="lt2" tx2="dk2" accent1="accent1" accent2="accent2" accent3="accent3" accent4="accent4" accent5="accent5" accent6="accent6" hlink="hlink" folHlink="folHlink"/>
  <p:sldLayoutIdLst>
    <p:sldLayoutId id="214748372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Rectangle 4"/>
          <p:cNvSpPr/>
          <p:nvPr/>
        </p:nvSpPr>
        <p:spPr>
          <a:xfrm>
            <a:off x="2232360" y="2766960"/>
            <a:ext cx="2805120" cy="191016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fr-FR" sz="1600" b="1" strike="noStrike" cap="all" spc="-1">
                <a:solidFill>
                  <a:srgbClr val="00FF00"/>
                </a:solidFill>
                <a:latin typeface="Myriad Pro"/>
                <a:ea typeface="DejaVu Sans"/>
              </a:rPr>
              <a:t>Concevoir et mettre en œuvre des systèmes informatiques</a:t>
            </a:r>
            <a:endParaRPr lang="fr-FR" sz="1600" b="0" strike="noStrike" spc="-1">
              <a:solidFill>
                <a:srgbClr val="FFFFFF"/>
              </a:solidFill>
              <a:latin typeface="Arial"/>
            </a:endParaRPr>
          </a:p>
          <a:p>
            <a:pPr algn="ctr">
              <a:lnSpc>
                <a:spcPct val="100000"/>
              </a:lnSpc>
              <a:spcAft>
                <a:spcPts val="601"/>
              </a:spcAft>
            </a:pPr>
            <a:endParaRPr lang="fr-FR" sz="1600" b="0" strike="noStrike" spc="-1">
              <a:solidFill>
                <a:srgbClr val="FFFFFF"/>
              </a:solidFill>
              <a:latin typeface="Arial"/>
            </a:endParaRPr>
          </a:p>
          <a:p>
            <a:pPr algn="ctr">
              <a:lnSpc>
                <a:spcPct val="100000"/>
              </a:lnSpc>
              <a:spcAft>
                <a:spcPts val="601"/>
              </a:spcAft>
            </a:pPr>
            <a:r>
              <a:rPr lang="fr-FR" sz="1600" b="0" strike="noStrike" cap="all" spc="-1">
                <a:solidFill>
                  <a:srgbClr val="FFFFFE"/>
                </a:solidFill>
                <a:latin typeface="Calibri"/>
                <a:ea typeface="Calibri"/>
              </a:rPr>
              <a:t>RNCP35994BC01</a:t>
            </a:r>
            <a:endParaRPr lang="fr-FR" sz="1600" b="0" strike="noStrike" spc="-1">
              <a:solidFill>
                <a:srgbClr val="FFFFFF"/>
              </a:solidFill>
              <a:latin typeface="Arial"/>
            </a:endParaRPr>
          </a:p>
        </p:txBody>
      </p:sp>
      <p:sp>
        <p:nvSpPr>
          <p:cNvPr id="391" name="Rectangle 1"/>
          <p:cNvSpPr/>
          <p:nvPr/>
        </p:nvSpPr>
        <p:spPr>
          <a:xfrm>
            <a:off x="6660000" y="2767320"/>
            <a:ext cx="2805120" cy="191016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spcAft>
                <a:spcPts val="601"/>
              </a:spcAft>
            </a:pPr>
            <a:r>
              <a:rPr lang="fr-FR" sz="1600" b="1" strike="noStrike" cap="all" spc="-1">
                <a:solidFill>
                  <a:srgbClr val="00FF00"/>
                </a:solidFill>
                <a:latin typeface="Myriad Pro"/>
                <a:ea typeface="DejaVu Sans"/>
              </a:rPr>
              <a:t>Collecter et traiter des données numériques</a:t>
            </a:r>
            <a:endParaRPr lang="fr-FR" sz="1600" b="0" strike="noStrike" spc="-1">
              <a:solidFill>
                <a:srgbClr val="FFFFFF"/>
              </a:solidFill>
              <a:latin typeface="Arial"/>
            </a:endParaRPr>
          </a:p>
          <a:p>
            <a:pPr algn="ctr">
              <a:lnSpc>
                <a:spcPct val="100000"/>
              </a:lnSpc>
              <a:spcAft>
                <a:spcPts val="601"/>
              </a:spcAft>
            </a:pPr>
            <a:r>
              <a:rPr lang="fr-FR" sz="1600" b="0" strike="noStrike" cap="all" spc="-1">
                <a:solidFill>
                  <a:srgbClr val="FFFFFE"/>
                </a:solidFill>
                <a:latin typeface="Calibri"/>
                <a:ea typeface="DejaVu Sans"/>
              </a:rPr>
              <a:t>RNCP35994BC02</a:t>
            </a:r>
            <a:endParaRPr lang="fr-FR" sz="1600" b="0" strike="noStrike" spc="-1">
              <a:solidFill>
                <a:srgbClr val="FFFFFF"/>
              </a:solidFill>
              <a:latin typeface="Arial"/>
            </a:endParaRPr>
          </a:p>
        </p:txBody>
      </p:sp>
      <p:sp>
        <p:nvSpPr>
          <p:cNvPr id="392" name="Rectangle 17"/>
          <p:cNvSpPr/>
          <p:nvPr/>
        </p:nvSpPr>
        <p:spPr>
          <a:xfrm>
            <a:off x="2232360" y="5400000"/>
            <a:ext cx="2805120" cy="191016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spcAft>
                <a:spcPts val="601"/>
              </a:spcAft>
            </a:pPr>
            <a:r>
              <a:rPr lang="fr-FR" sz="1600" b="1" strike="noStrike" cap="all" spc="-1">
                <a:solidFill>
                  <a:srgbClr val="00FF00"/>
                </a:solidFill>
                <a:latin typeface="Myriad Pro"/>
                <a:ea typeface="DejaVu Sans"/>
              </a:rPr>
              <a:t>Gérer les usages des données numériques en lien avec le client</a:t>
            </a:r>
            <a:endParaRPr lang="fr-FR" sz="1600" b="0" strike="noStrike" spc="-1">
              <a:solidFill>
                <a:srgbClr val="FFFFFF"/>
              </a:solidFill>
              <a:latin typeface="Arial"/>
            </a:endParaRPr>
          </a:p>
          <a:p>
            <a:pPr algn="ctr">
              <a:lnSpc>
                <a:spcPct val="100000"/>
              </a:lnSpc>
              <a:spcAft>
                <a:spcPts val="601"/>
              </a:spcAft>
            </a:pPr>
            <a:r>
              <a:rPr lang="fr-FR" sz="1600" b="0" strike="noStrike" cap="all" spc="-1">
                <a:solidFill>
                  <a:srgbClr val="FFFFFE"/>
                </a:solidFill>
                <a:latin typeface="Calibri"/>
                <a:ea typeface="DejaVu Sans"/>
              </a:rPr>
              <a:t>RNCP35994BC03</a:t>
            </a:r>
            <a:endParaRPr lang="fr-FR" sz="1600" b="0" strike="noStrike" spc="-1">
              <a:solidFill>
                <a:srgbClr val="FFFFFF"/>
              </a:solidFill>
              <a:latin typeface="Arial"/>
            </a:endParaRPr>
          </a:p>
        </p:txBody>
      </p:sp>
      <p:sp>
        <p:nvSpPr>
          <p:cNvPr id="393" name="Rectangle 2"/>
          <p:cNvSpPr/>
          <p:nvPr/>
        </p:nvSpPr>
        <p:spPr>
          <a:xfrm>
            <a:off x="6624000" y="5394960"/>
            <a:ext cx="2805120" cy="191016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spcAft>
                <a:spcPts val="601"/>
              </a:spcAft>
            </a:pPr>
            <a:r>
              <a:rPr lang="fr-FR" sz="1600" b="1" strike="noStrike" cap="all" spc="-1">
                <a:solidFill>
                  <a:srgbClr val="00FF00"/>
                </a:solidFill>
                <a:latin typeface="Myriad Pro"/>
                <a:ea typeface="DejaVu Sans"/>
              </a:rPr>
              <a:t>Gérer un projet informatique</a:t>
            </a:r>
            <a:endParaRPr lang="fr-FR" sz="1600" b="0" strike="noStrike" spc="-1">
              <a:solidFill>
                <a:srgbClr val="FFFFFF"/>
              </a:solidFill>
              <a:latin typeface="Arial"/>
            </a:endParaRPr>
          </a:p>
          <a:p>
            <a:pPr algn="ctr">
              <a:lnSpc>
                <a:spcPct val="100000"/>
              </a:lnSpc>
              <a:spcAft>
                <a:spcPts val="601"/>
              </a:spcAft>
            </a:pPr>
            <a:r>
              <a:rPr lang="fr-FR" sz="1600" b="0" strike="noStrike" cap="all" spc="-1">
                <a:solidFill>
                  <a:srgbClr val="FFFFFE"/>
                </a:solidFill>
                <a:latin typeface="Calibri"/>
                <a:ea typeface="DejaVu Sans"/>
              </a:rPr>
              <a:t>RNCP35994BC05</a:t>
            </a:r>
            <a:endParaRPr lang="fr-FR" sz="1600" b="0" strike="noStrike" spc="-1">
              <a:solidFill>
                <a:srgbClr val="FFFFFF"/>
              </a:solidFill>
              <a:latin typeface="Arial"/>
            </a:endParaRPr>
          </a:p>
        </p:txBody>
      </p:sp>
      <p:sp>
        <p:nvSpPr>
          <p:cNvPr id="394" name="PlaceHolder 1"/>
          <p:cNvSpPr>
            <a:spLocks noGrp="1"/>
          </p:cNvSpPr>
          <p:nvPr>
            <p:ph type="title"/>
          </p:nvPr>
        </p:nvSpPr>
        <p:spPr>
          <a:xfrm>
            <a:off x="640080" y="383040"/>
            <a:ext cx="11518200" cy="1599840"/>
          </a:xfrm>
          <a:prstGeom prst="rect">
            <a:avLst/>
          </a:prstGeom>
          <a:noFill/>
          <a:ln w="0">
            <a:noFill/>
          </a:ln>
        </p:spPr>
        <p:txBody>
          <a:bodyPr lIns="0" tIns="0" rIns="0" bIns="0" anchor="ctr">
            <a:noAutofit/>
          </a:bodyPr>
          <a:lstStyle/>
          <a:p>
            <a:pPr indent="0">
              <a:lnSpc>
                <a:spcPct val="100000"/>
              </a:lnSpc>
              <a:buNone/>
              <a:tabLst>
                <a:tab pos="0" algn="l"/>
              </a:tabLst>
            </a:pPr>
            <a:r>
              <a:rPr lang="fr-FR" sz="2520" b="0" strike="noStrike" spc="-1">
                <a:solidFill>
                  <a:srgbClr val="000000"/>
                </a:solidFill>
                <a:latin typeface="Calibri"/>
              </a:rPr>
              <a:t>VUE D’ENSEMBLE DES COMPÉTENCES</a:t>
            </a:r>
            <a:endParaRPr lang="fr-FR" sz="2520" b="0" strike="noStrike" spc="-1">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 name="PlaceHolder 1"/>
          <p:cNvSpPr>
            <a:spLocks noGrp="1"/>
          </p:cNvSpPr>
          <p:nvPr>
            <p:ph type="title"/>
          </p:nvPr>
        </p:nvSpPr>
        <p:spPr>
          <a:xfrm>
            <a:off x="640080" y="383040"/>
            <a:ext cx="11518200" cy="1599840"/>
          </a:xfrm>
          <a:prstGeom prst="rect">
            <a:avLst/>
          </a:prstGeom>
          <a:noFill/>
          <a:ln w="0">
            <a:noFill/>
          </a:ln>
        </p:spPr>
        <p:txBody>
          <a:bodyPr lIns="0" tIns="0" rIns="0" bIns="0" anchor="ctr">
            <a:noAutofit/>
          </a:bodyPr>
          <a:lstStyle/>
          <a:p>
            <a:pPr indent="0">
              <a:lnSpc>
                <a:spcPct val="100000"/>
              </a:lnSpc>
              <a:buNone/>
              <a:tabLst>
                <a:tab pos="0" algn="l"/>
              </a:tabLst>
            </a:pPr>
            <a:r>
              <a:rPr lang="en-US" sz="1800" b="0" strike="noStrike" spc="-1">
                <a:solidFill>
                  <a:srgbClr val="000000"/>
                </a:solidFill>
                <a:latin typeface="Calibri"/>
              </a:rPr>
              <a:t>Définitions</a:t>
            </a:r>
            <a:endParaRPr lang="fr-FR" sz="1800" b="0" strike="noStrike" spc="-1">
              <a:solidFill>
                <a:srgbClr val="000000"/>
              </a:solidFill>
              <a:latin typeface="Arial"/>
            </a:endParaRPr>
          </a:p>
        </p:txBody>
      </p:sp>
      <p:sp>
        <p:nvSpPr>
          <p:cNvPr id="396" name="PlaceHolder 2"/>
          <p:cNvSpPr>
            <a:spLocks noGrp="1"/>
          </p:cNvSpPr>
          <p:nvPr>
            <p:ph/>
          </p:nvPr>
        </p:nvSpPr>
        <p:spPr>
          <a:xfrm>
            <a:off x="640080" y="2246400"/>
            <a:ext cx="11518200" cy="5565240"/>
          </a:xfrm>
          <a:prstGeom prst="rect">
            <a:avLst/>
          </a:prstGeom>
          <a:noFill/>
          <a:ln w="0">
            <a:noFill/>
          </a:ln>
        </p:spPr>
        <p:txBody>
          <a:bodyPr lIns="0" tIns="0" rIns="0" bIns="0" anchor="t">
            <a:normAutofit/>
          </a:bodyPr>
          <a:lstStyle/>
          <a:p>
            <a:pPr marL="431800" indent="-323850">
              <a:lnSpc>
                <a:spcPct val="90000"/>
              </a:lnSpc>
              <a:spcBef>
                <a:spcPts val="1417"/>
              </a:spcBef>
              <a:buClr>
                <a:srgbClr val="000000"/>
              </a:buClr>
              <a:buSzPct val="45000"/>
              <a:buFont typeface="Wingdings" charset="2"/>
              <a:buChar char=""/>
            </a:pPr>
            <a:r>
              <a:rPr lang="fr-FR" sz="2100" b="0" strike="noStrike" spc="-1" dirty="0">
                <a:solidFill>
                  <a:srgbClr val="000000"/>
                </a:solidFill>
                <a:latin typeface="Calibri"/>
              </a:rPr>
              <a:t>Compétence</a:t>
            </a:r>
            <a:endParaRPr lang="fr-FR" sz="2100" b="0" strike="noStrike" spc="-1" dirty="0">
              <a:solidFill>
                <a:srgbClr val="000000"/>
              </a:solidFill>
              <a:latin typeface="Arial"/>
            </a:endParaRPr>
          </a:p>
          <a:p>
            <a:pPr marL="863600" lvl="1" indent="-323850">
              <a:lnSpc>
                <a:spcPct val="90000"/>
              </a:lnSpc>
              <a:spcBef>
                <a:spcPts val="1134"/>
              </a:spcBef>
              <a:buClr>
                <a:srgbClr val="000000"/>
              </a:buClr>
              <a:buSzPct val="75000"/>
              <a:buFont typeface="Symbol"/>
              <a:buChar char=""/>
            </a:pPr>
            <a:r>
              <a:rPr lang="fr-FR" sz="1500" b="0" strike="noStrike" spc="-1" dirty="0">
                <a:solidFill>
                  <a:srgbClr val="000000"/>
                </a:solidFill>
                <a:latin typeface="Calibri"/>
              </a:rPr>
              <a:t>Le terme de </a:t>
            </a:r>
            <a:r>
              <a:rPr lang="fr-FR" sz="1500" spc="-1" dirty="0">
                <a:solidFill>
                  <a:srgbClr val="000000"/>
                </a:solidFill>
                <a:latin typeface="Calibri"/>
              </a:rPr>
              <a:t>compétence</a:t>
            </a:r>
            <a:r>
              <a:rPr lang="fr-FR" sz="1500" b="0" strike="noStrike" spc="-1" dirty="0">
                <a:solidFill>
                  <a:srgbClr val="000000"/>
                </a:solidFill>
                <a:latin typeface="Calibri"/>
              </a:rPr>
              <a:t> se réfère ici aux principales activités pratiquées dans le métier visé et aux responsabilités professionnelles pouvant être </a:t>
            </a:r>
            <a:r>
              <a:rPr lang="fr-FR" sz="1500" spc="-1" dirty="0">
                <a:solidFill>
                  <a:srgbClr val="000000"/>
                </a:solidFill>
                <a:latin typeface="Calibri"/>
              </a:rPr>
              <a:t>assurées</a:t>
            </a:r>
            <a:r>
              <a:rPr lang="fr-FR" sz="1500" b="0" strike="noStrike" spc="-1" dirty="0">
                <a:solidFill>
                  <a:srgbClr val="000000"/>
                </a:solidFill>
                <a:latin typeface="Calibri"/>
              </a:rPr>
              <a:t> à l’issue de la formation. Elles se situent au </a:t>
            </a:r>
            <a:r>
              <a:rPr lang="fr-FR" sz="1500" b="0" strike="noStrike" spc="-1" dirty="0" err="1">
                <a:solidFill>
                  <a:srgbClr val="000000"/>
                </a:solidFill>
                <a:latin typeface="Calibri"/>
              </a:rPr>
              <a:t>coeur</a:t>
            </a:r>
            <a:r>
              <a:rPr lang="fr-FR" sz="1500" b="0" strike="noStrike" spc="-1" dirty="0">
                <a:solidFill>
                  <a:srgbClr val="000000"/>
                </a:solidFill>
                <a:latin typeface="Calibri"/>
              </a:rPr>
              <a:t> du métier en question. Chacun de ces savoir-agir est complexe. Une compétence est plus riche qu’une simple opération dans le fil d’une procédure. On ne peut donc pas la détacher du contexte, mais différentes situations vont nécessiter qu’elle soit mobilisée.</a:t>
            </a:r>
            <a:endParaRPr lang="fr-FR" sz="1500" b="0" strike="noStrike" spc="-1" dirty="0">
              <a:solidFill>
                <a:srgbClr val="000000"/>
              </a:solidFill>
              <a:latin typeface="Arial"/>
            </a:endParaRPr>
          </a:p>
          <a:p>
            <a:pPr marL="431800" indent="-323850">
              <a:lnSpc>
                <a:spcPct val="90000"/>
              </a:lnSpc>
              <a:spcBef>
                <a:spcPts val="1417"/>
              </a:spcBef>
              <a:buClr>
                <a:srgbClr val="000000"/>
              </a:buClr>
              <a:buSzPct val="45000"/>
              <a:buFont typeface="Wingdings" charset="2"/>
              <a:buChar char=""/>
            </a:pPr>
            <a:r>
              <a:rPr lang="fr-FR" sz="2100" b="0" strike="noStrike" spc="-1" dirty="0">
                <a:solidFill>
                  <a:srgbClr val="000000"/>
                </a:solidFill>
                <a:latin typeface="Calibri"/>
              </a:rPr>
              <a:t>Composante essentielle</a:t>
            </a:r>
            <a:endParaRPr lang="fr-FR" sz="2100" b="0" strike="noStrike" spc="-1" dirty="0">
              <a:solidFill>
                <a:srgbClr val="000000"/>
              </a:solidFill>
              <a:latin typeface="Arial"/>
            </a:endParaRPr>
          </a:p>
          <a:p>
            <a:pPr marL="863600" lvl="1" indent="-323850">
              <a:lnSpc>
                <a:spcPct val="90000"/>
              </a:lnSpc>
              <a:spcBef>
                <a:spcPts val="1134"/>
              </a:spcBef>
              <a:buClr>
                <a:srgbClr val="000000"/>
              </a:buClr>
              <a:buSzPct val="75000"/>
              <a:buFont typeface="Symbol"/>
              <a:buChar char=""/>
            </a:pPr>
            <a:r>
              <a:rPr lang="en-US" sz="1500" b="0" strike="noStrike" spc="-1" dirty="0">
                <a:solidFill>
                  <a:srgbClr val="000000"/>
                </a:solidFill>
                <a:latin typeface="Calibri"/>
              </a:rPr>
              <a:t>Les </a:t>
            </a:r>
            <a:r>
              <a:rPr lang="en-US" sz="1500" b="0" strike="noStrike" spc="-1" dirty="0" err="1">
                <a:solidFill>
                  <a:srgbClr val="000000"/>
                </a:solidFill>
                <a:latin typeface="Calibri"/>
              </a:rPr>
              <a:t>composantes</a:t>
            </a:r>
            <a:r>
              <a:rPr lang="en-US" sz="1500" b="0" strike="noStrike" spc="-1" dirty="0">
                <a:solidFill>
                  <a:srgbClr val="000000"/>
                </a:solidFill>
                <a:latin typeface="Calibri"/>
              </a:rPr>
              <a:t> </a:t>
            </a:r>
            <a:r>
              <a:rPr lang="en-US" sz="1500" b="0" strike="noStrike" spc="-1" dirty="0" err="1">
                <a:solidFill>
                  <a:srgbClr val="000000"/>
                </a:solidFill>
                <a:latin typeface="Calibri"/>
              </a:rPr>
              <a:t>essentielles</a:t>
            </a:r>
            <a:r>
              <a:rPr lang="en-US" sz="1500" b="0" strike="noStrike" spc="-1" dirty="0">
                <a:solidFill>
                  <a:srgbClr val="000000"/>
                </a:solidFill>
                <a:latin typeface="Calibri"/>
              </a:rPr>
              <a:t> à </a:t>
            </a:r>
            <a:r>
              <a:rPr lang="en-US" sz="1500" b="0" strike="noStrike" spc="-1" dirty="0" err="1">
                <a:solidFill>
                  <a:srgbClr val="000000"/>
                </a:solidFill>
                <a:latin typeface="Calibri"/>
              </a:rPr>
              <a:t>l’action</a:t>
            </a:r>
            <a:r>
              <a:rPr lang="en-US" sz="1500" b="0" strike="noStrike" spc="-1" dirty="0">
                <a:solidFill>
                  <a:srgbClr val="000000"/>
                </a:solidFill>
                <a:latin typeface="Calibri"/>
              </a:rPr>
              <a:t> constituent </a:t>
            </a:r>
            <a:r>
              <a:rPr lang="en-US" sz="1500" b="0" strike="noStrike" spc="-1" dirty="0" err="1">
                <a:solidFill>
                  <a:srgbClr val="000000"/>
                </a:solidFill>
                <a:latin typeface="Calibri"/>
              </a:rPr>
              <a:t>l’ADN</a:t>
            </a:r>
            <a:r>
              <a:rPr lang="en-US" sz="1500" b="0" strike="noStrike" spc="-1" dirty="0">
                <a:solidFill>
                  <a:srgbClr val="000000"/>
                </a:solidFill>
                <a:latin typeface="Calibri"/>
              </a:rPr>
              <a:t> de la </a:t>
            </a:r>
            <a:r>
              <a:rPr lang="en-US" sz="1500" b="0" strike="noStrike" spc="-1" dirty="0" err="1">
                <a:solidFill>
                  <a:srgbClr val="000000"/>
                </a:solidFill>
                <a:latin typeface="Calibri"/>
              </a:rPr>
              <a:t>compétence</a:t>
            </a:r>
            <a:r>
              <a:rPr lang="en-US" sz="1500" b="0" strike="noStrike" spc="-1" dirty="0">
                <a:solidFill>
                  <a:srgbClr val="000000"/>
                </a:solidFill>
                <a:latin typeface="Calibri"/>
              </a:rPr>
              <a:t>. Elles </a:t>
            </a:r>
            <a:r>
              <a:rPr lang="en-US" sz="1500" b="0" strike="noStrike" spc="-1" dirty="0" err="1">
                <a:solidFill>
                  <a:srgbClr val="000000"/>
                </a:solidFill>
                <a:latin typeface="Calibri"/>
              </a:rPr>
              <a:t>rendent</a:t>
            </a:r>
            <a:r>
              <a:rPr lang="en-US" sz="1500" b="0" strike="noStrike" spc="-1" dirty="0">
                <a:solidFill>
                  <a:srgbClr val="000000"/>
                </a:solidFill>
                <a:latin typeface="Calibri"/>
              </a:rPr>
              <a:t> </a:t>
            </a:r>
            <a:r>
              <a:rPr lang="en-US" sz="1500" b="0" strike="noStrike" spc="-1" dirty="0" err="1">
                <a:solidFill>
                  <a:srgbClr val="000000"/>
                </a:solidFill>
                <a:latin typeface="Calibri"/>
              </a:rPr>
              <a:t>compte</a:t>
            </a:r>
            <a:r>
              <a:rPr lang="en-US" sz="1500" b="0" strike="noStrike" spc="-1" dirty="0">
                <a:solidFill>
                  <a:srgbClr val="000000"/>
                </a:solidFill>
                <a:latin typeface="Calibri"/>
              </a:rPr>
              <a:t> de la </a:t>
            </a:r>
            <a:r>
              <a:rPr lang="en-US" sz="1500" b="0" strike="noStrike" spc="-1" dirty="0" err="1">
                <a:solidFill>
                  <a:srgbClr val="000000"/>
                </a:solidFill>
                <a:latin typeface="Calibri"/>
              </a:rPr>
              <a:t>complexité</a:t>
            </a:r>
            <a:r>
              <a:rPr lang="en-US" sz="1500" b="0" strike="noStrike" spc="-1" dirty="0">
                <a:solidFill>
                  <a:srgbClr val="000000"/>
                </a:solidFill>
                <a:latin typeface="Calibri"/>
              </a:rPr>
              <a:t> de la </a:t>
            </a:r>
            <a:r>
              <a:rPr lang="en-US" sz="1500" b="0" strike="noStrike" spc="-1" dirty="0" err="1">
                <a:solidFill>
                  <a:srgbClr val="000000"/>
                </a:solidFill>
                <a:latin typeface="Calibri"/>
              </a:rPr>
              <a:t>compétence</a:t>
            </a:r>
            <a:r>
              <a:rPr lang="en-US" sz="1500" b="0" strike="noStrike" spc="-1" dirty="0">
                <a:solidFill>
                  <a:srgbClr val="000000"/>
                </a:solidFill>
                <a:latin typeface="Calibri"/>
              </a:rPr>
              <a:t>, </a:t>
            </a:r>
            <a:r>
              <a:rPr lang="en-US" sz="1500" b="0" strike="noStrike" spc="-1" dirty="0" err="1">
                <a:solidFill>
                  <a:srgbClr val="000000"/>
                </a:solidFill>
                <a:latin typeface="Calibri"/>
              </a:rPr>
              <a:t>informent</a:t>
            </a:r>
            <a:r>
              <a:rPr lang="en-US" sz="1500" b="0" strike="noStrike" spc="-1" dirty="0">
                <a:solidFill>
                  <a:srgbClr val="000000"/>
                </a:solidFill>
                <a:latin typeface="Calibri"/>
              </a:rPr>
              <a:t> sur </a:t>
            </a:r>
            <a:r>
              <a:rPr lang="en-US" sz="1500" b="0" strike="noStrike" spc="-1" dirty="0" err="1">
                <a:solidFill>
                  <a:srgbClr val="000000"/>
                </a:solidFill>
                <a:latin typeface="Calibri"/>
              </a:rPr>
              <a:t>sa</a:t>
            </a:r>
            <a:r>
              <a:rPr lang="en-US" sz="1500" b="0" strike="noStrike" spc="-1" dirty="0">
                <a:solidFill>
                  <a:srgbClr val="000000"/>
                </a:solidFill>
                <a:latin typeface="Calibri"/>
              </a:rPr>
              <a:t> </a:t>
            </a:r>
            <a:r>
              <a:rPr lang="en-US" sz="1500" b="0" strike="noStrike" spc="-1" dirty="0" err="1">
                <a:solidFill>
                  <a:srgbClr val="000000"/>
                </a:solidFill>
                <a:latin typeface="Calibri"/>
              </a:rPr>
              <a:t>qualité</a:t>
            </a:r>
            <a:r>
              <a:rPr lang="en-US" sz="1500" b="0" strike="noStrike" spc="-1" dirty="0">
                <a:solidFill>
                  <a:srgbClr val="000000"/>
                </a:solidFill>
                <a:latin typeface="Calibri"/>
              </a:rPr>
              <a:t> et </a:t>
            </a:r>
            <a:r>
              <a:rPr lang="en-US" sz="1500" b="0" strike="noStrike" spc="-1" dirty="0" err="1">
                <a:solidFill>
                  <a:srgbClr val="000000"/>
                </a:solidFill>
                <a:latin typeface="Calibri"/>
              </a:rPr>
              <a:t>facilitent</a:t>
            </a:r>
            <a:r>
              <a:rPr lang="en-US" sz="1500" b="0" strike="noStrike" spc="-1" dirty="0">
                <a:solidFill>
                  <a:srgbClr val="000000"/>
                </a:solidFill>
                <a:latin typeface="Calibri"/>
              </a:rPr>
              <a:t> son </a:t>
            </a:r>
            <a:r>
              <a:rPr lang="en-US" sz="1500" b="0" strike="noStrike" spc="-1" dirty="0" err="1">
                <a:solidFill>
                  <a:srgbClr val="000000"/>
                </a:solidFill>
                <a:latin typeface="Calibri"/>
              </a:rPr>
              <a:t>évaluation</a:t>
            </a:r>
            <a:r>
              <a:rPr lang="en-US" sz="1500" b="0" strike="noStrike" spc="-1" dirty="0">
                <a:solidFill>
                  <a:srgbClr val="000000"/>
                </a:solidFill>
                <a:latin typeface="Calibri"/>
              </a:rPr>
              <a:t>.</a:t>
            </a:r>
            <a:endParaRPr lang="fr-FR" sz="1500" b="0" strike="noStrike" spc="-1" dirty="0">
              <a:solidFill>
                <a:srgbClr val="000000"/>
              </a:solidFill>
              <a:latin typeface="Arial"/>
            </a:endParaRPr>
          </a:p>
          <a:p>
            <a:pPr marL="431800" indent="-323850">
              <a:lnSpc>
                <a:spcPct val="90000"/>
              </a:lnSpc>
              <a:spcBef>
                <a:spcPts val="1417"/>
              </a:spcBef>
              <a:buClr>
                <a:srgbClr val="000000"/>
              </a:buClr>
              <a:buSzPct val="45000"/>
              <a:buFont typeface="Wingdings" charset="2"/>
              <a:buChar char=""/>
            </a:pPr>
            <a:r>
              <a:rPr lang="fr-FR" sz="2100" b="0" strike="noStrike" spc="-1" dirty="0">
                <a:solidFill>
                  <a:srgbClr val="000000"/>
                </a:solidFill>
                <a:latin typeface="Calibri"/>
              </a:rPr>
              <a:t>Situation professionnelle</a:t>
            </a:r>
            <a:endParaRPr lang="fr-FR" sz="2100" b="0" strike="noStrike" spc="-1" dirty="0">
              <a:solidFill>
                <a:srgbClr val="000000"/>
              </a:solidFill>
              <a:latin typeface="Arial"/>
            </a:endParaRPr>
          </a:p>
          <a:p>
            <a:pPr marL="863600" lvl="1" indent="-323850">
              <a:lnSpc>
                <a:spcPct val="90000"/>
              </a:lnSpc>
              <a:spcBef>
                <a:spcPts val="1134"/>
              </a:spcBef>
              <a:buClr>
                <a:srgbClr val="000000"/>
              </a:buClr>
              <a:buSzPct val="75000"/>
              <a:buFont typeface="Symbol"/>
              <a:buChar char=""/>
            </a:pPr>
            <a:r>
              <a:rPr lang="en-US" sz="1500" b="0" strike="noStrike" spc="-1" dirty="0">
                <a:solidFill>
                  <a:srgbClr val="000000"/>
                </a:solidFill>
                <a:latin typeface="Calibri"/>
              </a:rPr>
              <a:t>Les situations </a:t>
            </a:r>
            <a:r>
              <a:rPr lang="en-US" sz="1500" b="0" strike="noStrike" spc="-1" dirty="0" err="1">
                <a:solidFill>
                  <a:srgbClr val="000000"/>
                </a:solidFill>
                <a:latin typeface="Calibri"/>
              </a:rPr>
              <a:t>professionnelles</a:t>
            </a:r>
            <a:r>
              <a:rPr lang="en-US" sz="1500" b="0" strike="noStrike" spc="-1" dirty="0">
                <a:solidFill>
                  <a:srgbClr val="000000"/>
                </a:solidFill>
                <a:latin typeface="Calibri"/>
              </a:rPr>
              <a:t> </a:t>
            </a:r>
            <a:r>
              <a:rPr lang="en-US" sz="1500" b="0" strike="noStrike" spc="-1" dirty="0" err="1">
                <a:solidFill>
                  <a:srgbClr val="000000"/>
                </a:solidFill>
                <a:latin typeface="Calibri"/>
              </a:rPr>
              <a:t>rendent</a:t>
            </a:r>
            <a:r>
              <a:rPr lang="en-US" sz="1500" b="0" strike="noStrike" spc="-1" dirty="0">
                <a:solidFill>
                  <a:srgbClr val="000000"/>
                </a:solidFill>
                <a:latin typeface="Calibri"/>
              </a:rPr>
              <a:t> </a:t>
            </a:r>
            <a:r>
              <a:rPr lang="en-US" sz="1500" b="0" strike="noStrike" spc="-1" dirty="0" err="1">
                <a:solidFill>
                  <a:srgbClr val="000000"/>
                </a:solidFill>
                <a:latin typeface="Calibri"/>
              </a:rPr>
              <a:t>compte</a:t>
            </a:r>
            <a:r>
              <a:rPr lang="en-US" sz="1500" b="0" strike="noStrike" spc="-1" dirty="0">
                <a:solidFill>
                  <a:srgbClr val="000000"/>
                </a:solidFill>
                <a:latin typeface="Calibri"/>
              </a:rPr>
              <a:t> de </a:t>
            </a:r>
            <a:r>
              <a:rPr lang="en-US" sz="1500" b="0" strike="noStrike" spc="-1" dirty="0" err="1">
                <a:solidFill>
                  <a:srgbClr val="000000"/>
                </a:solidFill>
                <a:latin typeface="Calibri"/>
              </a:rPr>
              <a:t>l’étendue</a:t>
            </a:r>
            <a:r>
              <a:rPr lang="en-US" sz="1500" b="0" strike="noStrike" spc="-1" dirty="0">
                <a:solidFill>
                  <a:srgbClr val="000000"/>
                </a:solidFill>
                <a:latin typeface="Calibri"/>
              </a:rPr>
              <a:t> de la </a:t>
            </a:r>
            <a:r>
              <a:rPr lang="en-US" sz="1500" b="0" strike="noStrike" spc="-1" dirty="0" err="1">
                <a:solidFill>
                  <a:srgbClr val="000000"/>
                </a:solidFill>
                <a:latin typeface="Calibri"/>
              </a:rPr>
              <a:t>compétence</a:t>
            </a:r>
            <a:r>
              <a:rPr lang="en-US" sz="1500" b="0" strike="noStrike" spc="-1" dirty="0">
                <a:solidFill>
                  <a:srgbClr val="000000"/>
                </a:solidFill>
                <a:latin typeface="Calibri"/>
              </a:rPr>
              <a:t> et </a:t>
            </a:r>
            <a:r>
              <a:rPr lang="en-US" sz="1500" b="0" strike="noStrike" spc="-1" dirty="0" err="1">
                <a:solidFill>
                  <a:srgbClr val="000000"/>
                </a:solidFill>
                <a:latin typeface="Calibri"/>
              </a:rPr>
              <a:t>situent</a:t>
            </a:r>
            <a:r>
              <a:rPr lang="en-US" sz="1500" b="0" strike="noStrike" spc="-1" dirty="0">
                <a:solidFill>
                  <a:srgbClr val="000000"/>
                </a:solidFill>
                <a:latin typeface="Calibri"/>
              </a:rPr>
              <a:t> </a:t>
            </a:r>
            <a:r>
              <a:rPr lang="en-US" sz="1500" b="0" strike="noStrike" spc="-1" dirty="0" err="1">
                <a:solidFill>
                  <a:srgbClr val="000000"/>
                </a:solidFill>
                <a:latin typeface="Calibri"/>
              </a:rPr>
              <a:t>l’action</a:t>
            </a:r>
            <a:r>
              <a:rPr lang="en-US" sz="1500" b="0" strike="noStrike" spc="-1" dirty="0">
                <a:solidFill>
                  <a:srgbClr val="000000"/>
                </a:solidFill>
                <a:latin typeface="Calibri"/>
              </a:rPr>
              <a:t> </a:t>
            </a:r>
            <a:r>
              <a:rPr lang="en-US" sz="1500" b="0" strike="noStrike" spc="-1" dirty="0" err="1">
                <a:solidFill>
                  <a:srgbClr val="000000"/>
                </a:solidFill>
                <a:latin typeface="Calibri"/>
              </a:rPr>
              <a:t>complexe</a:t>
            </a:r>
            <a:r>
              <a:rPr lang="en-US" sz="1500" b="0" strike="noStrike" spc="-1" dirty="0">
                <a:solidFill>
                  <a:srgbClr val="000000"/>
                </a:solidFill>
                <a:latin typeface="Calibri"/>
              </a:rPr>
              <a:t> dans des </a:t>
            </a:r>
            <a:r>
              <a:rPr lang="en-US" sz="1500" b="0" strike="noStrike" spc="-1" dirty="0" err="1">
                <a:solidFill>
                  <a:srgbClr val="000000"/>
                </a:solidFill>
                <a:latin typeface="Calibri"/>
              </a:rPr>
              <a:t>contextes</a:t>
            </a:r>
            <a:r>
              <a:rPr lang="en-US" sz="1500" b="0" strike="noStrike" spc="-1" dirty="0">
                <a:solidFill>
                  <a:srgbClr val="000000"/>
                </a:solidFill>
                <a:latin typeface="Calibri"/>
              </a:rPr>
              <a:t> </a:t>
            </a:r>
            <a:r>
              <a:rPr lang="en-US" sz="1500" b="0" strike="noStrike" spc="-1" dirty="0" err="1">
                <a:solidFill>
                  <a:srgbClr val="000000"/>
                </a:solidFill>
                <a:latin typeface="Calibri"/>
              </a:rPr>
              <a:t>concrets</a:t>
            </a:r>
            <a:r>
              <a:rPr lang="en-US" sz="1500" b="0" strike="noStrike" spc="-1" dirty="0">
                <a:solidFill>
                  <a:srgbClr val="000000"/>
                </a:solidFill>
                <a:latin typeface="Calibri"/>
              </a:rPr>
              <a:t>. Elles </a:t>
            </a:r>
            <a:r>
              <a:rPr lang="en-US" sz="1500" b="0" strike="noStrike" spc="-1" dirty="0" err="1">
                <a:solidFill>
                  <a:srgbClr val="000000"/>
                </a:solidFill>
                <a:latin typeface="Calibri"/>
              </a:rPr>
              <a:t>répondent</a:t>
            </a:r>
            <a:r>
              <a:rPr lang="en-US" sz="1500" b="0" strike="noStrike" spc="-1" dirty="0">
                <a:solidFill>
                  <a:srgbClr val="000000"/>
                </a:solidFill>
                <a:latin typeface="Calibri"/>
              </a:rPr>
              <a:t> à la question : « dans </a:t>
            </a:r>
            <a:r>
              <a:rPr lang="en-US" sz="1500" b="0" strike="noStrike" spc="-1" dirty="0" err="1">
                <a:solidFill>
                  <a:srgbClr val="000000"/>
                </a:solidFill>
                <a:latin typeface="Calibri"/>
              </a:rPr>
              <a:t>quelles</a:t>
            </a:r>
            <a:r>
              <a:rPr lang="en-US" sz="1500" b="0" strike="noStrike" spc="-1" dirty="0">
                <a:solidFill>
                  <a:srgbClr val="000000"/>
                </a:solidFill>
                <a:latin typeface="Calibri"/>
              </a:rPr>
              <a:t> situations (</a:t>
            </a:r>
            <a:r>
              <a:rPr lang="en-US" sz="1500" b="0" strike="noStrike" spc="-1" dirty="0" err="1">
                <a:solidFill>
                  <a:srgbClr val="000000"/>
                </a:solidFill>
                <a:latin typeface="Calibri"/>
              </a:rPr>
              <a:t>quels</a:t>
            </a:r>
            <a:r>
              <a:rPr lang="en-US" sz="1500" b="0" strike="noStrike" spc="-1" dirty="0">
                <a:solidFill>
                  <a:srgbClr val="000000"/>
                </a:solidFill>
                <a:latin typeface="Calibri"/>
              </a:rPr>
              <a:t> </a:t>
            </a:r>
            <a:r>
              <a:rPr lang="en-US" sz="1500" b="0" strike="noStrike" spc="-1" dirty="0" err="1">
                <a:solidFill>
                  <a:srgbClr val="000000"/>
                </a:solidFill>
                <a:latin typeface="Calibri"/>
              </a:rPr>
              <a:t>circonstances</a:t>
            </a:r>
            <a:r>
              <a:rPr lang="en-US" sz="1500" b="0" strike="noStrike" spc="-1" dirty="0">
                <a:solidFill>
                  <a:srgbClr val="000000"/>
                </a:solidFill>
                <a:latin typeface="Calibri"/>
              </a:rPr>
              <a:t>, conditions, </a:t>
            </a:r>
            <a:r>
              <a:rPr lang="en-US" sz="1500" b="0" strike="noStrike" spc="-1" dirty="0" err="1">
                <a:solidFill>
                  <a:srgbClr val="000000"/>
                </a:solidFill>
                <a:latin typeface="Calibri"/>
              </a:rPr>
              <a:t>lieux</a:t>
            </a:r>
            <a:r>
              <a:rPr lang="en-US" sz="1500" b="0" strike="noStrike" spc="-1" dirty="0">
                <a:solidFill>
                  <a:srgbClr val="000000"/>
                </a:solidFill>
                <a:latin typeface="Calibri"/>
              </a:rPr>
              <a:t>, cadres, </a:t>
            </a:r>
            <a:r>
              <a:rPr lang="en-US" sz="1500" b="0" strike="noStrike" spc="-1" dirty="0" err="1">
                <a:solidFill>
                  <a:srgbClr val="000000"/>
                </a:solidFill>
                <a:latin typeface="Calibri"/>
              </a:rPr>
              <a:t>contextes</a:t>
            </a:r>
            <a:r>
              <a:rPr lang="en-US" sz="1500" b="0" strike="noStrike" spc="-1" dirty="0">
                <a:solidFill>
                  <a:srgbClr val="000000"/>
                </a:solidFill>
                <a:latin typeface="Calibri"/>
              </a:rPr>
              <a:t>), il sera </a:t>
            </a:r>
            <a:r>
              <a:rPr lang="en-US" sz="1500" b="0" strike="noStrike" spc="-1" dirty="0" err="1">
                <a:solidFill>
                  <a:srgbClr val="000000"/>
                </a:solidFill>
                <a:latin typeface="Calibri"/>
              </a:rPr>
              <a:t>attendu</a:t>
            </a:r>
            <a:r>
              <a:rPr lang="en-US" sz="1500" b="0" strike="noStrike" spc="-1" dirty="0">
                <a:solidFill>
                  <a:srgbClr val="000000"/>
                </a:solidFill>
                <a:latin typeface="Calibri"/>
              </a:rPr>
              <a:t> que les </a:t>
            </a:r>
            <a:r>
              <a:rPr lang="en-US" sz="1500" b="0" strike="noStrike" spc="-1" dirty="0" err="1">
                <a:solidFill>
                  <a:srgbClr val="000000"/>
                </a:solidFill>
                <a:latin typeface="Calibri"/>
              </a:rPr>
              <a:t>étudiants</a:t>
            </a:r>
            <a:r>
              <a:rPr lang="en-US" sz="1500" b="0" strike="noStrike" spc="-1" dirty="0">
                <a:solidFill>
                  <a:srgbClr val="000000"/>
                </a:solidFill>
                <a:latin typeface="Calibri"/>
              </a:rPr>
              <a:t> </a:t>
            </a:r>
            <a:r>
              <a:rPr lang="en-US" sz="1500" b="0" strike="noStrike" spc="-1" dirty="0" err="1">
                <a:solidFill>
                  <a:srgbClr val="000000"/>
                </a:solidFill>
                <a:latin typeface="Calibri"/>
              </a:rPr>
              <a:t>mobilisent</a:t>
            </a:r>
            <a:r>
              <a:rPr lang="en-US" sz="1500" b="0" strike="noStrike" spc="-1" dirty="0">
                <a:solidFill>
                  <a:srgbClr val="000000"/>
                </a:solidFill>
                <a:latin typeface="Calibri"/>
              </a:rPr>
              <a:t> </a:t>
            </a:r>
            <a:r>
              <a:rPr lang="en-US" sz="1500" b="0" strike="noStrike" spc="-1" dirty="0" err="1">
                <a:solidFill>
                  <a:srgbClr val="000000"/>
                </a:solidFill>
                <a:latin typeface="Calibri"/>
              </a:rPr>
              <a:t>cette</a:t>
            </a:r>
            <a:r>
              <a:rPr lang="en-US" sz="1500" b="0" strike="noStrike" spc="-1" dirty="0">
                <a:solidFill>
                  <a:srgbClr val="000000"/>
                </a:solidFill>
                <a:latin typeface="Calibri"/>
              </a:rPr>
              <a:t> </a:t>
            </a:r>
            <a:r>
              <a:rPr lang="en-US" sz="1500" b="0" strike="noStrike" spc="-1" dirty="0" err="1">
                <a:solidFill>
                  <a:srgbClr val="000000"/>
                </a:solidFill>
                <a:latin typeface="Calibri"/>
              </a:rPr>
              <a:t>compétence</a:t>
            </a:r>
            <a:r>
              <a:rPr lang="en-US" sz="1500" b="0" strike="noStrike" spc="-1" dirty="0">
                <a:solidFill>
                  <a:srgbClr val="000000"/>
                </a:solidFill>
                <a:latin typeface="Calibri"/>
              </a:rPr>
              <a:t> ? »</a:t>
            </a:r>
            <a:endParaRPr lang="fr-FR" sz="1500" b="0" strike="noStrike" spc="-1" dirty="0">
              <a:solidFill>
                <a:srgbClr val="000000"/>
              </a:solidFill>
              <a:latin typeface="Arial"/>
            </a:endParaRPr>
          </a:p>
          <a:p>
            <a:pPr marL="431800" indent="-323850">
              <a:lnSpc>
                <a:spcPct val="90000"/>
              </a:lnSpc>
              <a:spcBef>
                <a:spcPts val="1417"/>
              </a:spcBef>
              <a:buClr>
                <a:srgbClr val="000000"/>
              </a:buClr>
              <a:buSzPct val="45000"/>
              <a:buFont typeface="Wingdings" charset="2"/>
              <a:buChar char=""/>
            </a:pPr>
            <a:r>
              <a:rPr lang="fr-FR" sz="2100" b="0" strike="noStrike" spc="-1" dirty="0">
                <a:solidFill>
                  <a:srgbClr val="000000"/>
                </a:solidFill>
                <a:latin typeface="Calibri"/>
              </a:rPr>
              <a:t>Niveau</a:t>
            </a:r>
            <a:endParaRPr lang="fr-FR" sz="2100" b="0" strike="noStrike" spc="-1" dirty="0">
              <a:solidFill>
                <a:srgbClr val="000000"/>
              </a:solidFill>
              <a:latin typeface="Arial"/>
            </a:endParaRPr>
          </a:p>
          <a:p>
            <a:pPr marL="863600" lvl="1" indent="-323850">
              <a:lnSpc>
                <a:spcPct val="90000"/>
              </a:lnSpc>
              <a:spcBef>
                <a:spcPts val="1134"/>
              </a:spcBef>
              <a:buClr>
                <a:srgbClr val="000000"/>
              </a:buClr>
              <a:buSzPct val="75000"/>
              <a:buFont typeface="Symbol"/>
              <a:buChar char=""/>
            </a:pPr>
            <a:r>
              <a:rPr lang="en-US" sz="1500" b="0" strike="noStrike" spc="-1" dirty="0">
                <a:solidFill>
                  <a:srgbClr val="000000"/>
                </a:solidFill>
                <a:latin typeface="Calibri"/>
              </a:rPr>
              <a:t>Étapes de </a:t>
            </a:r>
            <a:r>
              <a:rPr lang="en-US" sz="1500" b="0" strike="noStrike" spc="-1" dirty="0" err="1">
                <a:solidFill>
                  <a:srgbClr val="000000"/>
                </a:solidFill>
                <a:latin typeface="Calibri"/>
              </a:rPr>
              <a:t>développement</a:t>
            </a:r>
            <a:r>
              <a:rPr lang="en-US" sz="1500" b="0" strike="noStrike" spc="-1" dirty="0">
                <a:solidFill>
                  <a:srgbClr val="000000"/>
                </a:solidFill>
                <a:latin typeface="Calibri"/>
              </a:rPr>
              <a:t> de la </a:t>
            </a:r>
            <a:r>
              <a:rPr lang="en-US" sz="1500" b="0" strike="noStrike" spc="-1" dirty="0" err="1">
                <a:solidFill>
                  <a:srgbClr val="000000"/>
                </a:solidFill>
                <a:latin typeface="Calibri"/>
              </a:rPr>
              <a:t>compétence</a:t>
            </a:r>
            <a:r>
              <a:rPr lang="en-US" sz="1500" b="0" strike="noStrike" spc="-1" dirty="0">
                <a:solidFill>
                  <a:srgbClr val="000000"/>
                </a:solidFill>
                <a:latin typeface="Calibri"/>
              </a:rPr>
              <a:t> </a:t>
            </a:r>
            <a:r>
              <a:rPr lang="en-US" sz="1500" b="0" strike="noStrike" spc="-1" dirty="0" err="1">
                <a:solidFill>
                  <a:srgbClr val="000000"/>
                </a:solidFill>
                <a:latin typeface="Calibri"/>
              </a:rPr>
              <a:t>définissant</a:t>
            </a:r>
            <a:r>
              <a:rPr lang="en-US" sz="1500" b="0" strike="noStrike" spc="-1" dirty="0">
                <a:solidFill>
                  <a:srgbClr val="000000"/>
                </a:solidFill>
                <a:latin typeface="Calibri"/>
              </a:rPr>
              <a:t> le </a:t>
            </a:r>
            <a:r>
              <a:rPr lang="en-US" sz="1500" b="0" strike="noStrike" spc="-1" dirty="0" err="1">
                <a:solidFill>
                  <a:srgbClr val="000000"/>
                </a:solidFill>
                <a:latin typeface="Calibri"/>
              </a:rPr>
              <a:t>degré</a:t>
            </a:r>
            <a:r>
              <a:rPr lang="en-US" sz="1500" b="0" strike="noStrike" spc="-1" dirty="0">
                <a:solidFill>
                  <a:srgbClr val="000000"/>
                </a:solidFill>
                <a:latin typeface="Calibri"/>
              </a:rPr>
              <a:t> </a:t>
            </a:r>
            <a:r>
              <a:rPr lang="en-US" sz="1500" b="0" strike="noStrike" spc="-1" dirty="0" err="1">
                <a:solidFill>
                  <a:srgbClr val="000000"/>
                </a:solidFill>
                <a:latin typeface="Calibri"/>
              </a:rPr>
              <a:t>devant</a:t>
            </a:r>
            <a:r>
              <a:rPr lang="en-US" sz="1500" b="0" strike="noStrike" spc="-1" dirty="0">
                <a:solidFill>
                  <a:srgbClr val="000000"/>
                </a:solidFill>
                <a:latin typeface="Calibri"/>
              </a:rPr>
              <a:t> </a:t>
            </a:r>
            <a:r>
              <a:rPr lang="en-US" sz="1500" b="0" strike="noStrike" spc="-1" dirty="0" err="1">
                <a:solidFill>
                  <a:srgbClr val="000000"/>
                </a:solidFill>
                <a:latin typeface="Calibri"/>
              </a:rPr>
              <a:t>être</a:t>
            </a:r>
            <a:r>
              <a:rPr lang="en-US" sz="1500" b="0" strike="noStrike" spc="-1" dirty="0">
                <a:solidFill>
                  <a:srgbClr val="000000"/>
                </a:solidFill>
                <a:latin typeface="Calibri"/>
              </a:rPr>
              <a:t> </a:t>
            </a:r>
            <a:r>
              <a:rPr lang="en-US" sz="1500" b="0" strike="noStrike" spc="-1" dirty="0" err="1">
                <a:solidFill>
                  <a:srgbClr val="000000"/>
                </a:solidFill>
                <a:latin typeface="Calibri"/>
              </a:rPr>
              <a:t>maîtrisé</a:t>
            </a:r>
            <a:r>
              <a:rPr lang="en-US" sz="1500" b="0" strike="noStrike" spc="-1" dirty="0">
                <a:solidFill>
                  <a:srgbClr val="000000"/>
                </a:solidFill>
                <a:latin typeface="Calibri"/>
              </a:rPr>
              <a:t> dans </a:t>
            </a:r>
            <a:r>
              <a:rPr lang="en-US" sz="1500" b="0" strike="noStrike" spc="-1" dirty="0" err="1">
                <a:solidFill>
                  <a:srgbClr val="000000"/>
                </a:solidFill>
                <a:latin typeface="Calibri"/>
              </a:rPr>
              <a:t>chaque</a:t>
            </a:r>
            <a:r>
              <a:rPr lang="en-US" sz="1500" b="0" strike="noStrike" spc="-1" dirty="0">
                <a:solidFill>
                  <a:srgbClr val="000000"/>
                </a:solidFill>
                <a:latin typeface="Calibri"/>
              </a:rPr>
              <a:t> </a:t>
            </a:r>
            <a:r>
              <a:rPr lang="en-US" sz="1500" b="0" strike="noStrike" spc="-1" dirty="0" err="1">
                <a:solidFill>
                  <a:srgbClr val="000000"/>
                </a:solidFill>
                <a:latin typeface="Calibri"/>
              </a:rPr>
              <a:t>compétence</a:t>
            </a:r>
            <a:r>
              <a:rPr lang="en-US" sz="1500" b="0" strike="noStrike" spc="-1" dirty="0">
                <a:solidFill>
                  <a:srgbClr val="000000"/>
                </a:solidFill>
                <a:latin typeface="Calibri"/>
              </a:rPr>
              <a:t> pour que </a:t>
            </a:r>
            <a:r>
              <a:rPr lang="en-US" sz="1500" b="0" strike="noStrike" spc="-1" dirty="0" err="1">
                <a:solidFill>
                  <a:srgbClr val="000000"/>
                </a:solidFill>
                <a:latin typeface="Calibri"/>
              </a:rPr>
              <a:t>l’étudiant</a:t>
            </a:r>
            <a:r>
              <a:rPr lang="en-US" sz="1500" b="0" strike="noStrike" spc="-1" dirty="0">
                <a:solidFill>
                  <a:srgbClr val="000000"/>
                </a:solidFill>
                <a:latin typeface="Calibri"/>
              </a:rPr>
              <a:t> </a:t>
            </a:r>
            <a:r>
              <a:rPr lang="en-US" sz="1500" b="0" strike="noStrike" spc="-1" dirty="0" err="1">
                <a:solidFill>
                  <a:srgbClr val="000000"/>
                </a:solidFill>
                <a:latin typeface="Calibri"/>
              </a:rPr>
              <a:t>soit</a:t>
            </a:r>
            <a:r>
              <a:rPr lang="en-US" sz="1500" b="0" strike="noStrike" spc="-1" dirty="0">
                <a:solidFill>
                  <a:srgbClr val="000000"/>
                </a:solidFill>
                <a:latin typeface="Calibri"/>
              </a:rPr>
              <a:t> </a:t>
            </a:r>
            <a:r>
              <a:rPr lang="en-US" sz="1500" b="0" strike="noStrike" spc="-1" dirty="0" err="1">
                <a:solidFill>
                  <a:srgbClr val="000000"/>
                </a:solidFill>
                <a:latin typeface="Calibri"/>
              </a:rPr>
              <a:t>déclaré</a:t>
            </a:r>
            <a:r>
              <a:rPr lang="en-US" sz="1500" b="0" strike="noStrike" spc="-1" dirty="0">
                <a:solidFill>
                  <a:srgbClr val="000000"/>
                </a:solidFill>
                <a:latin typeface="Calibri"/>
              </a:rPr>
              <a:t> </a:t>
            </a:r>
            <a:r>
              <a:rPr lang="en-US" sz="1500" b="0" strike="noStrike" spc="-1" dirty="0" err="1">
                <a:solidFill>
                  <a:srgbClr val="000000"/>
                </a:solidFill>
                <a:latin typeface="Calibri"/>
              </a:rPr>
              <a:t>apte</a:t>
            </a:r>
            <a:r>
              <a:rPr lang="en-US" sz="1500" b="0" strike="noStrike" spc="-1" dirty="0">
                <a:solidFill>
                  <a:srgbClr val="000000"/>
                </a:solidFill>
                <a:latin typeface="Calibri"/>
              </a:rPr>
              <a:t> à </a:t>
            </a:r>
            <a:r>
              <a:rPr lang="en-US" sz="1500" b="0" strike="noStrike" spc="-1" dirty="0" err="1">
                <a:solidFill>
                  <a:srgbClr val="000000"/>
                </a:solidFill>
                <a:latin typeface="Calibri"/>
              </a:rPr>
              <a:t>intégrer</a:t>
            </a:r>
            <a:r>
              <a:rPr lang="en-US" sz="1500" b="0" strike="noStrike" spc="-1" dirty="0">
                <a:solidFill>
                  <a:srgbClr val="000000"/>
                </a:solidFill>
                <a:latin typeface="Calibri"/>
              </a:rPr>
              <a:t> la profession.</a:t>
            </a:r>
            <a:endParaRPr lang="fr-FR" sz="1500" b="0" strike="noStrike" spc="-1" dirty="0">
              <a:solidFill>
                <a:srgbClr val="000000"/>
              </a:solidFill>
              <a:latin typeface="Arial"/>
            </a:endParaRPr>
          </a:p>
          <a:p>
            <a:pPr marL="431800" indent="-323850">
              <a:lnSpc>
                <a:spcPct val="90000"/>
              </a:lnSpc>
              <a:spcBef>
                <a:spcPts val="1417"/>
              </a:spcBef>
              <a:buClr>
                <a:srgbClr val="000000"/>
              </a:buClr>
              <a:buSzPct val="45000"/>
              <a:buFont typeface="Wingdings" charset="2"/>
              <a:buChar char=""/>
            </a:pPr>
            <a:r>
              <a:rPr lang="fr-FR" sz="2100" b="0" strike="noStrike" spc="-1" dirty="0">
                <a:solidFill>
                  <a:srgbClr val="000000"/>
                </a:solidFill>
                <a:latin typeface="Calibri"/>
              </a:rPr>
              <a:t>Apprentissage</a:t>
            </a:r>
            <a:r>
              <a:rPr lang="en-US" sz="2100" b="0" strike="noStrike" spc="-1" dirty="0">
                <a:solidFill>
                  <a:srgbClr val="000000"/>
                </a:solidFill>
                <a:latin typeface="Calibri"/>
              </a:rPr>
              <a:t> critique</a:t>
            </a:r>
            <a:endParaRPr lang="fr-FR" sz="2100" b="0" strike="noStrike" spc="-1" dirty="0">
              <a:solidFill>
                <a:srgbClr val="000000"/>
              </a:solidFill>
              <a:latin typeface="Arial"/>
            </a:endParaRPr>
          </a:p>
          <a:p>
            <a:pPr marL="863600" lvl="1" indent="-323850">
              <a:lnSpc>
                <a:spcPct val="90000"/>
              </a:lnSpc>
              <a:spcBef>
                <a:spcPts val="1134"/>
              </a:spcBef>
              <a:buClr>
                <a:srgbClr val="000000"/>
              </a:buClr>
              <a:buSzPct val="75000"/>
              <a:buFont typeface="Symbol"/>
              <a:buChar char=""/>
            </a:pPr>
            <a:r>
              <a:rPr lang="en-US" sz="1500" b="0" strike="noStrike" spc="-1" dirty="0">
                <a:solidFill>
                  <a:srgbClr val="000000"/>
                </a:solidFill>
                <a:latin typeface="Calibri"/>
              </a:rPr>
              <a:t>Les </a:t>
            </a:r>
            <a:r>
              <a:rPr lang="en-US" sz="1500" b="0" strike="noStrike" spc="-1" dirty="0" err="1">
                <a:solidFill>
                  <a:srgbClr val="000000"/>
                </a:solidFill>
                <a:latin typeface="Calibri"/>
              </a:rPr>
              <a:t>apprentissages</a:t>
            </a:r>
            <a:r>
              <a:rPr lang="en-US" sz="1500" b="0" strike="noStrike" spc="-1" dirty="0">
                <a:solidFill>
                  <a:srgbClr val="000000"/>
                </a:solidFill>
                <a:latin typeface="Calibri"/>
              </a:rPr>
              <a:t> critiques </a:t>
            </a:r>
            <a:r>
              <a:rPr lang="en-US" sz="1500" b="0" strike="noStrike" spc="-1" dirty="0" err="1">
                <a:solidFill>
                  <a:srgbClr val="000000"/>
                </a:solidFill>
                <a:latin typeface="Calibri"/>
              </a:rPr>
              <a:t>sont</a:t>
            </a:r>
            <a:r>
              <a:rPr lang="en-US" sz="1500" b="0" strike="noStrike" spc="-1" dirty="0">
                <a:solidFill>
                  <a:srgbClr val="000000"/>
                </a:solidFill>
                <a:latin typeface="Calibri"/>
              </a:rPr>
              <a:t> les </a:t>
            </a:r>
            <a:r>
              <a:rPr lang="en-US" sz="1500" b="0" strike="noStrike" spc="-1" dirty="0" err="1">
                <a:solidFill>
                  <a:srgbClr val="000000"/>
                </a:solidFill>
                <a:latin typeface="Calibri"/>
              </a:rPr>
              <a:t>apprentissages</a:t>
            </a:r>
            <a:r>
              <a:rPr lang="en-US" sz="1500" b="0" strike="noStrike" spc="-1" dirty="0">
                <a:solidFill>
                  <a:srgbClr val="000000"/>
                </a:solidFill>
                <a:latin typeface="Calibri"/>
              </a:rPr>
              <a:t> </a:t>
            </a:r>
            <a:r>
              <a:rPr lang="en-US" sz="1500" b="0" strike="noStrike" spc="-1" dirty="0" err="1">
                <a:solidFill>
                  <a:srgbClr val="000000"/>
                </a:solidFill>
                <a:latin typeface="Calibri"/>
              </a:rPr>
              <a:t>nécessaires</a:t>
            </a:r>
            <a:r>
              <a:rPr lang="en-US" sz="1500" b="0" strike="noStrike" spc="-1" dirty="0">
                <a:solidFill>
                  <a:srgbClr val="000000"/>
                </a:solidFill>
                <a:latin typeface="Calibri"/>
              </a:rPr>
              <a:t> et les plus </a:t>
            </a:r>
            <a:r>
              <a:rPr lang="en-US" sz="1500" b="0" strike="noStrike" spc="-1" dirty="0" err="1">
                <a:solidFill>
                  <a:srgbClr val="000000"/>
                </a:solidFill>
                <a:latin typeface="Calibri"/>
              </a:rPr>
              <a:t>importants</a:t>
            </a:r>
            <a:r>
              <a:rPr lang="en-US" sz="1500" b="0" strike="noStrike" spc="-1" dirty="0">
                <a:solidFill>
                  <a:srgbClr val="000000"/>
                </a:solidFill>
                <a:latin typeface="Calibri"/>
              </a:rPr>
              <a:t> pour </a:t>
            </a:r>
            <a:r>
              <a:rPr lang="en-US" sz="1500" b="0" strike="noStrike" spc="-1" dirty="0" err="1">
                <a:solidFill>
                  <a:srgbClr val="000000"/>
                </a:solidFill>
                <a:latin typeface="Calibri"/>
              </a:rPr>
              <a:t>atteindre</a:t>
            </a:r>
            <a:r>
              <a:rPr lang="en-US" sz="1500" b="0" strike="noStrike" spc="-1" dirty="0">
                <a:solidFill>
                  <a:srgbClr val="000000"/>
                </a:solidFill>
                <a:latin typeface="Calibri"/>
              </a:rPr>
              <a:t> un </a:t>
            </a:r>
            <a:r>
              <a:rPr lang="en-US" sz="1500" b="0" strike="noStrike" spc="-1" dirty="0" err="1">
                <a:solidFill>
                  <a:srgbClr val="000000"/>
                </a:solidFill>
                <a:latin typeface="Calibri"/>
              </a:rPr>
              <a:t>niveau</a:t>
            </a:r>
            <a:r>
              <a:rPr lang="en-US" sz="1500" b="0" strike="noStrike" spc="-1" dirty="0">
                <a:solidFill>
                  <a:srgbClr val="000000"/>
                </a:solidFill>
                <a:latin typeface="Calibri"/>
              </a:rPr>
              <a:t> </a:t>
            </a:r>
            <a:r>
              <a:rPr lang="en-US" sz="1500" b="0" strike="noStrike" spc="-1" dirty="0" err="1">
                <a:solidFill>
                  <a:srgbClr val="000000"/>
                </a:solidFill>
                <a:latin typeface="Calibri"/>
              </a:rPr>
              <a:t>donné</a:t>
            </a:r>
            <a:r>
              <a:rPr lang="en-US" sz="1500" b="0" strike="noStrike" spc="-1" dirty="0">
                <a:solidFill>
                  <a:srgbClr val="000000"/>
                </a:solidFill>
                <a:latin typeface="Calibri"/>
              </a:rPr>
              <a:t> de la </a:t>
            </a:r>
            <a:r>
              <a:rPr lang="en-US" sz="1500" b="0" strike="noStrike" spc="-1" dirty="0" err="1">
                <a:solidFill>
                  <a:srgbClr val="000000"/>
                </a:solidFill>
                <a:latin typeface="Calibri"/>
              </a:rPr>
              <a:t>compétence</a:t>
            </a:r>
            <a:r>
              <a:rPr lang="en-US" sz="1500" b="0" strike="noStrike" spc="-1" dirty="0">
                <a:solidFill>
                  <a:srgbClr val="000000"/>
                </a:solidFill>
                <a:latin typeface="Calibri"/>
              </a:rPr>
              <a:t> </a:t>
            </a:r>
            <a:r>
              <a:rPr lang="en-US" sz="1500" b="0" strike="noStrike" spc="-1" dirty="0" err="1">
                <a:solidFill>
                  <a:srgbClr val="000000"/>
                </a:solidFill>
                <a:latin typeface="Calibri"/>
              </a:rPr>
              <a:t>visée</a:t>
            </a:r>
            <a:r>
              <a:rPr lang="en-US" sz="1500" b="0" strike="noStrike" spc="-1" dirty="0">
                <a:solidFill>
                  <a:srgbClr val="000000"/>
                </a:solidFill>
                <a:latin typeface="Calibri"/>
              </a:rPr>
              <a:t> : novice, </a:t>
            </a:r>
            <a:r>
              <a:rPr lang="en-US" sz="1500" b="0" strike="noStrike" spc="-1" dirty="0" err="1">
                <a:solidFill>
                  <a:srgbClr val="000000"/>
                </a:solidFill>
                <a:latin typeface="Calibri"/>
              </a:rPr>
              <a:t>intermédiaire</a:t>
            </a:r>
            <a:r>
              <a:rPr lang="en-US" sz="1500" b="0" strike="noStrike" spc="-1" dirty="0">
                <a:solidFill>
                  <a:srgbClr val="000000"/>
                </a:solidFill>
                <a:latin typeface="Calibri"/>
              </a:rPr>
              <a:t>, </a:t>
            </a:r>
            <a:r>
              <a:rPr lang="en-US" sz="1500" b="0" strike="noStrike" spc="-1" dirty="0" err="1">
                <a:solidFill>
                  <a:srgbClr val="000000"/>
                </a:solidFill>
                <a:latin typeface="Calibri"/>
              </a:rPr>
              <a:t>avancé</a:t>
            </a:r>
            <a:r>
              <a:rPr lang="en-US" sz="1500" b="0" strike="noStrike" spc="-1" dirty="0">
                <a:solidFill>
                  <a:srgbClr val="000000"/>
                </a:solidFill>
                <a:latin typeface="Calibri"/>
              </a:rPr>
              <a:t>. </a:t>
            </a:r>
            <a:r>
              <a:rPr lang="en-US" sz="1500" b="0" strike="noStrike" spc="-1" dirty="0" err="1">
                <a:solidFill>
                  <a:srgbClr val="000000"/>
                </a:solidFill>
                <a:latin typeface="Calibri"/>
              </a:rPr>
              <a:t>Ils</a:t>
            </a:r>
            <a:r>
              <a:rPr lang="en-US" sz="1500" b="0" strike="noStrike" spc="-1" dirty="0">
                <a:solidFill>
                  <a:srgbClr val="000000"/>
                </a:solidFill>
                <a:latin typeface="Calibri"/>
              </a:rPr>
              <a:t> </a:t>
            </a:r>
            <a:r>
              <a:rPr lang="en-US" sz="1500" b="0" strike="noStrike" spc="-1" dirty="0" err="1">
                <a:solidFill>
                  <a:srgbClr val="000000"/>
                </a:solidFill>
                <a:latin typeface="Calibri"/>
              </a:rPr>
              <a:t>peuvent</a:t>
            </a:r>
            <a:r>
              <a:rPr lang="en-US" sz="1500" b="0" strike="noStrike" spc="-1" dirty="0">
                <a:solidFill>
                  <a:srgbClr val="000000"/>
                </a:solidFill>
                <a:latin typeface="Calibri"/>
              </a:rPr>
              <a:t> </a:t>
            </a:r>
            <a:r>
              <a:rPr lang="en-US" sz="1500" b="0" strike="noStrike" spc="-1" dirty="0" err="1">
                <a:solidFill>
                  <a:srgbClr val="000000"/>
                </a:solidFill>
                <a:latin typeface="Calibri"/>
              </a:rPr>
              <a:t>inclure</a:t>
            </a:r>
            <a:r>
              <a:rPr lang="en-US" sz="1500" b="0" strike="noStrike" spc="-1" dirty="0">
                <a:solidFill>
                  <a:srgbClr val="000000"/>
                </a:solidFill>
                <a:latin typeface="Calibri"/>
              </a:rPr>
              <a:t> des « concepts </a:t>
            </a:r>
            <a:r>
              <a:rPr lang="en-US" sz="1500" b="0" strike="noStrike" spc="-1" dirty="0" err="1">
                <a:solidFill>
                  <a:srgbClr val="000000"/>
                </a:solidFill>
                <a:latin typeface="Calibri"/>
              </a:rPr>
              <a:t>seuils</a:t>
            </a:r>
            <a:r>
              <a:rPr lang="en-US" sz="1500" b="0" strike="noStrike" spc="-1" dirty="0">
                <a:solidFill>
                  <a:srgbClr val="000000"/>
                </a:solidFill>
                <a:latin typeface="Calibri"/>
              </a:rPr>
              <a:t> » (de </a:t>
            </a:r>
            <a:r>
              <a:rPr lang="en-US" sz="1500" b="0" strike="noStrike" spc="-1" dirty="0" err="1">
                <a:solidFill>
                  <a:srgbClr val="000000"/>
                </a:solidFill>
                <a:latin typeface="Calibri"/>
              </a:rPr>
              <a:t>l’anglais</a:t>
            </a:r>
            <a:r>
              <a:rPr lang="en-US" sz="1500" b="0" strike="noStrike" spc="-1" dirty="0">
                <a:solidFill>
                  <a:srgbClr val="000000"/>
                </a:solidFill>
                <a:latin typeface="Calibri"/>
              </a:rPr>
              <a:t>, </a:t>
            </a:r>
            <a:r>
              <a:rPr lang="en-US" sz="1500" b="0" strike="noStrike" spc="-1" dirty="0" err="1">
                <a:solidFill>
                  <a:srgbClr val="000000"/>
                </a:solidFill>
                <a:latin typeface="Calibri"/>
              </a:rPr>
              <a:t>threashold</a:t>
            </a:r>
            <a:r>
              <a:rPr lang="en-US" sz="1500" b="0" strike="noStrike" spc="-1" dirty="0">
                <a:solidFill>
                  <a:srgbClr val="000000"/>
                </a:solidFill>
                <a:latin typeface="Calibri"/>
              </a:rPr>
              <a:t> concepts).</a:t>
            </a:r>
            <a:endParaRPr lang="fr-FR" sz="1500" b="0" strike="noStrike" spc="-1" dirty="0">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 name="Rectangle 6"/>
          <p:cNvSpPr/>
          <p:nvPr/>
        </p:nvSpPr>
        <p:spPr>
          <a:xfrm>
            <a:off x="2232000" y="360000"/>
            <a:ext cx="6765120" cy="1437120"/>
          </a:xfrm>
          <a:prstGeom prst="rect">
            <a:avLst/>
          </a:prstGeom>
          <a:solidFill>
            <a:schemeClr val="accent2">
              <a:lumMod val="20000"/>
              <a:lumOff val="80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fr-FR" sz="1000" b="1" strike="noStrike" spc="-1">
                <a:solidFill>
                  <a:srgbClr val="000000"/>
                </a:solidFill>
                <a:latin typeface="Myriad Pro"/>
                <a:ea typeface="DejaVu Sans"/>
              </a:rPr>
              <a:t>Composantes essentielles</a:t>
            </a:r>
            <a:endParaRPr lang="fr-FR" sz="1000" b="0" strike="noStrike" spc="-1">
              <a:solidFill>
                <a:srgbClr val="000000"/>
              </a:solidFill>
              <a:latin typeface="Arial"/>
            </a:endParaRPr>
          </a:p>
          <a:p>
            <a:pPr marL="171360" indent="-171360" defTabSz="914400">
              <a:lnSpc>
                <a:spcPct val="100000"/>
              </a:lnSpc>
              <a:buClr>
                <a:srgbClr val="000000"/>
              </a:buClr>
              <a:buFont typeface="Arial"/>
              <a:buChar char="•"/>
            </a:pPr>
            <a:r>
              <a:rPr lang="fr-FR" sz="1000" b="0" strike="sngStrike" spc="-1">
                <a:solidFill>
                  <a:srgbClr val="FE7F00"/>
                </a:solidFill>
                <a:latin typeface="Calibri"/>
                <a:ea typeface="Calibri"/>
              </a:rPr>
              <a:t>En satisfaisant les besoins de l'utilisateur avec une solution adaptée</a:t>
            </a:r>
            <a:r>
              <a:rPr lang="fr-FR" sz="1000" b="0" strike="noStrike" spc="-1">
                <a:solidFill>
                  <a:srgbClr val="92D050"/>
                </a:solidFill>
                <a:latin typeface="Calibri"/>
                <a:ea typeface="Calibri"/>
              </a:rPr>
              <a:t> </a:t>
            </a:r>
            <a:r>
              <a:rPr lang="fr-FR" sz="1000" b="0" strike="noStrike" spc="-1">
                <a:solidFill>
                  <a:srgbClr val="009E4F"/>
                </a:solidFill>
                <a:latin typeface="Calibri"/>
                <a:ea typeface="Calibri"/>
              </a:rPr>
              <a:t>En adaptant la solution aux besoins de l’utilisateur</a:t>
            </a:r>
            <a:endParaRPr lang="fr-FR" sz="1000" b="0" strike="noStrike" spc="-1">
              <a:solidFill>
                <a:srgbClr val="000000"/>
              </a:solidFill>
              <a:latin typeface="Arial"/>
            </a:endParaRPr>
          </a:p>
          <a:p>
            <a:pPr marL="171360" indent="-171360">
              <a:lnSpc>
                <a:spcPct val="100000"/>
              </a:lnSpc>
              <a:buClr>
                <a:srgbClr val="000000"/>
              </a:buClr>
              <a:buFont typeface="Arial"/>
              <a:buChar char="•"/>
            </a:pPr>
            <a:r>
              <a:rPr lang="fr-FR" sz="1000" b="0" strike="noStrike" spc="-1">
                <a:solidFill>
                  <a:srgbClr val="000000"/>
                </a:solidFill>
                <a:latin typeface="Calibri"/>
                <a:ea typeface="Calibri"/>
              </a:rPr>
              <a:t>En utilisant des méthodes et outils assurant la qualité du système (développement logiciel, gestion de projet informatique, standards qualité, sûreté, sécurité, amélioration continue)</a:t>
            </a:r>
            <a:endParaRPr lang="fr-FR" sz="1000" b="0" strike="noStrike" spc="-1">
              <a:solidFill>
                <a:srgbClr val="000000"/>
              </a:solidFill>
              <a:latin typeface="Arial"/>
            </a:endParaRPr>
          </a:p>
          <a:p>
            <a:pPr marL="171360" indent="-171360" algn="just">
              <a:lnSpc>
                <a:spcPct val="100000"/>
              </a:lnSpc>
              <a:buClr>
                <a:srgbClr val="000000"/>
              </a:buClr>
              <a:buFont typeface="Arial"/>
              <a:buChar char="•"/>
            </a:pPr>
            <a:r>
              <a:rPr lang="fr-FR" sz="1000" b="0" strike="noStrike" spc="-1">
                <a:solidFill>
                  <a:srgbClr val="000000"/>
                </a:solidFill>
                <a:latin typeface="Calibri"/>
                <a:ea typeface="Calibri"/>
              </a:rPr>
              <a:t>En adoptant une approche systémique (aspects matériels et logiciels)</a:t>
            </a:r>
            <a:endParaRPr lang="fr-FR" sz="1000" b="0" strike="noStrike" spc="-1">
              <a:solidFill>
                <a:srgbClr val="000000"/>
              </a:solidFill>
              <a:latin typeface="Arial"/>
            </a:endParaRPr>
          </a:p>
          <a:p>
            <a:pPr marL="171360" indent="-171360" algn="just">
              <a:lnSpc>
                <a:spcPct val="100000"/>
              </a:lnSpc>
              <a:buClr>
                <a:srgbClr val="000000"/>
              </a:buClr>
              <a:buFont typeface="Arial"/>
              <a:buChar char="•"/>
            </a:pPr>
            <a:r>
              <a:rPr lang="fr-FR" sz="1000" b="0" strike="noStrike" spc="-1">
                <a:solidFill>
                  <a:srgbClr val="000000"/>
                </a:solidFill>
                <a:latin typeface="Calibri"/>
                <a:ea typeface="Calibri"/>
              </a:rPr>
              <a:t>En communiquant de manière </a:t>
            </a:r>
            <a:r>
              <a:rPr lang="fr-FR" sz="1000" b="0" strike="sngStrike" spc="-1">
                <a:solidFill>
                  <a:srgbClr val="E47200"/>
                </a:solidFill>
                <a:latin typeface="Calibri"/>
                <a:ea typeface="Calibri"/>
              </a:rPr>
              <a:t>professionnelle</a:t>
            </a:r>
            <a:r>
              <a:rPr lang="fr-FR" sz="1000" b="0" strike="noStrike" spc="-1">
                <a:solidFill>
                  <a:srgbClr val="000000"/>
                </a:solidFill>
                <a:latin typeface="Calibri"/>
                <a:ea typeface="Calibri"/>
              </a:rPr>
              <a:t> </a:t>
            </a:r>
            <a:r>
              <a:rPr lang="fr-FR" sz="1000" b="0" strike="noStrike" spc="-1">
                <a:solidFill>
                  <a:srgbClr val="009E4F"/>
                </a:solidFill>
                <a:latin typeface="Calibri"/>
                <a:ea typeface="Calibri"/>
              </a:rPr>
              <a:t>adaptée avec des concepteurs, développeurs et utilisateurs</a:t>
            </a:r>
            <a:r>
              <a:rPr lang="fr-FR" sz="1000" b="0" strike="noStrike" spc="-1">
                <a:solidFill>
                  <a:srgbClr val="000000"/>
                </a:solidFill>
                <a:latin typeface="Calibri"/>
                <a:ea typeface="Calibri"/>
              </a:rPr>
              <a:t> (écrit, oral)</a:t>
            </a:r>
            <a:endParaRPr lang="fr-FR" sz="1000" b="0" strike="noStrike" spc="-1">
              <a:solidFill>
                <a:srgbClr val="000000"/>
              </a:solidFill>
              <a:latin typeface="Arial"/>
            </a:endParaRPr>
          </a:p>
          <a:p>
            <a:pPr marL="171360" indent="-171360" algn="just">
              <a:lnSpc>
                <a:spcPct val="100000"/>
              </a:lnSpc>
              <a:buClr>
                <a:srgbClr val="000000"/>
              </a:buClr>
              <a:buFont typeface="Arial"/>
              <a:buChar char="•"/>
            </a:pPr>
            <a:r>
              <a:rPr lang="fr-FR" sz="1000" b="0" strike="noStrike" spc="-1">
                <a:solidFill>
                  <a:srgbClr val="009E4F"/>
                </a:solidFill>
                <a:latin typeface="Calibri"/>
                <a:ea typeface="Calibri"/>
              </a:rPr>
              <a:t>En prenant en compte l’impact environnemental</a:t>
            </a:r>
            <a:endParaRPr lang="fr-FR" sz="1000" b="0" strike="noStrike" spc="-1">
              <a:solidFill>
                <a:srgbClr val="000000"/>
              </a:solidFill>
              <a:latin typeface="Arial"/>
            </a:endParaRPr>
          </a:p>
          <a:p>
            <a:pPr algn="just">
              <a:lnSpc>
                <a:spcPct val="100000"/>
              </a:lnSpc>
            </a:pPr>
            <a:endParaRPr lang="fr-FR" sz="1000" b="0" strike="noStrike" spc="-1">
              <a:solidFill>
                <a:srgbClr val="000000"/>
              </a:solidFill>
              <a:latin typeface="Arial"/>
            </a:endParaRPr>
          </a:p>
        </p:txBody>
      </p:sp>
      <p:sp>
        <p:nvSpPr>
          <p:cNvPr id="398" name="Rectangle 8"/>
          <p:cNvSpPr/>
          <p:nvPr/>
        </p:nvSpPr>
        <p:spPr>
          <a:xfrm>
            <a:off x="9252000" y="1380960"/>
            <a:ext cx="3373200" cy="6536160"/>
          </a:xfrm>
          <a:prstGeom prst="rect">
            <a:avLst/>
          </a:prstGeom>
          <a:solidFill>
            <a:schemeClr val="accent2">
              <a:lumMod val="40000"/>
              <a:lumOff val="60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fr-FR" sz="1200" b="1" strike="noStrike" spc="-1">
                <a:solidFill>
                  <a:srgbClr val="000000"/>
                </a:solidFill>
                <a:latin typeface="Calibri"/>
                <a:ea typeface="Calibri"/>
              </a:rPr>
              <a:t>(à compléter - voir les commentaires)</a:t>
            </a:r>
            <a:endParaRPr lang="fr-FR" sz="1200" b="0" strike="noStrike" spc="-1">
              <a:solidFill>
                <a:srgbClr val="000000"/>
              </a:solidFill>
              <a:latin typeface="Arial"/>
            </a:endParaRPr>
          </a:p>
          <a:p>
            <a:pPr>
              <a:lnSpc>
                <a:spcPct val="100000"/>
              </a:lnSpc>
            </a:pPr>
            <a:endParaRPr lang="fr-FR" sz="1200" b="0" strike="noStrike" spc="-1">
              <a:solidFill>
                <a:srgbClr val="000000"/>
              </a:solidFill>
              <a:latin typeface="Arial"/>
            </a:endParaRPr>
          </a:p>
          <a:p>
            <a:pPr>
              <a:lnSpc>
                <a:spcPct val="100000"/>
              </a:lnSpc>
            </a:pPr>
            <a:r>
              <a:rPr lang="fr-FR" sz="1200" b="0" strike="noStrike" spc="-1">
                <a:solidFill>
                  <a:srgbClr val="000000"/>
                </a:solidFill>
                <a:latin typeface="Arial"/>
                <a:ea typeface="DejaVu Sans"/>
              </a:rPr>
              <a:t>Ingénieur DevOps, Architecte big data, Architecte SI, Ingénieur d’études / Recherche et Développement</a:t>
            </a:r>
            <a:endParaRPr lang="fr-FR" sz="1200" b="0" strike="noStrike" spc="-1">
              <a:solidFill>
                <a:srgbClr val="000000"/>
              </a:solidFill>
              <a:latin typeface="Arial"/>
            </a:endParaRPr>
          </a:p>
          <a:p>
            <a:pPr>
              <a:lnSpc>
                <a:spcPct val="100000"/>
              </a:lnSpc>
            </a:pPr>
            <a:endParaRPr lang="fr-FR" sz="1200" b="0" strike="noStrike" spc="-1">
              <a:solidFill>
                <a:srgbClr val="000000"/>
              </a:solidFill>
              <a:latin typeface="Arial"/>
            </a:endParaRPr>
          </a:p>
          <a:p>
            <a:pPr>
              <a:lnSpc>
                <a:spcPct val="100000"/>
              </a:lnSpc>
            </a:pPr>
            <a:r>
              <a:rPr lang="fr-FR" sz="1200" b="1" strike="noStrike" spc="-1">
                <a:solidFill>
                  <a:srgbClr val="000000"/>
                </a:solidFill>
                <a:latin typeface="Calibri"/>
                <a:ea typeface="Calibri"/>
              </a:rPr>
              <a:t>Les situations professionnelles  sont celles réelles d'un ingénieur en poste</a:t>
            </a:r>
            <a:endParaRPr lang="fr-FR" sz="1200" b="0" strike="noStrike" spc="-1">
              <a:solidFill>
                <a:srgbClr val="000000"/>
              </a:solidFill>
              <a:latin typeface="Arial"/>
            </a:endParaRPr>
          </a:p>
          <a:p>
            <a:pPr>
              <a:lnSpc>
                <a:spcPct val="100000"/>
              </a:lnSpc>
            </a:pPr>
            <a:endParaRPr lang="fr-FR" sz="1200" b="0" strike="noStrike" spc="-1">
              <a:solidFill>
                <a:srgbClr val="000000"/>
              </a:solidFill>
              <a:latin typeface="Arial"/>
            </a:endParaRPr>
          </a:p>
          <a:p>
            <a:pPr>
              <a:lnSpc>
                <a:spcPct val="100000"/>
              </a:lnSpc>
            </a:pPr>
            <a:r>
              <a:rPr lang="fr-FR" sz="1200" b="0" strike="noStrike" spc="-1">
                <a:solidFill>
                  <a:srgbClr val="000000"/>
                </a:solidFill>
                <a:latin typeface="Calibri"/>
                <a:ea typeface="Calibri"/>
              </a:rPr>
              <a:t>ISOC831 Dimension Métier  (présentation de situation professionnelles par des entreprises.)</a:t>
            </a:r>
            <a:endParaRPr lang="fr-FR" sz="1200" b="0" strike="noStrike" spc="-1">
              <a:solidFill>
                <a:srgbClr val="000000"/>
              </a:solidFill>
              <a:latin typeface="Arial"/>
            </a:endParaRPr>
          </a:p>
        </p:txBody>
      </p:sp>
      <p:sp>
        <p:nvSpPr>
          <p:cNvPr id="399" name="ZoneTexte 11"/>
          <p:cNvSpPr/>
          <p:nvPr/>
        </p:nvSpPr>
        <p:spPr>
          <a:xfrm>
            <a:off x="9252000" y="720000"/>
            <a:ext cx="3345120" cy="288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300" b="1" strike="noStrike" spc="-1">
                <a:solidFill>
                  <a:srgbClr val="000000"/>
                </a:solidFill>
                <a:latin typeface="Myriad Pro"/>
                <a:ea typeface="DejaVu Sans"/>
              </a:rPr>
              <a:t>Situations professionnelles</a:t>
            </a:r>
            <a:endParaRPr lang="fr-FR" sz="1300" b="0" strike="noStrike" spc="-1">
              <a:solidFill>
                <a:srgbClr val="000000"/>
              </a:solidFill>
              <a:latin typeface="Arial"/>
            </a:endParaRPr>
          </a:p>
        </p:txBody>
      </p:sp>
      <p:sp>
        <p:nvSpPr>
          <p:cNvPr id="400" name="Rectangle 26"/>
          <p:cNvSpPr/>
          <p:nvPr/>
        </p:nvSpPr>
        <p:spPr>
          <a:xfrm>
            <a:off x="2196000" y="2321280"/>
            <a:ext cx="6801120" cy="1671120"/>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b="0" strike="noStrike" spc="-1">
              <a:solidFill>
                <a:srgbClr val="000000"/>
              </a:solidFill>
              <a:latin typeface="Myriad Pro"/>
              <a:ea typeface="DejaVu Sans"/>
            </a:endParaRPr>
          </a:p>
        </p:txBody>
      </p:sp>
      <p:sp>
        <p:nvSpPr>
          <p:cNvPr id="401" name="Rectangle 27"/>
          <p:cNvSpPr/>
          <p:nvPr/>
        </p:nvSpPr>
        <p:spPr>
          <a:xfrm>
            <a:off x="2189520" y="4360320"/>
            <a:ext cx="6807600" cy="1876680"/>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b="0" strike="noStrike" spc="-1">
              <a:solidFill>
                <a:srgbClr val="000000"/>
              </a:solidFill>
              <a:latin typeface="Myriad Pro"/>
              <a:ea typeface="DejaVu Sans"/>
            </a:endParaRPr>
          </a:p>
        </p:txBody>
      </p:sp>
      <p:sp>
        <p:nvSpPr>
          <p:cNvPr id="402" name="Rectangle 28"/>
          <p:cNvSpPr/>
          <p:nvPr/>
        </p:nvSpPr>
        <p:spPr>
          <a:xfrm>
            <a:off x="2196000" y="6643800"/>
            <a:ext cx="6801120" cy="1876680"/>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b="0" strike="noStrike" spc="-1">
              <a:solidFill>
                <a:srgbClr val="000000"/>
              </a:solidFill>
              <a:latin typeface="Myriad Pro"/>
              <a:ea typeface="DejaVu Sans"/>
            </a:endParaRPr>
          </a:p>
        </p:txBody>
      </p:sp>
      <p:grpSp>
        <p:nvGrpSpPr>
          <p:cNvPr id="403" name="Groupe 4"/>
          <p:cNvGrpSpPr/>
          <p:nvPr/>
        </p:nvGrpSpPr>
        <p:grpSpPr>
          <a:xfrm>
            <a:off x="27360" y="2289240"/>
            <a:ext cx="2130120" cy="7030080"/>
            <a:chOff x="27360" y="2289240"/>
            <a:chExt cx="2130120" cy="7030080"/>
          </a:xfrm>
        </p:grpSpPr>
        <p:sp>
          <p:nvSpPr>
            <p:cNvPr id="404" name="Chevron 7"/>
            <p:cNvSpPr/>
            <p:nvPr/>
          </p:nvSpPr>
          <p:spPr>
            <a:xfrm rot="5400000">
              <a:off x="-271800" y="4645080"/>
              <a:ext cx="2743920" cy="2108880"/>
            </a:xfrm>
            <a:prstGeom prst="chevron">
              <a:avLst>
                <a:gd name="adj" fmla="val 21677"/>
              </a:avLst>
            </a:prstGeom>
            <a:solidFill>
              <a:schemeClr val="accent1">
                <a:lumMod val="40000"/>
                <a:lumOff val="6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2520" b="0" strike="noStrike" spc="-1">
                <a:solidFill>
                  <a:srgbClr val="000000"/>
                </a:solidFill>
                <a:latin typeface="Calibri"/>
                <a:ea typeface="DejaVu Sans"/>
              </a:endParaRPr>
            </a:p>
          </p:txBody>
        </p:sp>
        <p:sp>
          <p:nvSpPr>
            <p:cNvPr id="405" name="Chevron 9"/>
            <p:cNvSpPr/>
            <p:nvPr/>
          </p:nvSpPr>
          <p:spPr>
            <a:xfrm rot="5400000">
              <a:off x="-268920" y="6892560"/>
              <a:ext cx="2744280" cy="2108880"/>
            </a:xfrm>
            <a:prstGeom prst="chevron">
              <a:avLst>
                <a:gd name="adj" fmla="val 21677"/>
              </a:avLst>
            </a:prstGeom>
            <a:solidFill>
              <a:schemeClr val="accent1">
                <a:lumMod val="60000"/>
                <a:lumOff val="4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2520" b="0" strike="noStrike" spc="-1">
                <a:solidFill>
                  <a:srgbClr val="000000"/>
                </a:solidFill>
                <a:latin typeface="Calibri"/>
                <a:ea typeface="DejaVu Sans"/>
              </a:endParaRPr>
            </a:p>
          </p:txBody>
        </p:sp>
        <p:sp>
          <p:nvSpPr>
            <p:cNvPr id="406" name="Signalisation droite 12"/>
            <p:cNvSpPr/>
            <p:nvPr/>
          </p:nvSpPr>
          <p:spPr>
            <a:xfrm rot="5400000">
              <a:off x="-153000" y="2517840"/>
              <a:ext cx="2506320" cy="2108880"/>
            </a:xfrm>
            <a:prstGeom prst="homePlate">
              <a:avLst>
                <a:gd name="adj" fmla="val 23531"/>
              </a:avLst>
            </a:prstGeom>
            <a:solidFill>
              <a:schemeClr val="accent1">
                <a:lumMod val="20000"/>
                <a:lumOff val="8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200" b="0" strike="noStrike" spc="-1">
                <a:solidFill>
                  <a:srgbClr val="000000"/>
                </a:solidFill>
                <a:latin typeface="Myriad Pro"/>
                <a:ea typeface="DejaVu Sans"/>
              </a:endParaRPr>
            </a:p>
          </p:txBody>
        </p:sp>
        <p:sp>
          <p:nvSpPr>
            <p:cNvPr id="407" name="ZoneTexte 13"/>
            <p:cNvSpPr/>
            <p:nvPr/>
          </p:nvSpPr>
          <p:spPr>
            <a:xfrm>
              <a:off x="41760" y="2289240"/>
              <a:ext cx="2108880" cy="1004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200" b="1" strike="noStrike" spc="-1">
                  <a:solidFill>
                    <a:srgbClr val="000000"/>
                  </a:solidFill>
                  <a:latin typeface="Myriad Pro"/>
                  <a:ea typeface="DejaVu Sans"/>
                </a:rPr>
                <a:t>Niveau 1</a:t>
              </a:r>
              <a:endParaRPr lang="fr-FR" sz="1200" b="0" strike="noStrike" spc="-1">
                <a:solidFill>
                  <a:srgbClr val="000000"/>
                </a:solidFill>
                <a:latin typeface="Arial"/>
              </a:endParaRPr>
            </a:p>
            <a:p>
              <a:pPr>
                <a:lnSpc>
                  <a:spcPct val="100000"/>
                </a:lnSpc>
              </a:pPr>
              <a:r>
                <a:rPr lang="fr-FR" sz="1200" b="0" strike="noStrike" spc="-1">
                  <a:solidFill>
                    <a:srgbClr val="000000"/>
                  </a:solidFill>
                  <a:latin typeface="Calibri"/>
                  <a:ea typeface="Calibri"/>
                </a:rPr>
                <a:t>Pour une application simple 3-tiers intégrant une base de données</a:t>
              </a:r>
              <a:r>
                <a:rPr lang="fr-FR" sz="1200" b="0" strike="sngStrike" spc="-1">
                  <a:solidFill>
                    <a:srgbClr val="FE7F00"/>
                  </a:solidFill>
                  <a:latin typeface="Calibri"/>
                  <a:ea typeface="Calibri"/>
                </a:rPr>
                <a:t> et programmée en langage procédural ou obje</a:t>
              </a:r>
              <a:r>
                <a:rPr lang="fr-FR" sz="1200" b="0" strike="sngStrike" spc="-1">
                  <a:solidFill>
                    <a:srgbClr val="FE7F00"/>
                  </a:solidFill>
                  <a:latin typeface="Myriad Pro"/>
                  <a:ea typeface="Calibri"/>
                </a:rPr>
                <a:t>t</a:t>
              </a:r>
              <a:endParaRPr lang="fr-FR" sz="1200" b="0" strike="noStrike" spc="-1">
                <a:solidFill>
                  <a:srgbClr val="000000"/>
                </a:solidFill>
                <a:latin typeface="Arial"/>
              </a:endParaRPr>
            </a:p>
          </p:txBody>
        </p:sp>
        <p:sp>
          <p:nvSpPr>
            <p:cNvPr id="408" name="ZoneTexte 14"/>
            <p:cNvSpPr/>
            <p:nvPr/>
          </p:nvSpPr>
          <p:spPr>
            <a:xfrm>
              <a:off x="41760" y="4875120"/>
              <a:ext cx="2108880" cy="1187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200" b="1" strike="noStrike" spc="-1">
                  <a:solidFill>
                    <a:srgbClr val="000000"/>
                  </a:solidFill>
                  <a:latin typeface="Myriad Pro"/>
                  <a:ea typeface="DejaVu Sans"/>
                </a:rPr>
                <a:t>Niveau 2</a:t>
              </a:r>
              <a:endParaRPr lang="fr-FR" sz="1200" b="0" strike="noStrike" spc="-1">
                <a:solidFill>
                  <a:srgbClr val="000000"/>
                </a:solidFill>
                <a:latin typeface="Arial"/>
              </a:endParaRPr>
            </a:p>
            <a:p>
              <a:pPr>
                <a:lnSpc>
                  <a:spcPct val="100000"/>
                </a:lnSpc>
              </a:pPr>
              <a:r>
                <a:rPr lang="fr-FR" sz="1200" b="0" strike="noStrike" spc="-1">
                  <a:solidFill>
                    <a:srgbClr val="000000"/>
                  </a:solidFill>
                  <a:latin typeface="Calibri"/>
                  <a:ea typeface="Calibri"/>
                </a:rPr>
                <a:t>Pour une application N-tiers intégrant une base de données et programmée en langage objet</a:t>
              </a:r>
              <a:r>
                <a:rPr lang="fr-FR" sz="1200" b="0" strike="sngStrike" spc="-1">
                  <a:solidFill>
                    <a:srgbClr val="FE7F00"/>
                  </a:solidFill>
                  <a:latin typeface="Calibri"/>
                  <a:ea typeface="Calibri"/>
                </a:rPr>
                <a:t> et respectant les normes de qualité logiciel </a:t>
              </a:r>
              <a:r>
                <a:rPr lang="fr-FR" sz="1200" b="0" strike="sngStrike" spc="-1">
                  <a:solidFill>
                    <a:srgbClr val="FE7F00"/>
                  </a:solidFill>
                  <a:latin typeface="Myriad Pro"/>
                  <a:ea typeface="Calibri"/>
                </a:rPr>
                <a:t> </a:t>
              </a:r>
              <a:endParaRPr lang="fr-FR" sz="1200" b="0" strike="noStrike" spc="-1">
                <a:solidFill>
                  <a:srgbClr val="000000"/>
                </a:solidFill>
                <a:latin typeface="Arial"/>
              </a:endParaRPr>
            </a:p>
          </p:txBody>
        </p:sp>
        <p:sp>
          <p:nvSpPr>
            <p:cNvPr id="409" name="ZoneTexte 15"/>
            <p:cNvSpPr/>
            <p:nvPr/>
          </p:nvSpPr>
          <p:spPr>
            <a:xfrm>
              <a:off x="27360" y="7135560"/>
              <a:ext cx="2108880" cy="63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200" b="1" strike="noStrike" spc="-1">
                  <a:solidFill>
                    <a:srgbClr val="000000"/>
                  </a:solidFill>
                  <a:latin typeface="Myriad Pro"/>
                  <a:ea typeface="DejaVu Sans"/>
                </a:rPr>
                <a:t>Niveau 3</a:t>
              </a:r>
              <a:endParaRPr lang="fr-FR" sz="1200" b="0" strike="noStrike" spc="-1">
                <a:solidFill>
                  <a:srgbClr val="000000"/>
                </a:solidFill>
                <a:latin typeface="Arial"/>
              </a:endParaRPr>
            </a:p>
            <a:p>
              <a:pPr>
                <a:lnSpc>
                  <a:spcPct val="100000"/>
                </a:lnSpc>
              </a:pPr>
              <a:r>
                <a:rPr lang="fr-FR" sz="1200" b="0" strike="noStrike" spc="-1">
                  <a:solidFill>
                    <a:srgbClr val="000000"/>
                  </a:solidFill>
                  <a:latin typeface="Calibri"/>
                  <a:ea typeface="Calibri"/>
                </a:rPr>
                <a:t>Pour une application traitant des données du BigData</a:t>
              </a:r>
              <a:endParaRPr lang="fr-FR" sz="1200" b="0" strike="noStrike" spc="-1">
                <a:solidFill>
                  <a:srgbClr val="000000"/>
                </a:solidFill>
                <a:latin typeface="Arial"/>
              </a:endParaRPr>
            </a:p>
          </p:txBody>
        </p:sp>
      </p:grpSp>
      <p:sp>
        <p:nvSpPr>
          <p:cNvPr id="410" name="ZoneTexte 2"/>
          <p:cNvSpPr/>
          <p:nvPr/>
        </p:nvSpPr>
        <p:spPr>
          <a:xfrm>
            <a:off x="2131200" y="1978920"/>
            <a:ext cx="3654360" cy="334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fr-FR" sz="1600" b="1" i="1" strike="noStrike" spc="-1">
                <a:solidFill>
                  <a:srgbClr val="000000"/>
                </a:solidFill>
                <a:latin typeface="Calibri"/>
                <a:ea typeface="DejaVu Sans"/>
              </a:rPr>
              <a:t>Apprentissages critiques</a:t>
            </a:r>
            <a:endParaRPr lang="fr-FR" sz="1600" b="0" strike="noStrike" spc="-1">
              <a:solidFill>
                <a:srgbClr val="000000"/>
              </a:solidFill>
              <a:latin typeface="Arial"/>
            </a:endParaRPr>
          </a:p>
        </p:txBody>
      </p:sp>
      <p:sp>
        <p:nvSpPr>
          <p:cNvPr id="411" name="Rectangle 1"/>
          <p:cNvSpPr/>
          <p:nvPr/>
        </p:nvSpPr>
        <p:spPr>
          <a:xfrm>
            <a:off x="36000" y="360000"/>
            <a:ext cx="2157120" cy="143712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fr-FR" sz="1200" b="1" strike="noStrike" cap="all" spc="-1">
                <a:solidFill>
                  <a:srgbClr val="FFFFFF"/>
                </a:solidFill>
                <a:latin typeface="Myriad Pro"/>
                <a:ea typeface="Calibri"/>
              </a:rPr>
              <a:t>Concevoir et mettre en œuvre des systèmes informatiques</a:t>
            </a:r>
            <a:endParaRPr lang="fr-FR" sz="1200" b="0" strike="noStrike" spc="-1">
              <a:solidFill>
                <a:srgbClr val="FFFFFF"/>
              </a:solidFill>
              <a:latin typeface="Arial"/>
            </a:endParaRPr>
          </a:p>
          <a:p>
            <a:pPr algn="ctr">
              <a:lnSpc>
                <a:spcPct val="100000"/>
              </a:lnSpc>
              <a:spcAft>
                <a:spcPts val="601"/>
              </a:spcAft>
            </a:pPr>
            <a:endParaRPr lang="fr-FR" sz="1200" b="0" strike="noStrike" spc="-1">
              <a:solidFill>
                <a:srgbClr val="FFFFFF"/>
              </a:solidFill>
              <a:latin typeface="Arial"/>
            </a:endParaRPr>
          </a:p>
          <a:p>
            <a:pPr algn="ctr">
              <a:lnSpc>
                <a:spcPct val="100000"/>
              </a:lnSpc>
              <a:spcAft>
                <a:spcPts val="601"/>
              </a:spcAft>
            </a:pPr>
            <a:r>
              <a:rPr lang="fr-FR" sz="1200" b="0" strike="noStrike" cap="all" spc="-1">
                <a:solidFill>
                  <a:srgbClr val="FFFFFE"/>
                </a:solidFill>
                <a:latin typeface="Calibri"/>
                <a:ea typeface="Calibri"/>
              </a:rPr>
              <a:t>RNCP35994BC01</a:t>
            </a:r>
            <a:endParaRPr lang="fr-FR" sz="1200" b="0" strike="noStrike" spc="-1">
              <a:solidFill>
                <a:srgbClr val="FFFFFF"/>
              </a:solidFill>
              <a:latin typeface="Arial"/>
            </a:endParaRPr>
          </a:p>
        </p:txBody>
      </p:sp>
      <p:sp>
        <p:nvSpPr>
          <p:cNvPr id="412" name="ZoneTexte 17"/>
          <p:cNvSpPr/>
          <p:nvPr/>
        </p:nvSpPr>
        <p:spPr>
          <a:xfrm>
            <a:off x="2298960" y="2404800"/>
            <a:ext cx="6518160" cy="1616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t">
            <a:spAutoFit/>
          </a:bodyPr>
          <a:lstStyle/>
          <a:p>
            <a:pPr marL="171360" indent="-171360">
              <a:lnSpc>
                <a:spcPct val="100000"/>
              </a:lnSpc>
              <a:buClr>
                <a:srgbClr val="000000"/>
              </a:buClr>
              <a:buFont typeface="Arial"/>
              <a:buChar char="•"/>
            </a:pPr>
            <a:r>
              <a:rPr lang="fr-FR" sz="1000" b="0" strike="noStrike" spc="-1">
                <a:solidFill>
                  <a:srgbClr val="000000"/>
                </a:solidFill>
                <a:latin typeface="Arial"/>
                <a:ea typeface="Calibri"/>
              </a:rPr>
              <a:t>Concevoir, gérer et utiliser une base de données (INFO502 BD, APP : PROJ531) </a:t>
            </a:r>
            <a:endParaRPr lang="fr-FR" sz="1000" b="0" strike="noStrike" spc="-1">
              <a:solidFill>
                <a:srgbClr val="000000"/>
              </a:solidFill>
              <a:latin typeface="Arial"/>
            </a:endParaRPr>
          </a:p>
          <a:p>
            <a:pPr marL="171360" indent="-171360">
              <a:lnSpc>
                <a:spcPct val="100000"/>
              </a:lnSpc>
              <a:buClr>
                <a:srgbClr val="000000"/>
              </a:buClr>
              <a:buFont typeface="Arial"/>
              <a:buChar char="•"/>
            </a:pPr>
            <a:r>
              <a:rPr lang="fr-FR" sz="1000" b="0" strike="noStrike" spc="-1">
                <a:solidFill>
                  <a:srgbClr val="000000"/>
                </a:solidFill>
                <a:latin typeface="Arial"/>
                <a:ea typeface="Calibri"/>
              </a:rPr>
              <a:t>Concevoir et implémenter une application orientée objet de petite taille (&lt;10classes) (INFO641, PROJ631)</a:t>
            </a:r>
            <a:endParaRPr lang="fr-FR" sz="1000" b="0" strike="noStrike" spc="-1">
              <a:solidFill>
                <a:srgbClr val="000000"/>
              </a:solidFill>
              <a:latin typeface="Arial"/>
            </a:endParaRPr>
          </a:p>
          <a:p>
            <a:pPr marL="171360" indent="-171360">
              <a:lnSpc>
                <a:spcPct val="100000"/>
              </a:lnSpc>
              <a:buClr>
                <a:srgbClr val="000000"/>
              </a:buClr>
              <a:buFont typeface="Arial"/>
              <a:buChar char="•"/>
            </a:pPr>
            <a:r>
              <a:rPr lang="fr-FR" sz="1000" b="0" strike="noStrike" spc="-1">
                <a:solidFill>
                  <a:srgbClr val="000000"/>
                </a:solidFill>
                <a:latin typeface="Arial"/>
                <a:ea typeface="Calibri"/>
              </a:rPr>
              <a:t>Résoudre un problème en implémentant un algorithme dans un programme informatique </a:t>
            </a:r>
            <a:r>
              <a:rPr lang="fr-FR" sz="1000" b="0" strike="noStrike" spc="-1">
                <a:solidFill>
                  <a:srgbClr val="009E4F"/>
                </a:solidFill>
                <a:latin typeface="Arial"/>
                <a:ea typeface="Calibri"/>
              </a:rPr>
              <a:t>procédural ou objet</a:t>
            </a:r>
            <a:r>
              <a:rPr lang="fr-FR" sz="1000" b="0" strike="noStrike" spc="-1">
                <a:solidFill>
                  <a:srgbClr val="000000"/>
                </a:solidFill>
                <a:latin typeface="Arial"/>
                <a:ea typeface="Calibri"/>
              </a:rPr>
              <a:t> (INFO501, PROJ631)</a:t>
            </a:r>
            <a:endParaRPr lang="fr-FR" sz="1000" b="0" strike="noStrike" spc="-1">
              <a:solidFill>
                <a:srgbClr val="000000"/>
              </a:solidFill>
              <a:latin typeface="Arial"/>
            </a:endParaRPr>
          </a:p>
          <a:p>
            <a:pPr marL="171360" indent="-171360">
              <a:lnSpc>
                <a:spcPct val="100000"/>
              </a:lnSpc>
              <a:buClr>
                <a:srgbClr val="000000"/>
              </a:buClr>
              <a:buFont typeface="Arial"/>
              <a:buChar char="•"/>
            </a:pPr>
            <a:r>
              <a:rPr lang="fr-FR" sz="1000" b="0" strike="noStrike" spc="-1">
                <a:solidFill>
                  <a:srgbClr val="000000"/>
                </a:solidFill>
                <a:latin typeface="Arial"/>
                <a:ea typeface="Calibri"/>
              </a:rPr>
              <a:t>Mettre en œuvre une architecture client-serveur 3-tiers (INFO632 OS+Virtu)</a:t>
            </a:r>
            <a:endParaRPr lang="fr-FR" sz="1000" b="0" strike="noStrike" spc="-1">
              <a:solidFill>
                <a:srgbClr val="000000"/>
              </a:solidFill>
              <a:latin typeface="Arial"/>
            </a:endParaRPr>
          </a:p>
          <a:p>
            <a:pPr marL="171360" indent="-171360">
              <a:lnSpc>
                <a:spcPct val="100000"/>
              </a:lnSpc>
              <a:buClr>
                <a:srgbClr val="000000"/>
              </a:buClr>
              <a:buFont typeface="Arial"/>
              <a:buChar char="•"/>
            </a:pPr>
            <a:r>
              <a:rPr lang="fr-FR" sz="1000" b="0" strike="noStrike" spc="-1">
                <a:solidFill>
                  <a:srgbClr val="000000"/>
                </a:solidFill>
                <a:latin typeface="Arial"/>
                <a:ea typeface="Calibri"/>
              </a:rPr>
              <a:t>Concevoir et implémenter une application web de rendu de données / intégrant une BD (INFO633 Web+BD) </a:t>
            </a:r>
            <a:endParaRPr lang="fr-FR" sz="1000" b="0" strike="noStrike" spc="-1">
              <a:solidFill>
                <a:srgbClr val="000000"/>
              </a:solidFill>
              <a:latin typeface="Arial"/>
            </a:endParaRPr>
          </a:p>
          <a:p>
            <a:pPr marL="171360" indent="-171360">
              <a:lnSpc>
                <a:spcPct val="100000"/>
              </a:lnSpc>
              <a:buClr>
                <a:srgbClr val="000000"/>
              </a:buClr>
              <a:buFont typeface="Arial"/>
              <a:buChar char="•"/>
            </a:pPr>
            <a:r>
              <a:rPr lang="fr-FR" sz="1000" b="0" strike="noStrike" spc="-1">
                <a:solidFill>
                  <a:srgbClr val="009E4F"/>
                </a:solidFill>
                <a:latin typeface="Arial"/>
                <a:ea typeface="Calibri"/>
              </a:rPr>
              <a:t>Évaluer la consommation énergétique d’un programme (PROJ631) </a:t>
            </a:r>
            <a:r>
              <a:rPr lang="fr-FR" sz="1000" b="0" strike="noStrike" spc="-1">
                <a:solidFill>
                  <a:srgbClr val="000000"/>
                </a:solidFill>
                <a:latin typeface="Arial"/>
                <a:ea typeface="Calibri"/>
              </a:rPr>
              <a:t>  </a:t>
            </a:r>
            <a:endParaRPr lang="fr-FR" sz="1000" b="0" strike="noStrike" spc="-1">
              <a:solidFill>
                <a:srgbClr val="000000"/>
              </a:solidFill>
              <a:latin typeface="Arial"/>
            </a:endParaRPr>
          </a:p>
          <a:p>
            <a:pPr marL="171360" indent="-171360">
              <a:lnSpc>
                <a:spcPct val="100000"/>
              </a:lnSpc>
              <a:buClr>
                <a:srgbClr val="000000"/>
              </a:buClr>
              <a:buFont typeface="Arial"/>
              <a:buChar char="•"/>
            </a:pPr>
            <a:r>
              <a:rPr lang="fr-FR" sz="1000" b="0" strike="noStrike" spc="-1">
                <a:solidFill>
                  <a:srgbClr val="000000"/>
                </a:solidFill>
                <a:latin typeface="Arial"/>
                <a:ea typeface="Calibri"/>
              </a:rPr>
              <a:t> </a:t>
            </a:r>
            <a:endParaRPr lang="fr-FR" sz="1000" b="0" strike="noStrike" spc="-1">
              <a:solidFill>
                <a:srgbClr val="000000"/>
              </a:solidFill>
              <a:latin typeface="Arial"/>
            </a:endParaRPr>
          </a:p>
          <a:p>
            <a:pPr marL="171360" indent="-171360">
              <a:lnSpc>
                <a:spcPct val="100000"/>
              </a:lnSpc>
              <a:buClr>
                <a:srgbClr val="000000"/>
              </a:buClr>
              <a:buFont typeface="Arial"/>
              <a:buChar char="•"/>
            </a:pPr>
            <a:r>
              <a:rPr lang="fr-FR" sz="1000" b="0" strike="noStrike" spc="-1">
                <a:solidFill>
                  <a:srgbClr val="000000"/>
                </a:solidFill>
                <a:latin typeface="Arial"/>
                <a:ea typeface="Calibri"/>
              </a:rPr>
              <a:t>APP : PROJ632</a:t>
            </a:r>
            <a:endParaRPr lang="fr-FR" sz="1000" b="0" strike="noStrike" spc="-1">
              <a:solidFill>
                <a:srgbClr val="000000"/>
              </a:solidFill>
              <a:latin typeface="Arial"/>
            </a:endParaRPr>
          </a:p>
          <a:p>
            <a:pPr>
              <a:lnSpc>
                <a:spcPct val="100000"/>
              </a:lnSpc>
            </a:pPr>
            <a:endParaRPr lang="fr-FR" sz="1000" b="0" strike="noStrike" spc="-1">
              <a:solidFill>
                <a:srgbClr val="000000"/>
              </a:solidFill>
              <a:latin typeface="Arial"/>
            </a:endParaRPr>
          </a:p>
        </p:txBody>
      </p:sp>
      <p:sp>
        <p:nvSpPr>
          <p:cNvPr id="413" name="ZoneTexte 18"/>
          <p:cNvSpPr/>
          <p:nvPr/>
        </p:nvSpPr>
        <p:spPr>
          <a:xfrm>
            <a:off x="2241360" y="4358520"/>
            <a:ext cx="6575760" cy="160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t">
            <a:spAutoFit/>
          </a:bodyPr>
          <a:lstStyle/>
          <a:p>
            <a:pPr marL="171360" indent="-171360">
              <a:lnSpc>
                <a:spcPct val="100000"/>
              </a:lnSpc>
              <a:buClr>
                <a:srgbClr val="000000"/>
              </a:buClr>
              <a:buFont typeface="Arial"/>
              <a:buChar char="•"/>
            </a:pPr>
            <a:r>
              <a:rPr lang="fr-FR" sz="1100" b="0" strike="noStrike" spc="-1">
                <a:solidFill>
                  <a:srgbClr val="000000"/>
                </a:solidFill>
                <a:latin typeface="Arial"/>
                <a:ea typeface="Calibri"/>
              </a:rPr>
              <a:t>Définir les caractéristiques techniques et fonctionnelles d'un système N-tiers (INFO833, INFO734_IDU)</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Spécifier et concevoir un logiciel (INFO732)</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sngStrike" spc="-1">
                <a:solidFill>
                  <a:srgbClr val="FE7F00"/>
                </a:solidFill>
                <a:latin typeface="Arial"/>
                <a:ea typeface="Calibri"/>
              </a:rPr>
              <a:t>Intégrer la dimension</a:t>
            </a:r>
            <a:r>
              <a:rPr lang="fr-FR" sz="1100" b="0" strike="noStrike" spc="-1">
                <a:solidFill>
                  <a:srgbClr val="000000"/>
                </a:solidFill>
                <a:latin typeface="Arial"/>
                <a:ea typeface="Calibri"/>
              </a:rPr>
              <a:t> </a:t>
            </a:r>
            <a:r>
              <a:rPr lang="fr-FR" sz="1100" b="0" strike="noStrike" spc="-1">
                <a:solidFill>
                  <a:srgbClr val="009E4F"/>
                </a:solidFill>
                <a:latin typeface="Arial"/>
                <a:ea typeface="Calibri"/>
              </a:rPr>
              <a:t>Mettre en œuvre un processus</a:t>
            </a:r>
            <a:r>
              <a:rPr lang="fr-FR" sz="1100" b="0" strike="noStrike" spc="-1">
                <a:solidFill>
                  <a:srgbClr val="000000"/>
                </a:solidFill>
                <a:latin typeface="Arial"/>
                <a:ea typeface="Calibri"/>
              </a:rPr>
              <a:t> qualité et d’intégration continue dans le développement logiciel (INFO832)</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Choisir une méthode de développement adaptée (INFO734)</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 </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APP : PROJ731, PROJ831, PROJ932</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Stage : PROJ801</a:t>
            </a:r>
            <a:endParaRPr lang="fr-FR" sz="1100" b="0" strike="noStrike" spc="-1">
              <a:solidFill>
                <a:srgbClr val="000000"/>
              </a:solidFill>
              <a:latin typeface="Arial"/>
            </a:endParaRPr>
          </a:p>
        </p:txBody>
      </p:sp>
      <p:sp>
        <p:nvSpPr>
          <p:cNvPr id="414" name="ZoneTexte 19"/>
          <p:cNvSpPr/>
          <p:nvPr/>
        </p:nvSpPr>
        <p:spPr>
          <a:xfrm>
            <a:off x="2298960" y="6672600"/>
            <a:ext cx="6518160" cy="160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t">
            <a:spAutoFit/>
          </a:bodyPr>
          <a:lstStyle/>
          <a:p>
            <a:pPr marL="171360" indent="-171360">
              <a:lnSpc>
                <a:spcPct val="100000"/>
              </a:lnSpc>
              <a:buClr>
                <a:srgbClr val="000000"/>
              </a:buClr>
              <a:buFont typeface="Arial"/>
              <a:buChar char="•"/>
            </a:pPr>
            <a:r>
              <a:rPr lang="fr-FR" sz="1100" b="0" strike="noStrike" spc="-1">
                <a:solidFill>
                  <a:srgbClr val="000000"/>
                </a:solidFill>
                <a:latin typeface="Arial"/>
                <a:ea typeface="Calibri"/>
              </a:rPr>
              <a:t>Définir et mettre en œuvre une architecture de système logiciel de donnée massives(DATA831)</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Caractériser et choisir les solutions logicielles et systèmes adaptées aux besoins (INFO932) </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S'assurer de la sûreté, la fiabilité et la sécurité du système, du traitement et des données (INFO731)</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Concevoir des applications et architectures multitâches et distribuées (INFO833)</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Évaluer et optimiser les performances opérationnelles et énergétiques d'un système logiciel</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 </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APP :  PROJ932</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Stage : PROJ1001</a:t>
            </a:r>
            <a:endParaRPr lang="fr-FR" sz="1100" b="0" strike="noStrike"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Rectangle 16"/>
          <p:cNvSpPr/>
          <p:nvPr/>
        </p:nvSpPr>
        <p:spPr>
          <a:xfrm>
            <a:off x="2232000" y="360000"/>
            <a:ext cx="6765120" cy="1437120"/>
          </a:xfrm>
          <a:prstGeom prst="rect">
            <a:avLst/>
          </a:prstGeom>
          <a:solidFill>
            <a:schemeClr val="accent2">
              <a:lumMod val="20000"/>
              <a:lumOff val="80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fr-FR" sz="1200" b="1" strike="noStrike" spc="-1">
                <a:solidFill>
                  <a:srgbClr val="000000"/>
                </a:solidFill>
                <a:latin typeface="Myriad Pro"/>
                <a:ea typeface="Calibri"/>
              </a:rPr>
              <a:t>Composantes essentielles</a:t>
            </a:r>
            <a:endParaRPr lang="fr-FR" sz="1200" b="0" strike="noStrike" spc="-1">
              <a:solidFill>
                <a:srgbClr val="000000"/>
              </a:solidFill>
              <a:latin typeface="Arial"/>
            </a:endParaRPr>
          </a:p>
          <a:p>
            <a:pPr marL="216000" indent="-216000">
              <a:buClr>
                <a:srgbClr val="000000"/>
              </a:buClr>
              <a:buSzPct val="45000"/>
              <a:buFont typeface="Wingdings" charset="2"/>
              <a:buChar char=""/>
            </a:pPr>
            <a:r>
              <a:rPr lang="fr-FR" sz="1000" b="0" strike="noStrike" spc="-1">
                <a:solidFill>
                  <a:srgbClr val="000000"/>
                </a:solidFill>
                <a:latin typeface="Arial"/>
              </a:rPr>
              <a:t>En utilisant des </a:t>
            </a:r>
            <a:r>
              <a:rPr lang="fr-FR" sz="1000" b="0" strike="sngStrike" spc="-1">
                <a:solidFill>
                  <a:srgbClr val="E47200"/>
                </a:solidFill>
                <a:latin typeface="Arial"/>
              </a:rPr>
              <a:t>multiples</a:t>
            </a:r>
            <a:r>
              <a:rPr lang="fr-FR" sz="1000" b="0" strike="noStrike" spc="-1">
                <a:solidFill>
                  <a:srgbClr val="000000"/>
                </a:solidFill>
                <a:latin typeface="Arial"/>
              </a:rPr>
              <a:t> outils d’acquisition </a:t>
            </a:r>
            <a:r>
              <a:rPr lang="fr-FR" sz="1000" b="0" strike="noStrike" spc="-1">
                <a:solidFill>
                  <a:srgbClr val="009E4F"/>
                </a:solidFill>
                <a:latin typeface="Arial"/>
              </a:rPr>
              <a:t>adaptés à la source de données</a:t>
            </a:r>
            <a:r>
              <a:rPr lang="fr-FR" sz="1000" b="0" strike="noStrike" spc="-1">
                <a:solidFill>
                  <a:srgbClr val="000000"/>
                </a:solidFill>
                <a:latin typeface="Arial"/>
              </a:rPr>
              <a:t> (scraping, des api web ou des dépôts de données structurées ou non)</a:t>
            </a:r>
          </a:p>
          <a:p>
            <a:pPr marL="216000" indent="-216000">
              <a:buClr>
                <a:srgbClr val="000000"/>
              </a:buClr>
              <a:buSzPct val="45000"/>
              <a:buFont typeface="Wingdings" charset="2"/>
              <a:buChar char=""/>
            </a:pPr>
            <a:r>
              <a:rPr lang="fr-FR" sz="1000" b="0" strike="noStrike" spc="-1">
                <a:solidFill>
                  <a:srgbClr val="000000"/>
                </a:solidFill>
                <a:latin typeface="Arial"/>
              </a:rPr>
              <a:t>En déployant des processus adaptés (mesure de la qualité, analyses statistiques, IA, rendus visuels...)</a:t>
            </a:r>
          </a:p>
          <a:p>
            <a:pPr marL="216000" indent="-216000">
              <a:buClr>
                <a:srgbClr val="000000"/>
              </a:buClr>
              <a:buSzPct val="45000"/>
              <a:buFont typeface="Wingdings" charset="2"/>
              <a:buChar char=""/>
            </a:pPr>
            <a:r>
              <a:rPr lang="fr-FR" sz="1000" b="0" strike="noStrike" spc="-1">
                <a:solidFill>
                  <a:srgbClr val="000000"/>
                </a:solidFill>
                <a:latin typeface="Arial"/>
              </a:rPr>
              <a:t>En déployant des analyses et visuels dans un but décisionnel </a:t>
            </a:r>
          </a:p>
          <a:p>
            <a:pPr marL="216000" indent="-216000">
              <a:buClr>
                <a:srgbClr val="000000"/>
              </a:buClr>
              <a:buSzPct val="45000"/>
              <a:buFont typeface="Wingdings" charset="2"/>
              <a:buChar char=""/>
            </a:pPr>
            <a:r>
              <a:rPr lang="fr-FR" sz="1000" b="0" strike="noStrike" spc="-1">
                <a:solidFill>
                  <a:srgbClr val="000000"/>
                </a:solidFill>
                <a:latin typeface="Arial"/>
              </a:rPr>
              <a:t>En </a:t>
            </a:r>
            <a:r>
              <a:rPr lang="fr-FR" sz="1000" b="0" strike="noStrike" spc="-1">
                <a:solidFill>
                  <a:srgbClr val="009E4F"/>
                </a:solidFill>
                <a:latin typeface="Arial"/>
              </a:rPr>
              <a:t>choisissant et </a:t>
            </a:r>
            <a:r>
              <a:rPr lang="fr-FR" sz="1000" b="0" strike="noStrike" spc="-1">
                <a:solidFill>
                  <a:srgbClr val="000000"/>
                </a:solidFill>
                <a:latin typeface="Arial"/>
              </a:rPr>
              <a:t>gérant un stockage adéquat </a:t>
            </a:r>
            <a:r>
              <a:rPr lang="fr-FR" sz="1000" b="0" strike="noStrike" spc="-1">
                <a:solidFill>
                  <a:srgbClr val="009E4F"/>
                </a:solidFill>
                <a:latin typeface="Arial"/>
              </a:rPr>
              <a:t>aux caractéristiques</a:t>
            </a:r>
            <a:r>
              <a:rPr lang="fr-FR" sz="1000" b="0" strike="noStrike" spc="-1">
                <a:solidFill>
                  <a:srgbClr val="000000"/>
                </a:solidFill>
                <a:latin typeface="Arial"/>
              </a:rPr>
              <a:t> de la donnée</a:t>
            </a:r>
          </a:p>
          <a:p>
            <a:pPr marL="216000" indent="-216000">
              <a:buClr>
                <a:srgbClr val="000000"/>
              </a:buClr>
              <a:buSzPct val="45000"/>
              <a:buFont typeface="Wingdings" charset="2"/>
              <a:buChar char=""/>
            </a:pPr>
            <a:r>
              <a:rPr lang="fr-FR" sz="1000" b="0" strike="noStrike" spc="-1">
                <a:solidFill>
                  <a:srgbClr val="000000"/>
                </a:solidFill>
                <a:latin typeface="Arial"/>
              </a:rPr>
              <a:t>En respectant les réglementations légales </a:t>
            </a:r>
          </a:p>
        </p:txBody>
      </p:sp>
      <p:sp>
        <p:nvSpPr>
          <p:cNvPr id="416" name="Rectangle 19"/>
          <p:cNvSpPr/>
          <p:nvPr/>
        </p:nvSpPr>
        <p:spPr>
          <a:xfrm>
            <a:off x="9252000" y="1380960"/>
            <a:ext cx="3373200" cy="6536160"/>
          </a:xfrm>
          <a:prstGeom prst="rect">
            <a:avLst/>
          </a:prstGeom>
          <a:solidFill>
            <a:schemeClr val="accent2">
              <a:lumMod val="40000"/>
              <a:lumOff val="60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fr-FR" sz="1200" b="1" strike="noStrike" spc="-1">
                <a:solidFill>
                  <a:srgbClr val="000000"/>
                </a:solidFill>
                <a:latin typeface="Calibri"/>
                <a:ea typeface="Calibri"/>
              </a:rPr>
              <a:t>(à compléter - voir les commentaires)</a:t>
            </a:r>
            <a:endParaRPr lang="fr-FR" sz="1200" b="0" strike="noStrike" spc="-1">
              <a:solidFill>
                <a:srgbClr val="000000"/>
              </a:solidFill>
              <a:latin typeface="Arial"/>
            </a:endParaRPr>
          </a:p>
          <a:p>
            <a:pPr>
              <a:lnSpc>
                <a:spcPct val="100000"/>
              </a:lnSpc>
            </a:pPr>
            <a:endParaRPr lang="fr-FR" sz="1200" b="0" strike="noStrike" spc="-1">
              <a:solidFill>
                <a:srgbClr val="000000"/>
              </a:solidFill>
              <a:latin typeface="Arial"/>
            </a:endParaRPr>
          </a:p>
          <a:p>
            <a:pPr>
              <a:lnSpc>
                <a:spcPct val="100000"/>
              </a:lnSpc>
            </a:pPr>
            <a:r>
              <a:rPr lang="fr-FR" sz="1200" b="0" strike="noStrike" spc="-1">
                <a:solidFill>
                  <a:srgbClr val="000000"/>
                </a:solidFill>
                <a:latin typeface="Arial"/>
                <a:ea typeface="DejaVu Sans"/>
              </a:rPr>
              <a:t>DATA Engineer, DATA Analyst, Data scientist</a:t>
            </a:r>
            <a:endParaRPr lang="fr-FR" sz="1200" b="0" strike="noStrike" spc="-1">
              <a:solidFill>
                <a:srgbClr val="000000"/>
              </a:solidFill>
              <a:latin typeface="Arial"/>
            </a:endParaRPr>
          </a:p>
          <a:p>
            <a:pPr>
              <a:lnSpc>
                <a:spcPct val="100000"/>
              </a:lnSpc>
            </a:pPr>
            <a:endParaRPr lang="fr-FR" sz="1200" b="0" strike="noStrike" spc="-1">
              <a:solidFill>
                <a:srgbClr val="000000"/>
              </a:solidFill>
              <a:latin typeface="Arial"/>
            </a:endParaRPr>
          </a:p>
          <a:p>
            <a:pPr>
              <a:lnSpc>
                <a:spcPct val="100000"/>
              </a:lnSpc>
            </a:pPr>
            <a:r>
              <a:rPr lang="fr-FR" sz="1200" b="1" strike="noStrike" spc="-1">
                <a:solidFill>
                  <a:srgbClr val="000000"/>
                </a:solidFill>
                <a:latin typeface="Calibri"/>
                <a:ea typeface="Calibri"/>
              </a:rPr>
              <a:t>Les situations professionnelles  sont celles réelles d'un ingénieur en poste</a:t>
            </a:r>
            <a:endParaRPr lang="fr-FR" sz="1200" b="0" strike="noStrike" spc="-1">
              <a:solidFill>
                <a:srgbClr val="000000"/>
              </a:solidFill>
              <a:latin typeface="Arial"/>
            </a:endParaRPr>
          </a:p>
          <a:p>
            <a:pPr>
              <a:lnSpc>
                <a:spcPct val="100000"/>
              </a:lnSpc>
            </a:pPr>
            <a:endParaRPr lang="fr-FR" sz="1200" b="0" strike="noStrike" spc="-1">
              <a:solidFill>
                <a:srgbClr val="000000"/>
              </a:solidFill>
              <a:latin typeface="Arial"/>
            </a:endParaRPr>
          </a:p>
          <a:p>
            <a:pPr>
              <a:lnSpc>
                <a:spcPct val="100000"/>
              </a:lnSpc>
            </a:pPr>
            <a:r>
              <a:rPr lang="fr-FR" sz="1200" b="0" strike="noStrike" spc="-1">
                <a:solidFill>
                  <a:srgbClr val="000000"/>
                </a:solidFill>
                <a:latin typeface="Calibri"/>
                <a:ea typeface="Calibri"/>
              </a:rPr>
              <a:t>ISOC831 Dimension Métier (présentation de situation professionnelles par des entreprises.)</a:t>
            </a:r>
            <a:endParaRPr lang="fr-FR" sz="1200" b="0" strike="noStrike" spc="-1">
              <a:solidFill>
                <a:srgbClr val="000000"/>
              </a:solidFill>
              <a:latin typeface="Arial"/>
            </a:endParaRPr>
          </a:p>
        </p:txBody>
      </p:sp>
      <p:sp>
        <p:nvSpPr>
          <p:cNvPr id="417" name="ZoneTexte 10"/>
          <p:cNvSpPr/>
          <p:nvPr/>
        </p:nvSpPr>
        <p:spPr>
          <a:xfrm>
            <a:off x="9252000" y="720000"/>
            <a:ext cx="3345120" cy="288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300" b="1" strike="noStrike" spc="-1">
                <a:solidFill>
                  <a:srgbClr val="000000"/>
                </a:solidFill>
                <a:latin typeface="Myriad Pro"/>
                <a:ea typeface="DejaVu Sans"/>
              </a:rPr>
              <a:t>Situations professionnelles</a:t>
            </a:r>
            <a:endParaRPr lang="fr-FR" sz="1300" b="0" strike="noStrike" spc="-1">
              <a:solidFill>
                <a:srgbClr val="000000"/>
              </a:solidFill>
              <a:latin typeface="Arial"/>
            </a:endParaRPr>
          </a:p>
        </p:txBody>
      </p:sp>
      <p:sp>
        <p:nvSpPr>
          <p:cNvPr id="418" name="Rectangle 22"/>
          <p:cNvSpPr/>
          <p:nvPr/>
        </p:nvSpPr>
        <p:spPr>
          <a:xfrm>
            <a:off x="2196000" y="2321280"/>
            <a:ext cx="6801120" cy="1671120"/>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b="0" strike="noStrike" spc="-1">
              <a:solidFill>
                <a:srgbClr val="000000"/>
              </a:solidFill>
              <a:latin typeface="Myriad Pro"/>
              <a:ea typeface="DejaVu Sans"/>
            </a:endParaRPr>
          </a:p>
        </p:txBody>
      </p:sp>
      <p:sp>
        <p:nvSpPr>
          <p:cNvPr id="419" name="Rectangle 25"/>
          <p:cNvSpPr/>
          <p:nvPr/>
        </p:nvSpPr>
        <p:spPr>
          <a:xfrm>
            <a:off x="2189520" y="4360320"/>
            <a:ext cx="6807600" cy="1876680"/>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b="0" strike="noStrike" spc="-1">
              <a:solidFill>
                <a:srgbClr val="000000"/>
              </a:solidFill>
              <a:latin typeface="Myriad Pro"/>
              <a:ea typeface="DejaVu Sans"/>
            </a:endParaRPr>
          </a:p>
        </p:txBody>
      </p:sp>
      <p:sp>
        <p:nvSpPr>
          <p:cNvPr id="420" name="Rectangle 35"/>
          <p:cNvSpPr/>
          <p:nvPr/>
        </p:nvSpPr>
        <p:spPr>
          <a:xfrm>
            <a:off x="2196000" y="6643800"/>
            <a:ext cx="6801120" cy="1876680"/>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b="0" strike="noStrike" spc="-1">
              <a:solidFill>
                <a:srgbClr val="000000"/>
              </a:solidFill>
              <a:latin typeface="Myriad Pro"/>
              <a:ea typeface="DejaVu Sans"/>
            </a:endParaRPr>
          </a:p>
        </p:txBody>
      </p:sp>
      <p:grpSp>
        <p:nvGrpSpPr>
          <p:cNvPr id="421" name="Groupe 7"/>
          <p:cNvGrpSpPr/>
          <p:nvPr/>
        </p:nvGrpSpPr>
        <p:grpSpPr>
          <a:xfrm>
            <a:off x="27360" y="2289240"/>
            <a:ext cx="2130120" cy="7030080"/>
            <a:chOff x="27360" y="2289240"/>
            <a:chExt cx="2130120" cy="7030080"/>
          </a:xfrm>
        </p:grpSpPr>
        <p:sp>
          <p:nvSpPr>
            <p:cNvPr id="422" name="Chevron 13"/>
            <p:cNvSpPr/>
            <p:nvPr/>
          </p:nvSpPr>
          <p:spPr>
            <a:xfrm rot="5400000">
              <a:off x="-271800" y="4645080"/>
              <a:ext cx="2743920" cy="2108880"/>
            </a:xfrm>
            <a:prstGeom prst="chevron">
              <a:avLst>
                <a:gd name="adj" fmla="val 21677"/>
              </a:avLst>
            </a:prstGeom>
            <a:solidFill>
              <a:schemeClr val="accent1">
                <a:lumMod val="40000"/>
                <a:lumOff val="6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2520" b="0" strike="noStrike" spc="-1">
                <a:solidFill>
                  <a:srgbClr val="000000"/>
                </a:solidFill>
                <a:latin typeface="Calibri"/>
                <a:ea typeface="DejaVu Sans"/>
              </a:endParaRPr>
            </a:p>
          </p:txBody>
        </p:sp>
        <p:sp>
          <p:nvSpPr>
            <p:cNvPr id="423" name="Chevron 14"/>
            <p:cNvSpPr/>
            <p:nvPr/>
          </p:nvSpPr>
          <p:spPr>
            <a:xfrm rot="5400000">
              <a:off x="-268920" y="6892560"/>
              <a:ext cx="2744280" cy="2108880"/>
            </a:xfrm>
            <a:prstGeom prst="chevron">
              <a:avLst>
                <a:gd name="adj" fmla="val 21677"/>
              </a:avLst>
            </a:prstGeom>
            <a:solidFill>
              <a:schemeClr val="accent1">
                <a:lumMod val="60000"/>
                <a:lumOff val="4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2520" b="0" strike="noStrike" spc="-1">
                <a:solidFill>
                  <a:srgbClr val="000000"/>
                </a:solidFill>
                <a:latin typeface="Calibri"/>
                <a:ea typeface="DejaVu Sans"/>
              </a:endParaRPr>
            </a:p>
          </p:txBody>
        </p:sp>
        <p:sp>
          <p:nvSpPr>
            <p:cNvPr id="424" name="Signalisation droite 6"/>
            <p:cNvSpPr/>
            <p:nvPr/>
          </p:nvSpPr>
          <p:spPr>
            <a:xfrm rot="5400000">
              <a:off x="-153000" y="2517840"/>
              <a:ext cx="2506320" cy="2108880"/>
            </a:xfrm>
            <a:prstGeom prst="homePlate">
              <a:avLst>
                <a:gd name="adj" fmla="val 23531"/>
              </a:avLst>
            </a:prstGeom>
            <a:solidFill>
              <a:schemeClr val="accent1">
                <a:lumMod val="20000"/>
                <a:lumOff val="8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200" b="0" strike="noStrike" spc="-1">
                <a:solidFill>
                  <a:srgbClr val="000000"/>
                </a:solidFill>
                <a:latin typeface="Myriad Pro"/>
                <a:ea typeface="DejaVu Sans"/>
              </a:endParaRPr>
            </a:p>
          </p:txBody>
        </p:sp>
        <p:sp>
          <p:nvSpPr>
            <p:cNvPr id="425" name="ZoneTexte 57"/>
            <p:cNvSpPr/>
            <p:nvPr/>
          </p:nvSpPr>
          <p:spPr>
            <a:xfrm>
              <a:off x="41760" y="2289240"/>
              <a:ext cx="2108880" cy="1187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200" b="1" strike="noStrike" spc="-1">
                  <a:solidFill>
                    <a:srgbClr val="000000"/>
                  </a:solidFill>
                  <a:latin typeface="Myriad Pro"/>
                  <a:ea typeface="Calibri"/>
                </a:rPr>
                <a:t>Niveau 1</a:t>
              </a:r>
              <a:endParaRPr lang="fr-FR" sz="1200" b="0" strike="noStrike" spc="-1">
                <a:solidFill>
                  <a:srgbClr val="000000"/>
                </a:solidFill>
                <a:latin typeface="Arial"/>
              </a:endParaRPr>
            </a:p>
            <a:p>
              <a:pPr>
                <a:lnSpc>
                  <a:spcPct val="100000"/>
                </a:lnSpc>
              </a:pPr>
              <a:r>
                <a:rPr lang="fr-FR" sz="1200" b="0" strike="noStrike" spc="-1">
                  <a:solidFill>
                    <a:srgbClr val="000000"/>
                  </a:solidFill>
                  <a:latin typeface="Calibri"/>
                  <a:ea typeface="Calibri"/>
                </a:rPr>
                <a:t>Pour des données simples, en petites quantités (&lt;1000 tuples, &lt;20 caractéristique, traitable en temps réel sur un PC de type bureautique)</a:t>
              </a:r>
              <a:endParaRPr lang="fr-FR" sz="1200" b="0" strike="noStrike" spc="-1">
                <a:solidFill>
                  <a:srgbClr val="000000"/>
                </a:solidFill>
                <a:latin typeface="Arial"/>
              </a:endParaRPr>
            </a:p>
          </p:txBody>
        </p:sp>
        <p:sp>
          <p:nvSpPr>
            <p:cNvPr id="426" name="ZoneTexte 58"/>
            <p:cNvSpPr/>
            <p:nvPr/>
          </p:nvSpPr>
          <p:spPr>
            <a:xfrm>
              <a:off x="41760" y="4875120"/>
              <a:ext cx="2108880" cy="1004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200" b="1" strike="noStrike" spc="-1">
                  <a:solidFill>
                    <a:srgbClr val="000000"/>
                  </a:solidFill>
                  <a:latin typeface="Myriad Pro"/>
                  <a:ea typeface="Calibri"/>
                </a:rPr>
                <a:t>Niveau 2</a:t>
              </a:r>
              <a:endParaRPr lang="fr-FR" sz="1200" b="0" strike="noStrike" spc="-1">
                <a:solidFill>
                  <a:srgbClr val="000000"/>
                </a:solidFill>
                <a:latin typeface="Arial"/>
              </a:endParaRPr>
            </a:p>
            <a:p>
              <a:pPr>
                <a:lnSpc>
                  <a:spcPct val="100000"/>
                </a:lnSpc>
              </a:pPr>
              <a:r>
                <a:rPr lang="fr-FR" sz="1200" b="0" strike="noStrike" spc="-1">
                  <a:solidFill>
                    <a:srgbClr val="000000"/>
                  </a:solidFill>
                  <a:latin typeface="Calibri"/>
                  <a:ea typeface="Calibri"/>
                </a:rPr>
                <a:t>Pour de grandes quantités de données nécessitant une ou plusieurs stations de calculs intensifs</a:t>
              </a:r>
              <a:endParaRPr lang="fr-FR" sz="1200" b="0" strike="noStrike" spc="-1">
                <a:solidFill>
                  <a:srgbClr val="000000"/>
                </a:solidFill>
                <a:latin typeface="Arial"/>
              </a:endParaRPr>
            </a:p>
          </p:txBody>
        </p:sp>
        <p:sp>
          <p:nvSpPr>
            <p:cNvPr id="427" name="ZoneTexte 59"/>
            <p:cNvSpPr/>
            <p:nvPr/>
          </p:nvSpPr>
          <p:spPr>
            <a:xfrm>
              <a:off x="27360" y="7135560"/>
              <a:ext cx="2108880" cy="821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200" b="1" strike="noStrike" spc="-1">
                  <a:solidFill>
                    <a:srgbClr val="000000"/>
                  </a:solidFill>
                  <a:latin typeface="Myriad Pro"/>
                  <a:ea typeface="Calibri"/>
                </a:rPr>
                <a:t>Niveau 3</a:t>
              </a:r>
              <a:endParaRPr lang="fr-FR" sz="1200" b="0" strike="noStrike" spc="-1">
                <a:solidFill>
                  <a:srgbClr val="000000"/>
                </a:solidFill>
                <a:latin typeface="Arial"/>
              </a:endParaRPr>
            </a:p>
            <a:p>
              <a:pPr>
                <a:lnSpc>
                  <a:spcPct val="100000"/>
                </a:lnSpc>
              </a:pPr>
              <a:r>
                <a:rPr lang="fr-FR" sz="1200" b="0" strike="noStrike" spc="-1">
                  <a:solidFill>
                    <a:srgbClr val="000000"/>
                  </a:solidFill>
                  <a:latin typeface="Calibri"/>
                  <a:ea typeface="Calibri"/>
                </a:rPr>
                <a:t>Pour des données nécessitant des techniques de BigData (en volume, vélocité ou variété)</a:t>
              </a:r>
              <a:endParaRPr lang="fr-FR" sz="1200" b="0" strike="noStrike" spc="-1">
                <a:solidFill>
                  <a:srgbClr val="000000"/>
                </a:solidFill>
                <a:latin typeface="Arial"/>
              </a:endParaRPr>
            </a:p>
          </p:txBody>
        </p:sp>
      </p:grpSp>
      <p:sp>
        <p:nvSpPr>
          <p:cNvPr id="428" name="ZoneTexte 60"/>
          <p:cNvSpPr/>
          <p:nvPr/>
        </p:nvSpPr>
        <p:spPr>
          <a:xfrm>
            <a:off x="2131200" y="1978920"/>
            <a:ext cx="3654360" cy="334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fr-FR" sz="1600" b="1" i="1" strike="noStrike" spc="-1">
                <a:solidFill>
                  <a:srgbClr val="000000"/>
                </a:solidFill>
                <a:latin typeface="Calibri"/>
                <a:ea typeface="DejaVu Sans"/>
              </a:rPr>
              <a:t>Apprentissages critiques</a:t>
            </a:r>
            <a:endParaRPr lang="fr-FR" sz="1600" b="0" strike="noStrike" spc="-1">
              <a:solidFill>
                <a:srgbClr val="000000"/>
              </a:solidFill>
              <a:latin typeface="Arial"/>
            </a:endParaRPr>
          </a:p>
        </p:txBody>
      </p:sp>
      <p:sp>
        <p:nvSpPr>
          <p:cNvPr id="429" name="Rectangle 45"/>
          <p:cNvSpPr/>
          <p:nvPr/>
        </p:nvSpPr>
        <p:spPr>
          <a:xfrm>
            <a:off x="36000" y="360000"/>
            <a:ext cx="2157120" cy="143712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spcAft>
                <a:spcPts val="601"/>
              </a:spcAft>
            </a:pPr>
            <a:r>
              <a:rPr lang="fr-FR" sz="1200" b="1" strike="noStrike" cap="all" spc="-1">
                <a:solidFill>
                  <a:srgbClr val="FFFFFF"/>
                </a:solidFill>
                <a:latin typeface="Myriad Pro"/>
                <a:ea typeface="Calibri"/>
              </a:rPr>
              <a:t>Collecter et traiter des données numériques</a:t>
            </a:r>
            <a:endParaRPr lang="fr-FR" sz="1200" b="0" strike="noStrike" spc="-1">
              <a:solidFill>
                <a:srgbClr val="FFFFFF"/>
              </a:solidFill>
              <a:latin typeface="Arial"/>
            </a:endParaRPr>
          </a:p>
          <a:p>
            <a:pPr algn="ctr">
              <a:lnSpc>
                <a:spcPct val="100000"/>
              </a:lnSpc>
              <a:spcAft>
                <a:spcPts val="601"/>
              </a:spcAft>
            </a:pPr>
            <a:r>
              <a:rPr lang="fr-FR" sz="1200" b="0" strike="noStrike" cap="all" spc="-1">
                <a:solidFill>
                  <a:srgbClr val="FFFFFE"/>
                </a:solidFill>
                <a:latin typeface="Calibri"/>
                <a:ea typeface="Calibri"/>
              </a:rPr>
              <a:t>RNCP35994BC02</a:t>
            </a:r>
            <a:endParaRPr lang="fr-FR" sz="1200" b="0" strike="noStrike" spc="-1">
              <a:solidFill>
                <a:srgbClr val="FFFFFF"/>
              </a:solidFill>
              <a:latin typeface="Arial"/>
            </a:endParaRPr>
          </a:p>
        </p:txBody>
      </p:sp>
      <p:sp>
        <p:nvSpPr>
          <p:cNvPr id="430" name="ZoneTexte 61"/>
          <p:cNvSpPr/>
          <p:nvPr/>
        </p:nvSpPr>
        <p:spPr>
          <a:xfrm>
            <a:off x="2298960" y="2404800"/>
            <a:ext cx="6518160" cy="131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t">
            <a:spAutoFit/>
          </a:bodyPr>
          <a:lstStyle/>
          <a:p>
            <a:pPr marL="171360" indent="-171360">
              <a:lnSpc>
                <a:spcPct val="100000"/>
              </a:lnSpc>
              <a:buClr>
                <a:srgbClr val="000000"/>
              </a:buClr>
              <a:buFont typeface="Arial"/>
              <a:buChar char="•"/>
            </a:pPr>
            <a:r>
              <a:rPr lang="fr-FR" sz="1000" b="0" strike="noStrike" spc="-1">
                <a:solidFill>
                  <a:srgbClr val="000000"/>
                </a:solidFill>
                <a:latin typeface="Arial"/>
                <a:ea typeface="Calibri"/>
              </a:rPr>
              <a:t>Acquérir des données provenant d’Internet (APP : PROJ531)</a:t>
            </a:r>
            <a:endParaRPr lang="fr-FR" sz="1000" b="0" strike="noStrike" spc="-1">
              <a:solidFill>
                <a:srgbClr val="000000"/>
              </a:solidFill>
              <a:latin typeface="Arial"/>
            </a:endParaRPr>
          </a:p>
          <a:p>
            <a:pPr marL="171360" indent="-171360">
              <a:lnSpc>
                <a:spcPct val="100000"/>
              </a:lnSpc>
              <a:buClr>
                <a:srgbClr val="000000"/>
              </a:buClr>
              <a:buFont typeface="Arial"/>
              <a:buChar char="•"/>
            </a:pPr>
            <a:r>
              <a:rPr lang="fr-FR" sz="1000" b="0" strike="noStrike" spc="-1">
                <a:solidFill>
                  <a:srgbClr val="000000"/>
                </a:solidFill>
                <a:latin typeface="Arial"/>
                <a:ea typeface="Calibri"/>
              </a:rPr>
              <a:t>Récupérer des données provenant d’un dépôt de données structurées (INFO502, INFO633)</a:t>
            </a:r>
            <a:endParaRPr lang="fr-FR" sz="1000" b="0" strike="noStrike" spc="-1">
              <a:solidFill>
                <a:srgbClr val="000000"/>
              </a:solidFill>
              <a:latin typeface="Arial"/>
            </a:endParaRPr>
          </a:p>
          <a:p>
            <a:pPr marL="171360" indent="-171360">
              <a:lnSpc>
                <a:spcPct val="100000"/>
              </a:lnSpc>
              <a:buClr>
                <a:srgbClr val="000000"/>
              </a:buClr>
              <a:buFont typeface="Arial"/>
              <a:buChar char="•"/>
            </a:pPr>
            <a:r>
              <a:rPr lang="fr-FR" sz="1000" b="0" strike="noStrike" spc="-1">
                <a:solidFill>
                  <a:srgbClr val="000000"/>
                </a:solidFill>
                <a:latin typeface="Arial"/>
                <a:ea typeface="Calibri"/>
              </a:rPr>
              <a:t>Organiser des données selon des structures de graphe  (MATH531 , PROJ631)</a:t>
            </a:r>
            <a:endParaRPr lang="fr-FR" sz="1000" b="0" strike="noStrike" spc="-1">
              <a:solidFill>
                <a:srgbClr val="000000"/>
              </a:solidFill>
              <a:latin typeface="Arial"/>
            </a:endParaRPr>
          </a:p>
          <a:p>
            <a:pPr marL="171360" indent="-171360">
              <a:lnSpc>
                <a:spcPct val="100000"/>
              </a:lnSpc>
              <a:buClr>
                <a:srgbClr val="000000"/>
              </a:buClr>
              <a:buFont typeface="Arial"/>
              <a:buChar char="•"/>
            </a:pPr>
            <a:r>
              <a:rPr lang="fr-FR" sz="1000" b="0" strike="sngStrike" spc="-1">
                <a:solidFill>
                  <a:srgbClr val="E47200"/>
                </a:solidFill>
                <a:latin typeface="Arial"/>
                <a:ea typeface="Calibri"/>
              </a:rPr>
              <a:t>Mobiliser</a:t>
            </a:r>
            <a:r>
              <a:rPr lang="fr-FR" sz="1000" b="0" strike="noStrike" spc="-1">
                <a:solidFill>
                  <a:srgbClr val="000000"/>
                </a:solidFill>
                <a:latin typeface="Arial"/>
                <a:ea typeface="Calibri"/>
              </a:rPr>
              <a:t> </a:t>
            </a:r>
            <a:r>
              <a:rPr lang="fr-FR" sz="1000" b="0" strike="noStrike" spc="-1">
                <a:solidFill>
                  <a:srgbClr val="00C462"/>
                </a:solidFill>
                <a:latin typeface="Arial"/>
                <a:ea typeface="Calibri"/>
              </a:rPr>
              <a:t>Implémenter</a:t>
            </a:r>
            <a:r>
              <a:rPr lang="fr-FR" sz="1000" b="0" strike="noStrike" spc="-1">
                <a:solidFill>
                  <a:srgbClr val="000000"/>
                </a:solidFill>
                <a:latin typeface="Arial"/>
                <a:ea typeface="Calibri"/>
              </a:rPr>
              <a:t> des outils mathématiques (MATH501, MATH531, MATH641, PROJ631)</a:t>
            </a:r>
            <a:endParaRPr lang="fr-FR" sz="1000" b="0" strike="noStrike" spc="-1">
              <a:solidFill>
                <a:srgbClr val="000000"/>
              </a:solidFill>
              <a:latin typeface="Arial"/>
            </a:endParaRPr>
          </a:p>
          <a:p>
            <a:pPr marL="171360" indent="-171360">
              <a:lnSpc>
                <a:spcPct val="100000"/>
              </a:lnSpc>
              <a:buClr>
                <a:srgbClr val="000000"/>
              </a:buClr>
              <a:buFont typeface="Arial"/>
              <a:buChar char="•"/>
            </a:pPr>
            <a:r>
              <a:rPr lang="fr-FR" sz="1000" b="0" strike="noStrike" spc="-1">
                <a:solidFill>
                  <a:srgbClr val="000000"/>
                </a:solidFill>
                <a:latin typeface="Arial"/>
                <a:ea typeface="Calibri"/>
              </a:rPr>
              <a:t>Déployer les bases</a:t>
            </a:r>
            <a:r>
              <a:rPr lang="fr-FR" sz="1000" b="0" strike="noStrike" spc="-1">
                <a:solidFill>
                  <a:srgbClr val="009E4F"/>
                </a:solidFill>
                <a:latin typeface="Arial"/>
                <a:ea typeface="Calibri"/>
              </a:rPr>
              <a:t> algorithmiques </a:t>
            </a:r>
            <a:r>
              <a:rPr lang="fr-FR" sz="1000" b="0" strike="noStrike" spc="-1">
                <a:solidFill>
                  <a:srgbClr val="000000"/>
                </a:solidFill>
                <a:latin typeface="Arial"/>
                <a:ea typeface="Calibri"/>
              </a:rPr>
              <a:t>de la logique</a:t>
            </a:r>
            <a:r>
              <a:rPr lang="fr-FR" sz="1000" b="0" strike="noStrike" spc="-1">
                <a:solidFill>
                  <a:srgbClr val="009E4F"/>
                </a:solidFill>
                <a:latin typeface="Arial"/>
                <a:ea typeface="Calibri"/>
              </a:rPr>
              <a:t> du 1e ordre </a:t>
            </a:r>
            <a:r>
              <a:rPr lang="fr-FR" sz="1000" b="0" strike="noStrike" spc="-1">
                <a:solidFill>
                  <a:srgbClr val="000000"/>
                </a:solidFill>
                <a:latin typeface="Arial"/>
                <a:ea typeface="Calibri"/>
              </a:rPr>
              <a:t>et </a:t>
            </a:r>
            <a:r>
              <a:rPr lang="fr-FR" sz="1000" b="0" strike="sngStrike" spc="-1">
                <a:solidFill>
                  <a:srgbClr val="E47200"/>
                </a:solidFill>
                <a:latin typeface="Arial"/>
                <a:ea typeface="Calibri"/>
              </a:rPr>
              <a:t>de l’IA</a:t>
            </a:r>
            <a:r>
              <a:rPr lang="fr-FR" sz="1000" b="0" strike="noStrike" spc="-1">
                <a:solidFill>
                  <a:srgbClr val="000000"/>
                </a:solidFill>
                <a:latin typeface="Arial"/>
                <a:ea typeface="Calibri"/>
              </a:rPr>
              <a:t> </a:t>
            </a:r>
            <a:r>
              <a:rPr lang="fr-FR" sz="1000" b="0" strike="noStrike" spc="-1">
                <a:solidFill>
                  <a:srgbClr val="00C462"/>
                </a:solidFill>
                <a:latin typeface="Arial"/>
                <a:ea typeface="Calibri"/>
              </a:rPr>
              <a:t>des réseaux de neurones</a:t>
            </a:r>
            <a:r>
              <a:rPr lang="fr-FR" sz="1000" b="0" strike="noStrike" spc="-1">
                <a:solidFill>
                  <a:srgbClr val="000000"/>
                </a:solidFill>
                <a:latin typeface="Arial"/>
                <a:ea typeface="Calibri"/>
              </a:rPr>
              <a:t> (INFO631)</a:t>
            </a:r>
            <a:endParaRPr lang="fr-FR" sz="1000" b="0" strike="noStrike" spc="-1">
              <a:solidFill>
                <a:srgbClr val="000000"/>
              </a:solidFill>
              <a:latin typeface="Arial"/>
            </a:endParaRPr>
          </a:p>
          <a:p>
            <a:pPr marL="171360" indent="-171360">
              <a:lnSpc>
                <a:spcPct val="100000"/>
              </a:lnSpc>
              <a:buClr>
                <a:srgbClr val="000000"/>
              </a:buClr>
              <a:buFont typeface="Arial"/>
              <a:buChar char="•"/>
            </a:pPr>
            <a:r>
              <a:rPr lang="fr-FR" sz="1000" b="0" strike="sngStrike" spc="-1">
                <a:solidFill>
                  <a:srgbClr val="E47200"/>
                </a:solidFill>
                <a:latin typeface="Arial"/>
                <a:ea typeface="Calibri"/>
              </a:rPr>
              <a:t>Visualiser les données</a:t>
            </a:r>
            <a:r>
              <a:rPr lang="fr-FR" sz="1000" b="0" strike="noStrike" spc="-1">
                <a:solidFill>
                  <a:srgbClr val="000000"/>
                </a:solidFill>
                <a:latin typeface="Arial"/>
                <a:ea typeface="Calibri"/>
              </a:rPr>
              <a:t> </a:t>
            </a:r>
            <a:r>
              <a:rPr lang="fr-FR" sz="1000" b="0" strike="noStrike" spc="-1">
                <a:solidFill>
                  <a:srgbClr val="009E4F"/>
                </a:solidFill>
                <a:latin typeface="Arial"/>
                <a:ea typeface="Calibri"/>
              </a:rPr>
              <a:t>Réaliser des rendus visuels </a:t>
            </a:r>
            <a:r>
              <a:rPr lang="fr-FR" sz="1000" b="0" strike="noStrike" spc="-1">
                <a:solidFill>
                  <a:srgbClr val="000000"/>
                </a:solidFill>
                <a:latin typeface="Arial"/>
                <a:ea typeface="Calibri"/>
              </a:rPr>
              <a:t>(INFO633)</a:t>
            </a:r>
            <a:endParaRPr lang="fr-FR" sz="1000" b="0" strike="noStrike" spc="-1">
              <a:solidFill>
                <a:srgbClr val="000000"/>
              </a:solidFill>
              <a:latin typeface="Arial"/>
            </a:endParaRPr>
          </a:p>
          <a:p>
            <a:pPr marL="171360" indent="-171360">
              <a:lnSpc>
                <a:spcPct val="100000"/>
              </a:lnSpc>
              <a:buClr>
                <a:srgbClr val="000000"/>
              </a:buClr>
              <a:buFont typeface="Arial"/>
              <a:buChar char="•"/>
            </a:pPr>
            <a:r>
              <a:rPr lang="fr-FR" sz="1000" b="0" strike="noStrike" spc="-1">
                <a:solidFill>
                  <a:srgbClr val="000000"/>
                </a:solidFill>
                <a:latin typeface="Arial"/>
                <a:ea typeface="Calibri"/>
              </a:rPr>
              <a:t> </a:t>
            </a:r>
            <a:endParaRPr lang="fr-FR" sz="1000" b="0" strike="noStrike" spc="-1">
              <a:solidFill>
                <a:srgbClr val="000000"/>
              </a:solidFill>
              <a:latin typeface="Arial"/>
            </a:endParaRPr>
          </a:p>
          <a:p>
            <a:pPr marL="171360" indent="-171360">
              <a:lnSpc>
                <a:spcPct val="100000"/>
              </a:lnSpc>
              <a:buClr>
                <a:srgbClr val="000000"/>
              </a:buClr>
              <a:buFont typeface="Arial"/>
              <a:buChar char="•"/>
            </a:pPr>
            <a:r>
              <a:rPr lang="fr-FR" sz="1000" b="0" strike="noStrike" spc="-1">
                <a:solidFill>
                  <a:srgbClr val="000000"/>
                </a:solidFill>
                <a:latin typeface="Arial"/>
                <a:ea typeface="Calibri"/>
              </a:rPr>
              <a:t>APP : PROJ632</a:t>
            </a:r>
            <a:endParaRPr lang="fr-FR" sz="1000" b="0" strike="noStrike" spc="-1">
              <a:solidFill>
                <a:srgbClr val="000000"/>
              </a:solidFill>
              <a:latin typeface="Arial"/>
            </a:endParaRPr>
          </a:p>
        </p:txBody>
      </p:sp>
      <p:sp>
        <p:nvSpPr>
          <p:cNvPr id="431" name="ZoneTexte 62"/>
          <p:cNvSpPr/>
          <p:nvPr/>
        </p:nvSpPr>
        <p:spPr>
          <a:xfrm>
            <a:off x="2241360" y="4358520"/>
            <a:ext cx="6755760" cy="1922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t">
            <a:spAutoFit/>
          </a:bodyPr>
          <a:lstStyle/>
          <a:p>
            <a:pPr marL="170815" indent="-170815">
              <a:lnSpc>
                <a:spcPct val="100000"/>
              </a:lnSpc>
              <a:buClr>
                <a:srgbClr val="000000"/>
              </a:buClr>
              <a:buFont typeface="Arial"/>
              <a:buChar char="•"/>
            </a:pPr>
            <a:r>
              <a:rPr lang="fr-FR" sz="1000" b="0" strike="noStrike" spc="-1" dirty="0">
                <a:solidFill>
                  <a:srgbClr val="000000"/>
                </a:solidFill>
                <a:latin typeface="Arial"/>
                <a:ea typeface="Calibri"/>
              </a:rPr>
              <a:t>Évaluer la qualité de la donnée (INFO832)</a:t>
            </a:r>
            <a:endParaRPr lang="fr-FR" sz="1000" b="0" strike="noStrike" spc="-1" dirty="0">
              <a:solidFill>
                <a:srgbClr val="000000"/>
              </a:solidFill>
              <a:latin typeface="Arial"/>
            </a:endParaRPr>
          </a:p>
          <a:p>
            <a:pPr marL="170815" indent="-170815">
              <a:lnSpc>
                <a:spcPct val="100000"/>
              </a:lnSpc>
              <a:buClr>
                <a:srgbClr val="000000"/>
              </a:buClr>
              <a:buFont typeface="Arial"/>
              <a:buChar char="•"/>
            </a:pPr>
            <a:r>
              <a:rPr lang="fr-FR" sz="1000" b="0" strike="noStrike" spc="-1" dirty="0">
                <a:solidFill>
                  <a:srgbClr val="000000"/>
                </a:solidFill>
                <a:latin typeface="Arial"/>
                <a:ea typeface="Calibri"/>
              </a:rPr>
              <a:t>Répartir les fonctionnalités (acquisition, stockage, traitements, visualisation...) sur un système </a:t>
            </a:r>
            <a:r>
              <a:rPr lang="fr-FR" sz="1000" spc="-1" dirty="0">
                <a:solidFill>
                  <a:srgbClr val="000000"/>
                </a:solidFill>
                <a:latin typeface="Arial"/>
                <a:ea typeface="Calibri"/>
              </a:rPr>
              <a:t>N-Tiers</a:t>
            </a:r>
            <a:r>
              <a:rPr lang="fr-FR" sz="1000" b="0" strike="noStrike" spc="-1" dirty="0">
                <a:solidFill>
                  <a:srgbClr val="000000"/>
                </a:solidFill>
                <a:latin typeface="Arial"/>
                <a:ea typeface="Calibri"/>
              </a:rPr>
              <a:t> (INFO834)</a:t>
            </a:r>
            <a:endParaRPr lang="fr-FR" sz="1000" b="0" strike="noStrike" spc="-1" dirty="0">
              <a:solidFill>
                <a:srgbClr val="000000"/>
              </a:solidFill>
              <a:latin typeface="Arial"/>
            </a:endParaRPr>
          </a:p>
          <a:p>
            <a:pPr marL="170815" indent="-170815">
              <a:lnSpc>
                <a:spcPct val="100000"/>
              </a:lnSpc>
              <a:buClr>
                <a:srgbClr val="000000"/>
              </a:buClr>
              <a:buFont typeface="Arial"/>
              <a:buChar char="•"/>
            </a:pPr>
            <a:r>
              <a:rPr lang="fr-FR" sz="1000" b="0" strike="noStrike" spc="-1" dirty="0">
                <a:solidFill>
                  <a:srgbClr val="000000"/>
                </a:solidFill>
                <a:latin typeface="Arial"/>
                <a:ea typeface="Calibri"/>
              </a:rPr>
              <a:t>Déployer des traitements distribués (INFO743, INFO731)</a:t>
            </a:r>
            <a:endParaRPr lang="fr-FR" sz="1000" b="0" strike="noStrike" spc="-1" dirty="0">
              <a:solidFill>
                <a:srgbClr val="000000"/>
              </a:solidFill>
              <a:latin typeface="Arial"/>
            </a:endParaRPr>
          </a:p>
          <a:p>
            <a:pPr marL="170815" indent="-170815">
              <a:lnSpc>
                <a:spcPct val="100000"/>
              </a:lnSpc>
              <a:buClr>
                <a:srgbClr val="000000"/>
              </a:buClr>
              <a:buFont typeface="Arial"/>
              <a:buChar char="•"/>
            </a:pPr>
            <a:r>
              <a:rPr lang="fr-FR" sz="1000" b="0" strike="sngStrike" spc="-1" dirty="0">
                <a:solidFill>
                  <a:srgbClr val="E47200"/>
                </a:solidFill>
                <a:latin typeface="Arial"/>
                <a:ea typeface="Calibri"/>
              </a:rPr>
              <a:t>Mobiliser des outils stochastiques</a:t>
            </a:r>
            <a:endParaRPr lang="fr-FR" sz="1000" b="0" strike="noStrike" spc="-1" dirty="0">
              <a:solidFill>
                <a:srgbClr val="000000"/>
              </a:solidFill>
              <a:latin typeface="Arial"/>
            </a:endParaRPr>
          </a:p>
          <a:p>
            <a:pPr marL="170815" indent="-170815">
              <a:lnSpc>
                <a:spcPct val="100000"/>
              </a:lnSpc>
              <a:buClr>
                <a:srgbClr val="000000"/>
              </a:buClr>
              <a:buFont typeface="Arial"/>
              <a:buChar char="•"/>
            </a:pPr>
            <a:r>
              <a:rPr lang="fr-FR" sz="1000" b="0" strike="noStrike" spc="-1" dirty="0">
                <a:solidFill>
                  <a:srgbClr val="00C462"/>
                </a:solidFill>
                <a:latin typeface="Arial"/>
                <a:ea typeface="Calibri"/>
              </a:rPr>
              <a:t>Choisir et mettre en œuvre des outils d’IA (approches stochastiques, </a:t>
            </a:r>
            <a:r>
              <a:rPr lang="fr-FR" sz="1000" b="0" strike="noStrike" spc="-1" dirty="0" err="1">
                <a:solidFill>
                  <a:srgbClr val="00C462"/>
                </a:solidFill>
                <a:latin typeface="Arial"/>
                <a:ea typeface="Calibri"/>
              </a:rPr>
              <a:t>deep</a:t>
            </a:r>
            <a:r>
              <a:rPr lang="fr-FR" sz="1000" b="0" strike="noStrike" spc="-1" dirty="0">
                <a:solidFill>
                  <a:srgbClr val="00C462"/>
                </a:solidFill>
                <a:latin typeface="Arial"/>
                <a:ea typeface="Calibri"/>
              </a:rPr>
              <a:t> </a:t>
            </a:r>
            <a:r>
              <a:rPr lang="fr-FR" sz="1000" b="0" strike="noStrike" spc="-1" dirty="0" err="1">
                <a:solidFill>
                  <a:srgbClr val="00C462"/>
                </a:solidFill>
                <a:latin typeface="Arial"/>
                <a:ea typeface="Calibri"/>
              </a:rPr>
              <a:t>learning</a:t>
            </a:r>
            <a:r>
              <a:rPr lang="fr-FR" sz="1000" b="0" strike="noStrike" spc="-1" dirty="0">
                <a:solidFill>
                  <a:srgbClr val="00C462"/>
                </a:solidFill>
                <a:latin typeface="Arial"/>
                <a:ea typeface="Calibri"/>
              </a:rPr>
              <a:t>) pour l’analyse et la prédiction de données </a:t>
            </a:r>
            <a:r>
              <a:rPr lang="fr-FR" sz="1000" b="0" strike="noStrike" spc="-1" dirty="0">
                <a:solidFill>
                  <a:srgbClr val="000000"/>
                </a:solidFill>
                <a:latin typeface="Arial"/>
                <a:ea typeface="Calibri"/>
              </a:rPr>
              <a:t>(DATA731, MATH741, DATA832, DATA931)</a:t>
            </a:r>
            <a:endParaRPr lang="fr-FR" sz="1000" b="0" strike="noStrike" spc="-1" dirty="0">
              <a:solidFill>
                <a:srgbClr val="000000"/>
              </a:solidFill>
              <a:latin typeface="Arial"/>
            </a:endParaRPr>
          </a:p>
          <a:p>
            <a:pPr marL="170815" indent="-170815">
              <a:lnSpc>
                <a:spcPct val="100000"/>
              </a:lnSpc>
              <a:buClr>
                <a:srgbClr val="000000"/>
              </a:buClr>
              <a:buFont typeface="Arial"/>
              <a:buChar char="•"/>
            </a:pPr>
            <a:r>
              <a:rPr lang="fr-FR" sz="1000" b="0" strike="noStrike" spc="-1" dirty="0">
                <a:solidFill>
                  <a:srgbClr val="000000"/>
                </a:solidFill>
                <a:latin typeface="Arial"/>
                <a:ea typeface="Calibri"/>
              </a:rPr>
              <a:t>Développer des rendus visuels divers, en vue d’une aide à la décision (DATA732, INFO734, INFO831) </a:t>
            </a:r>
            <a:endParaRPr lang="fr-FR" sz="1000" b="0" strike="noStrike" spc="-1" dirty="0">
              <a:solidFill>
                <a:srgbClr val="000000"/>
              </a:solidFill>
              <a:latin typeface="Arial"/>
            </a:endParaRPr>
          </a:p>
          <a:p>
            <a:pPr marL="170815" indent="-170815">
              <a:lnSpc>
                <a:spcPct val="100000"/>
              </a:lnSpc>
              <a:buClr>
                <a:srgbClr val="000000"/>
              </a:buClr>
              <a:buFont typeface="Arial"/>
              <a:buChar char="•"/>
            </a:pPr>
            <a:r>
              <a:rPr lang="fr-FR" sz="1000" b="0" strike="sngStrike" spc="-1" dirty="0">
                <a:solidFill>
                  <a:srgbClr val="E47200"/>
                </a:solidFill>
                <a:latin typeface="Arial"/>
                <a:ea typeface="Calibri"/>
              </a:rPr>
              <a:t>Déployer des outils d’IA (DATA832, DATA931)</a:t>
            </a:r>
            <a:endParaRPr lang="fr-FR" sz="1000" b="0" strike="noStrike" spc="-1" dirty="0">
              <a:solidFill>
                <a:srgbClr val="000000"/>
              </a:solidFill>
              <a:latin typeface="Arial"/>
            </a:endParaRPr>
          </a:p>
          <a:p>
            <a:pPr marL="170815" indent="-170815">
              <a:lnSpc>
                <a:spcPct val="100000"/>
              </a:lnSpc>
              <a:buClr>
                <a:srgbClr val="000000"/>
              </a:buClr>
              <a:buFont typeface="Arial"/>
              <a:buChar char="•"/>
            </a:pPr>
            <a:r>
              <a:rPr lang="fr-FR" sz="1000" b="0" strike="noStrike" spc="-1" dirty="0">
                <a:solidFill>
                  <a:srgbClr val="000000"/>
                </a:solidFill>
                <a:latin typeface="Arial"/>
                <a:ea typeface="Calibri"/>
              </a:rPr>
              <a:t>Concevoir et mettre en œuvre une base de données NoSQL (INFO834)</a:t>
            </a:r>
            <a:endParaRPr lang="fr-FR" sz="1000" b="0" strike="noStrike" spc="-1" dirty="0">
              <a:solidFill>
                <a:srgbClr val="000000"/>
              </a:solidFill>
              <a:latin typeface="Arial"/>
            </a:endParaRPr>
          </a:p>
          <a:p>
            <a:pPr marL="170815" indent="-170815">
              <a:lnSpc>
                <a:spcPct val="100000"/>
              </a:lnSpc>
              <a:buClr>
                <a:srgbClr val="000000"/>
              </a:buClr>
              <a:buFont typeface="Arial"/>
              <a:buChar char="•"/>
            </a:pPr>
            <a:r>
              <a:rPr lang="fr-FR" sz="1000" b="0" strike="noStrike" spc="-1" dirty="0">
                <a:solidFill>
                  <a:srgbClr val="000000"/>
                </a:solidFill>
                <a:latin typeface="Arial"/>
                <a:ea typeface="Calibri"/>
              </a:rPr>
              <a:t> </a:t>
            </a:r>
            <a:endParaRPr lang="fr-FR" sz="1000" b="0" strike="noStrike" spc="-1" dirty="0">
              <a:solidFill>
                <a:srgbClr val="000000"/>
              </a:solidFill>
              <a:latin typeface="Arial"/>
            </a:endParaRPr>
          </a:p>
          <a:p>
            <a:pPr marL="170815" indent="-170815">
              <a:lnSpc>
                <a:spcPct val="100000"/>
              </a:lnSpc>
              <a:buClr>
                <a:srgbClr val="000000"/>
              </a:buClr>
              <a:buFont typeface="Arial"/>
              <a:buChar char="•"/>
            </a:pPr>
            <a:r>
              <a:rPr lang="fr-FR" sz="1000" b="0" strike="noStrike" spc="-1" dirty="0">
                <a:solidFill>
                  <a:srgbClr val="000000"/>
                </a:solidFill>
                <a:latin typeface="Arial"/>
                <a:ea typeface="Calibri"/>
              </a:rPr>
              <a:t>APP : PROJ731, PROJ831</a:t>
            </a:r>
            <a:endParaRPr lang="fr-FR" sz="1000" b="0" strike="noStrike" spc="-1" dirty="0">
              <a:solidFill>
                <a:srgbClr val="000000"/>
              </a:solidFill>
              <a:latin typeface="Arial"/>
            </a:endParaRPr>
          </a:p>
          <a:p>
            <a:pPr marL="170815" indent="-170815">
              <a:lnSpc>
                <a:spcPct val="100000"/>
              </a:lnSpc>
              <a:buClr>
                <a:srgbClr val="000000"/>
              </a:buClr>
              <a:buFont typeface="Arial"/>
              <a:buChar char="•"/>
            </a:pPr>
            <a:r>
              <a:rPr lang="fr-FR" sz="1000" b="0" strike="noStrike" spc="-1" dirty="0">
                <a:solidFill>
                  <a:srgbClr val="000000"/>
                </a:solidFill>
                <a:latin typeface="Arial"/>
                <a:ea typeface="Calibri"/>
              </a:rPr>
              <a:t>Stage : PROJ801</a:t>
            </a:r>
            <a:endParaRPr lang="fr-FR" sz="1000" b="0" strike="noStrike" spc="-1" dirty="0">
              <a:solidFill>
                <a:srgbClr val="000000"/>
              </a:solidFill>
              <a:latin typeface="Arial"/>
            </a:endParaRPr>
          </a:p>
        </p:txBody>
      </p:sp>
      <p:sp>
        <p:nvSpPr>
          <p:cNvPr id="432" name="ZoneTexte 63"/>
          <p:cNvSpPr/>
          <p:nvPr/>
        </p:nvSpPr>
        <p:spPr>
          <a:xfrm>
            <a:off x="2298960" y="6672600"/>
            <a:ext cx="6518160" cy="160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t">
            <a:spAutoFit/>
          </a:bodyPr>
          <a:lstStyle/>
          <a:p>
            <a:pPr marL="171360" indent="-171360">
              <a:lnSpc>
                <a:spcPct val="100000"/>
              </a:lnSpc>
              <a:buClr>
                <a:srgbClr val="000000"/>
              </a:buClr>
              <a:buFont typeface="Arial"/>
              <a:buChar char="•"/>
            </a:pPr>
            <a:r>
              <a:rPr lang="fr-FR" sz="1100" b="0" strike="noStrike" spc="-1">
                <a:solidFill>
                  <a:srgbClr val="000000"/>
                </a:solidFill>
                <a:latin typeface="Arial"/>
                <a:ea typeface="Calibri"/>
              </a:rPr>
              <a:t>Mettre en œuvre des traitements big data (cloud, batch, flux..) (DATA831, INFO932, PROJ832)</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Développer des traitements distribués (INFO833, INFO932)</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Développer des rendus visuels divers, en vue d’une aide à la décision multi-critères (INFO931)</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Intégrer des solutions issues de la recherche (ISOC931, PROJ901)</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Caractériser et choisir une représentation de données et les traitements adaptés dans un contexte de big data (INFO834)</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 </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APP :  PROJ932</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Stage :  PROJ1001</a:t>
            </a:r>
            <a:endParaRPr lang="fr-FR" sz="1100" b="0" strike="noStrike" spc="-1">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 name="Rectangle 52"/>
          <p:cNvSpPr/>
          <p:nvPr/>
        </p:nvSpPr>
        <p:spPr>
          <a:xfrm>
            <a:off x="2232000" y="360000"/>
            <a:ext cx="6765120" cy="1437120"/>
          </a:xfrm>
          <a:prstGeom prst="rect">
            <a:avLst/>
          </a:prstGeom>
          <a:solidFill>
            <a:schemeClr val="accent2">
              <a:lumMod val="20000"/>
              <a:lumOff val="80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fr-FR" sz="1200" b="1" strike="noStrike" spc="-1">
                <a:solidFill>
                  <a:srgbClr val="000000"/>
                </a:solidFill>
                <a:latin typeface="Myriad Pro"/>
                <a:ea typeface="DejaVu Sans"/>
              </a:rPr>
              <a:t>Composantes essentielles</a:t>
            </a:r>
            <a:endParaRPr lang="fr-FR" sz="1200" b="0" strike="noStrike" spc="-1">
              <a:solidFill>
                <a:srgbClr val="000000"/>
              </a:solidFill>
              <a:latin typeface="Arial"/>
            </a:endParaRPr>
          </a:p>
          <a:p>
            <a:pPr marL="171360" indent="-171360" algn="just">
              <a:lnSpc>
                <a:spcPct val="100000"/>
              </a:lnSpc>
              <a:buClr>
                <a:srgbClr val="000000"/>
              </a:buClr>
              <a:buFont typeface="Arial"/>
              <a:buChar char="•"/>
            </a:pPr>
            <a:r>
              <a:rPr lang="fr-FR" sz="1200" b="0" strike="noStrike" spc="-1">
                <a:solidFill>
                  <a:srgbClr val="000000"/>
                </a:solidFill>
                <a:latin typeface="Calibri"/>
                <a:ea typeface="Calibri"/>
              </a:rPr>
              <a:t>En respectant les réglementations en vigueur (RGPD, licences, ...)</a:t>
            </a:r>
            <a:endParaRPr lang="fr-FR" sz="1200" b="0" strike="noStrike" spc="-1">
              <a:solidFill>
                <a:srgbClr val="000000"/>
              </a:solidFill>
              <a:latin typeface="Arial"/>
            </a:endParaRPr>
          </a:p>
          <a:p>
            <a:pPr marL="171360" indent="-171360" algn="just">
              <a:lnSpc>
                <a:spcPct val="100000"/>
              </a:lnSpc>
              <a:buClr>
                <a:srgbClr val="000000"/>
              </a:buClr>
              <a:buFont typeface="Arial"/>
              <a:buChar char="•"/>
            </a:pPr>
            <a:r>
              <a:rPr lang="fr-FR" sz="1200" b="0" strike="noStrike" spc="-1">
                <a:solidFill>
                  <a:srgbClr val="000000"/>
                </a:solidFill>
                <a:latin typeface="Calibri"/>
                <a:ea typeface="Calibri"/>
              </a:rPr>
              <a:t>En communiquant de manière professionnelle (écrit, oral)</a:t>
            </a:r>
            <a:endParaRPr lang="fr-FR" sz="1200" b="0" strike="noStrike" spc="-1">
              <a:solidFill>
                <a:srgbClr val="000000"/>
              </a:solidFill>
              <a:latin typeface="Arial"/>
            </a:endParaRPr>
          </a:p>
          <a:p>
            <a:pPr marL="171360" indent="-171360" algn="just">
              <a:lnSpc>
                <a:spcPct val="100000"/>
              </a:lnSpc>
              <a:buClr>
                <a:srgbClr val="000000"/>
              </a:buClr>
              <a:buFont typeface="Arial"/>
              <a:buChar char="•"/>
            </a:pPr>
            <a:r>
              <a:rPr lang="fr-FR" sz="1200" b="0" strike="noStrike" spc="-1">
                <a:solidFill>
                  <a:srgbClr val="000000"/>
                </a:solidFill>
                <a:latin typeface="Calibri"/>
                <a:ea typeface="Calibri"/>
              </a:rPr>
              <a:t>En </a:t>
            </a:r>
            <a:r>
              <a:rPr lang="fr-FR" sz="1200" b="0" strike="sngStrike" spc="-1">
                <a:solidFill>
                  <a:srgbClr val="E47200"/>
                </a:solidFill>
                <a:latin typeface="Calibri"/>
                <a:ea typeface="Calibri"/>
              </a:rPr>
              <a:t>dimensionnant les solutions aux</a:t>
            </a:r>
            <a:r>
              <a:rPr lang="fr-FR" sz="1200" b="0" strike="noStrike" spc="-1">
                <a:solidFill>
                  <a:srgbClr val="000000"/>
                </a:solidFill>
                <a:latin typeface="Calibri"/>
                <a:ea typeface="Calibri"/>
              </a:rPr>
              <a:t> </a:t>
            </a:r>
            <a:r>
              <a:rPr lang="fr-FR" sz="1200" b="0" strike="noStrike" spc="-1">
                <a:solidFill>
                  <a:srgbClr val="00C462"/>
                </a:solidFill>
                <a:latin typeface="Calibri"/>
                <a:ea typeface="Calibri"/>
              </a:rPr>
              <a:t>prenant en compte les </a:t>
            </a:r>
            <a:r>
              <a:rPr lang="fr-FR" sz="1200" b="0" strike="noStrike" spc="-1">
                <a:solidFill>
                  <a:srgbClr val="000000"/>
                </a:solidFill>
                <a:latin typeface="Calibri"/>
                <a:ea typeface="Calibri"/>
              </a:rPr>
              <a:t>besoins</a:t>
            </a:r>
            <a:endParaRPr lang="fr-FR" sz="1200" b="0" strike="noStrike" spc="-1">
              <a:solidFill>
                <a:srgbClr val="000000"/>
              </a:solidFill>
              <a:latin typeface="Arial"/>
            </a:endParaRPr>
          </a:p>
          <a:p>
            <a:pPr marL="171360" indent="-171360" algn="just">
              <a:lnSpc>
                <a:spcPct val="100000"/>
              </a:lnSpc>
              <a:buClr>
                <a:srgbClr val="000000"/>
              </a:buClr>
              <a:buFont typeface="Arial"/>
              <a:buChar char="•"/>
            </a:pPr>
            <a:r>
              <a:rPr lang="fr-FR" sz="1200" b="0" strike="noStrike" spc="-1">
                <a:solidFill>
                  <a:srgbClr val="00C462"/>
                </a:solidFill>
                <a:latin typeface="Calibri"/>
                <a:ea typeface="Calibri"/>
              </a:rPr>
              <a:t>En tenant compte de la dimension éthique et du développement durable</a:t>
            </a:r>
            <a:endParaRPr lang="fr-FR" sz="1200" b="0" strike="noStrike" spc="-1">
              <a:solidFill>
                <a:srgbClr val="000000"/>
              </a:solidFill>
              <a:latin typeface="Arial"/>
            </a:endParaRPr>
          </a:p>
          <a:p>
            <a:pPr marL="171360" indent="-171360" algn="just">
              <a:lnSpc>
                <a:spcPct val="100000"/>
              </a:lnSpc>
              <a:buClr>
                <a:srgbClr val="000000"/>
              </a:buClr>
              <a:buFont typeface="Arial"/>
              <a:buChar char="•"/>
            </a:pPr>
            <a:r>
              <a:rPr lang="fr-FR" sz="1200" b="0" strike="noStrike" spc="-1">
                <a:solidFill>
                  <a:srgbClr val="00C462"/>
                </a:solidFill>
                <a:latin typeface="Calibri"/>
                <a:ea typeface="Calibri"/>
              </a:rPr>
              <a:t>En intégrant la dimension économique de la donnée</a:t>
            </a:r>
            <a:endParaRPr lang="fr-FR" sz="1200" b="0" strike="noStrike" spc="-1">
              <a:solidFill>
                <a:srgbClr val="000000"/>
              </a:solidFill>
              <a:latin typeface="Arial"/>
            </a:endParaRPr>
          </a:p>
          <a:p>
            <a:pPr algn="just">
              <a:lnSpc>
                <a:spcPct val="100000"/>
              </a:lnSpc>
            </a:pPr>
            <a:endParaRPr lang="fr-FR" sz="1200" b="0" strike="noStrike" spc="-1">
              <a:solidFill>
                <a:srgbClr val="000000"/>
              </a:solidFill>
              <a:latin typeface="Arial"/>
            </a:endParaRPr>
          </a:p>
        </p:txBody>
      </p:sp>
      <p:sp>
        <p:nvSpPr>
          <p:cNvPr id="434" name="Rectangle 53"/>
          <p:cNvSpPr/>
          <p:nvPr/>
        </p:nvSpPr>
        <p:spPr>
          <a:xfrm>
            <a:off x="9252000" y="1380960"/>
            <a:ext cx="3373200" cy="6536160"/>
          </a:xfrm>
          <a:prstGeom prst="rect">
            <a:avLst/>
          </a:prstGeom>
          <a:solidFill>
            <a:schemeClr val="accent2">
              <a:lumMod val="40000"/>
              <a:lumOff val="60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fr-FR" sz="1200" b="1" strike="noStrike" spc="-1">
                <a:solidFill>
                  <a:srgbClr val="000000"/>
                </a:solidFill>
                <a:latin typeface="Calibri"/>
                <a:ea typeface="Calibri"/>
              </a:rPr>
              <a:t>(à compléter - voir les commentaires)</a:t>
            </a:r>
            <a:endParaRPr lang="fr-FR" sz="1200" b="0" strike="noStrike" spc="-1">
              <a:solidFill>
                <a:srgbClr val="000000"/>
              </a:solidFill>
              <a:latin typeface="Arial"/>
            </a:endParaRPr>
          </a:p>
          <a:p>
            <a:pPr>
              <a:lnSpc>
                <a:spcPct val="100000"/>
              </a:lnSpc>
            </a:pPr>
            <a:endParaRPr lang="fr-FR" sz="1200" b="0" strike="noStrike" spc="-1">
              <a:solidFill>
                <a:srgbClr val="000000"/>
              </a:solidFill>
              <a:latin typeface="Arial"/>
            </a:endParaRPr>
          </a:p>
          <a:p>
            <a:pPr>
              <a:lnSpc>
                <a:spcPct val="100000"/>
              </a:lnSpc>
            </a:pPr>
            <a:r>
              <a:rPr lang="fr-FR" sz="1200" b="0" strike="noStrike" spc="-1">
                <a:solidFill>
                  <a:srgbClr val="000000"/>
                </a:solidFill>
                <a:latin typeface="Arial"/>
                <a:ea typeface="DejaVu Sans"/>
              </a:rPr>
              <a:t>Dev Front, Entreprenariat, Ingénieur sécu, Data Architecte</a:t>
            </a:r>
            <a:endParaRPr lang="fr-FR" sz="1200" b="0" strike="noStrike" spc="-1">
              <a:solidFill>
                <a:srgbClr val="000000"/>
              </a:solidFill>
              <a:latin typeface="Arial"/>
            </a:endParaRPr>
          </a:p>
          <a:p>
            <a:pPr>
              <a:lnSpc>
                <a:spcPct val="100000"/>
              </a:lnSpc>
            </a:pPr>
            <a:endParaRPr lang="fr-FR" sz="1200" b="0" strike="noStrike" spc="-1">
              <a:solidFill>
                <a:srgbClr val="000000"/>
              </a:solidFill>
              <a:latin typeface="Arial"/>
            </a:endParaRPr>
          </a:p>
          <a:p>
            <a:pPr>
              <a:lnSpc>
                <a:spcPct val="100000"/>
              </a:lnSpc>
            </a:pPr>
            <a:r>
              <a:rPr lang="fr-FR" sz="1200" b="1" strike="noStrike" spc="-1">
                <a:solidFill>
                  <a:srgbClr val="000000"/>
                </a:solidFill>
                <a:latin typeface="Calibri"/>
                <a:ea typeface="Calibri"/>
              </a:rPr>
              <a:t>Les situations professionnelles  sont celles réelles d'un ingénieur en poste</a:t>
            </a:r>
            <a:endParaRPr lang="fr-FR" sz="1200" b="0" strike="noStrike" spc="-1">
              <a:solidFill>
                <a:srgbClr val="000000"/>
              </a:solidFill>
              <a:latin typeface="Arial"/>
            </a:endParaRPr>
          </a:p>
          <a:p>
            <a:pPr>
              <a:lnSpc>
                <a:spcPct val="100000"/>
              </a:lnSpc>
            </a:pPr>
            <a:endParaRPr lang="fr-FR" sz="1200" b="0" strike="noStrike" spc="-1">
              <a:solidFill>
                <a:srgbClr val="000000"/>
              </a:solidFill>
              <a:latin typeface="Arial"/>
            </a:endParaRPr>
          </a:p>
          <a:p>
            <a:pPr>
              <a:lnSpc>
                <a:spcPct val="100000"/>
              </a:lnSpc>
            </a:pPr>
            <a:r>
              <a:rPr lang="fr-FR" sz="1200" b="0" strike="noStrike" spc="-1">
                <a:solidFill>
                  <a:srgbClr val="000000"/>
                </a:solidFill>
                <a:latin typeface="Calibri"/>
                <a:ea typeface="Calibri"/>
              </a:rPr>
              <a:t>ISOC831 Dimension Métier (présentation de situation professionnelles par des entreprises.)</a:t>
            </a:r>
            <a:endParaRPr lang="fr-FR" sz="1200" b="0" strike="noStrike" spc="-1">
              <a:solidFill>
                <a:srgbClr val="000000"/>
              </a:solidFill>
              <a:latin typeface="Arial"/>
            </a:endParaRPr>
          </a:p>
        </p:txBody>
      </p:sp>
      <p:sp>
        <p:nvSpPr>
          <p:cNvPr id="435" name="ZoneTexte 54"/>
          <p:cNvSpPr/>
          <p:nvPr/>
        </p:nvSpPr>
        <p:spPr>
          <a:xfrm>
            <a:off x="9252000" y="720000"/>
            <a:ext cx="3345120" cy="288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300" b="1" strike="noStrike" spc="-1">
                <a:solidFill>
                  <a:srgbClr val="000000"/>
                </a:solidFill>
                <a:latin typeface="Myriad Pro"/>
                <a:ea typeface="DejaVu Sans"/>
              </a:rPr>
              <a:t>Situations professionnelles</a:t>
            </a:r>
            <a:endParaRPr lang="fr-FR" sz="1300" b="0" strike="noStrike" spc="-1">
              <a:solidFill>
                <a:srgbClr val="000000"/>
              </a:solidFill>
              <a:latin typeface="Arial"/>
            </a:endParaRPr>
          </a:p>
        </p:txBody>
      </p:sp>
      <p:sp>
        <p:nvSpPr>
          <p:cNvPr id="436" name="Rectangle 54"/>
          <p:cNvSpPr/>
          <p:nvPr/>
        </p:nvSpPr>
        <p:spPr>
          <a:xfrm>
            <a:off x="2196000" y="2321280"/>
            <a:ext cx="6801120" cy="1671120"/>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b="0" strike="noStrike" spc="-1">
              <a:solidFill>
                <a:srgbClr val="000000"/>
              </a:solidFill>
              <a:latin typeface="Myriad Pro"/>
              <a:ea typeface="DejaVu Sans"/>
            </a:endParaRPr>
          </a:p>
        </p:txBody>
      </p:sp>
      <p:sp>
        <p:nvSpPr>
          <p:cNvPr id="437" name="Rectangle 55"/>
          <p:cNvSpPr/>
          <p:nvPr/>
        </p:nvSpPr>
        <p:spPr>
          <a:xfrm>
            <a:off x="2189520" y="4360320"/>
            <a:ext cx="6807600" cy="1876680"/>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b="0" strike="noStrike" spc="-1">
              <a:solidFill>
                <a:srgbClr val="000000"/>
              </a:solidFill>
              <a:latin typeface="Myriad Pro"/>
              <a:ea typeface="DejaVu Sans"/>
            </a:endParaRPr>
          </a:p>
        </p:txBody>
      </p:sp>
      <p:sp>
        <p:nvSpPr>
          <p:cNvPr id="438" name="Rectangle 56"/>
          <p:cNvSpPr/>
          <p:nvPr/>
        </p:nvSpPr>
        <p:spPr>
          <a:xfrm>
            <a:off x="2196000" y="6643800"/>
            <a:ext cx="6801120" cy="1876680"/>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b="0" strike="noStrike" spc="-1">
              <a:solidFill>
                <a:srgbClr val="000000"/>
              </a:solidFill>
              <a:latin typeface="Myriad Pro"/>
              <a:ea typeface="DejaVu Sans"/>
            </a:endParaRPr>
          </a:p>
        </p:txBody>
      </p:sp>
      <p:grpSp>
        <p:nvGrpSpPr>
          <p:cNvPr id="439" name="Groupe 8"/>
          <p:cNvGrpSpPr/>
          <p:nvPr/>
        </p:nvGrpSpPr>
        <p:grpSpPr>
          <a:xfrm>
            <a:off x="27360" y="2289240"/>
            <a:ext cx="2130120" cy="7030080"/>
            <a:chOff x="27360" y="2289240"/>
            <a:chExt cx="2130120" cy="7030080"/>
          </a:xfrm>
        </p:grpSpPr>
        <p:sp>
          <p:nvSpPr>
            <p:cNvPr id="440" name="Chevron 15"/>
            <p:cNvSpPr/>
            <p:nvPr/>
          </p:nvSpPr>
          <p:spPr>
            <a:xfrm rot="5400000">
              <a:off x="-271800" y="4645080"/>
              <a:ext cx="2743920" cy="2108880"/>
            </a:xfrm>
            <a:prstGeom prst="chevron">
              <a:avLst>
                <a:gd name="adj" fmla="val 21677"/>
              </a:avLst>
            </a:prstGeom>
            <a:solidFill>
              <a:schemeClr val="accent1">
                <a:lumMod val="40000"/>
                <a:lumOff val="6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2520" b="0" strike="noStrike" spc="-1">
                <a:solidFill>
                  <a:srgbClr val="000000"/>
                </a:solidFill>
                <a:latin typeface="Calibri"/>
                <a:ea typeface="DejaVu Sans"/>
              </a:endParaRPr>
            </a:p>
          </p:txBody>
        </p:sp>
        <p:sp>
          <p:nvSpPr>
            <p:cNvPr id="441" name="Chevron 16"/>
            <p:cNvSpPr/>
            <p:nvPr/>
          </p:nvSpPr>
          <p:spPr>
            <a:xfrm rot="5400000">
              <a:off x="-268920" y="6892560"/>
              <a:ext cx="2744280" cy="2108880"/>
            </a:xfrm>
            <a:prstGeom prst="chevron">
              <a:avLst>
                <a:gd name="adj" fmla="val 21677"/>
              </a:avLst>
            </a:prstGeom>
            <a:solidFill>
              <a:schemeClr val="accent1">
                <a:lumMod val="60000"/>
                <a:lumOff val="4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2520" b="0" strike="noStrike" spc="-1">
                <a:solidFill>
                  <a:srgbClr val="000000"/>
                </a:solidFill>
                <a:latin typeface="Calibri"/>
                <a:ea typeface="DejaVu Sans"/>
              </a:endParaRPr>
            </a:p>
          </p:txBody>
        </p:sp>
        <p:sp>
          <p:nvSpPr>
            <p:cNvPr id="442" name="Signalisation droite 7"/>
            <p:cNvSpPr/>
            <p:nvPr/>
          </p:nvSpPr>
          <p:spPr>
            <a:xfrm rot="5400000">
              <a:off x="-153000" y="2517840"/>
              <a:ext cx="2506320" cy="2108880"/>
            </a:xfrm>
            <a:prstGeom prst="homePlate">
              <a:avLst>
                <a:gd name="adj" fmla="val 23531"/>
              </a:avLst>
            </a:prstGeom>
            <a:solidFill>
              <a:schemeClr val="accent1">
                <a:lumMod val="20000"/>
                <a:lumOff val="8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200" b="0" strike="noStrike" spc="-1">
                <a:solidFill>
                  <a:srgbClr val="000000"/>
                </a:solidFill>
                <a:latin typeface="Myriad Pro"/>
                <a:ea typeface="DejaVu Sans"/>
              </a:endParaRPr>
            </a:p>
          </p:txBody>
        </p:sp>
        <p:sp>
          <p:nvSpPr>
            <p:cNvPr id="443" name="ZoneTexte 55"/>
            <p:cNvSpPr/>
            <p:nvPr/>
          </p:nvSpPr>
          <p:spPr>
            <a:xfrm>
              <a:off x="41760" y="2289240"/>
              <a:ext cx="2108880" cy="63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200" b="1" strike="noStrike" spc="-1">
                  <a:solidFill>
                    <a:srgbClr val="000000"/>
                  </a:solidFill>
                  <a:latin typeface="Myriad Pro"/>
                  <a:ea typeface="DejaVu Sans"/>
                </a:rPr>
                <a:t>Niveau 1</a:t>
              </a:r>
              <a:endParaRPr lang="fr-FR" sz="1200" b="0" strike="noStrike" spc="-1">
                <a:solidFill>
                  <a:srgbClr val="000000"/>
                </a:solidFill>
                <a:latin typeface="Arial"/>
              </a:endParaRPr>
            </a:p>
            <a:p>
              <a:pPr>
                <a:lnSpc>
                  <a:spcPct val="100000"/>
                </a:lnSpc>
              </a:pPr>
              <a:r>
                <a:rPr lang="fr-FR" sz="1200" b="0" strike="noStrike" spc="-1">
                  <a:solidFill>
                    <a:srgbClr val="000000"/>
                  </a:solidFill>
                  <a:latin typeface="Calibri"/>
                  <a:ea typeface="Calibri"/>
                </a:rPr>
                <a:t>Appréhender les enjeux sociaux de la donnée</a:t>
              </a:r>
              <a:endParaRPr lang="fr-FR" sz="1200" b="0" strike="noStrike" spc="-1">
                <a:solidFill>
                  <a:srgbClr val="000000"/>
                </a:solidFill>
                <a:latin typeface="Arial"/>
              </a:endParaRPr>
            </a:p>
          </p:txBody>
        </p:sp>
        <p:sp>
          <p:nvSpPr>
            <p:cNvPr id="444" name="ZoneTexte 56"/>
            <p:cNvSpPr/>
            <p:nvPr/>
          </p:nvSpPr>
          <p:spPr>
            <a:xfrm>
              <a:off x="41760" y="4875120"/>
              <a:ext cx="2108880" cy="63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200" b="1" strike="noStrike" spc="-1">
                  <a:solidFill>
                    <a:srgbClr val="000000"/>
                  </a:solidFill>
                  <a:latin typeface="Myriad Pro"/>
                  <a:ea typeface="DejaVu Sans"/>
                </a:rPr>
                <a:t>Niveau 2</a:t>
              </a:r>
              <a:endParaRPr lang="fr-FR" sz="1200" b="0" strike="noStrike" spc="-1">
                <a:solidFill>
                  <a:srgbClr val="000000"/>
                </a:solidFill>
                <a:latin typeface="Arial"/>
              </a:endParaRPr>
            </a:p>
            <a:p>
              <a:pPr>
                <a:lnSpc>
                  <a:spcPct val="100000"/>
                </a:lnSpc>
              </a:pPr>
              <a:r>
                <a:rPr lang="fr-FR" sz="1200" b="0" strike="noStrike" spc="-1">
                  <a:solidFill>
                    <a:srgbClr val="000000"/>
                  </a:solidFill>
                  <a:latin typeface="Calibri"/>
                  <a:ea typeface="Calibri"/>
                </a:rPr>
                <a:t>Intégrer le caractère socio-économique de la donnée</a:t>
              </a:r>
              <a:endParaRPr lang="fr-FR" sz="1200" b="0" strike="noStrike" spc="-1">
                <a:solidFill>
                  <a:srgbClr val="000000"/>
                </a:solidFill>
                <a:latin typeface="Arial"/>
              </a:endParaRPr>
            </a:p>
          </p:txBody>
        </p:sp>
        <p:sp>
          <p:nvSpPr>
            <p:cNvPr id="445" name="ZoneTexte 64"/>
            <p:cNvSpPr/>
            <p:nvPr/>
          </p:nvSpPr>
          <p:spPr>
            <a:xfrm>
              <a:off x="27360" y="7135560"/>
              <a:ext cx="2108880" cy="63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200" b="1" strike="noStrike" spc="-1">
                  <a:solidFill>
                    <a:srgbClr val="000000"/>
                  </a:solidFill>
                  <a:latin typeface="Myriad Pro"/>
                  <a:ea typeface="DejaVu Sans"/>
                </a:rPr>
                <a:t>Niveau 3</a:t>
              </a:r>
              <a:endParaRPr lang="fr-FR" sz="1200" b="0" strike="noStrike" spc="-1">
                <a:solidFill>
                  <a:srgbClr val="000000"/>
                </a:solidFill>
                <a:latin typeface="Arial"/>
              </a:endParaRPr>
            </a:p>
            <a:p>
              <a:pPr>
                <a:lnSpc>
                  <a:spcPct val="100000"/>
                </a:lnSpc>
              </a:pPr>
              <a:r>
                <a:rPr lang="fr-FR" sz="1200" b="0" strike="noStrike" spc="-1">
                  <a:solidFill>
                    <a:srgbClr val="000000"/>
                  </a:solidFill>
                  <a:latin typeface="Calibri"/>
                  <a:ea typeface="Calibri"/>
                </a:rPr>
                <a:t>Protéger la donnée et les systèmes informatiques</a:t>
              </a:r>
              <a:endParaRPr lang="fr-FR" sz="1200" b="0" strike="noStrike" spc="-1">
                <a:solidFill>
                  <a:srgbClr val="000000"/>
                </a:solidFill>
                <a:latin typeface="Arial"/>
              </a:endParaRPr>
            </a:p>
          </p:txBody>
        </p:sp>
      </p:grpSp>
      <p:sp>
        <p:nvSpPr>
          <p:cNvPr id="446" name="ZoneTexte 65"/>
          <p:cNvSpPr/>
          <p:nvPr/>
        </p:nvSpPr>
        <p:spPr>
          <a:xfrm>
            <a:off x="2131200" y="1978920"/>
            <a:ext cx="3654360" cy="334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fr-FR" sz="1600" b="1" i="1" strike="noStrike" spc="-1">
                <a:solidFill>
                  <a:srgbClr val="000000"/>
                </a:solidFill>
                <a:latin typeface="Calibri"/>
                <a:ea typeface="DejaVu Sans"/>
              </a:rPr>
              <a:t>Apprentissages critiques</a:t>
            </a:r>
            <a:endParaRPr lang="fr-FR" sz="1600" b="0" strike="noStrike" spc="-1">
              <a:solidFill>
                <a:srgbClr val="000000"/>
              </a:solidFill>
              <a:latin typeface="Arial"/>
            </a:endParaRPr>
          </a:p>
        </p:txBody>
      </p:sp>
      <p:sp>
        <p:nvSpPr>
          <p:cNvPr id="447" name="Rectangle 57"/>
          <p:cNvSpPr/>
          <p:nvPr/>
        </p:nvSpPr>
        <p:spPr>
          <a:xfrm>
            <a:off x="36000" y="360000"/>
            <a:ext cx="2157120" cy="143712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spcAft>
                <a:spcPts val="601"/>
              </a:spcAft>
            </a:pPr>
            <a:r>
              <a:rPr lang="fr-FR" sz="1200" b="1" strike="noStrike" cap="all" spc="-1">
                <a:solidFill>
                  <a:srgbClr val="FFFFFF"/>
                </a:solidFill>
                <a:latin typeface="Myriad Pro"/>
                <a:ea typeface="Calibri"/>
              </a:rPr>
              <a:t>Gérer les usages des données numériques en lien avec le client</a:t>
            </a:r>
            <a:endParaRPr lang="fr-FR" sz="1200" b="0" strike="noStrike" spc="-1">
              <a:solidFill>
                <a:srgbClr val="FFFFFF"/>
              </a:solidFill>
              <a:latin typeface="Arial"/>
            </a:endParaRPr>
          </a:p>
          <a:p>
            <a:pPr algn="ctr">
              <a:lnSpc>
                <a:spcPct val="100000"/>
              </a:lnSpc>
              <a:spcAft>
                <a:spcPts val="601"/>
              </a:spcAft>
            </a:pPr>
            <a:r>
              <a:rPr lang="fr-FR" sz="1200" b="0" strike="noStrike" cap="all" spc="-1">
                <a:solidFill>
                  <a:srgbClr val="FFFFFE"/>
                </a:solidFill>
                <a:latin typeface="Calibri"/>
                <a:ea typeface="Calibri"/>
              </a:rPr>
              <a:t>RNCP35994BC03</a:t>
            </a:r>
            <a:endParaRPr lang="fr-FR" sz="1200" b="0" strike="noStrike" spc="-1">
              <a:solidFill>
                <a:srgbClr val="FFFFFF"/>
              </a:solidFill>
              <a:latin typeface="Arial"/>
            </a:endParaRPr>
          </a:p>
        </p:txBody>
      </p:sp>
      <p:sp>
        <p:nvSpPr>
          <p:cNvPr id="448" name="ZoneTexte 66"/>
          <p:cNvSpPr/>
          <p:nvPr/>
        </p:nvSpPr>
        <p:spPr>
          <a:xfrm>
            <a:off x="2298960" y="2404800"/>
            <a:ext cx="6518160" cy="1431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fr-FR" sz="1100" b="0" strike="noStrike" spc="-1">
                <a:solidFill>
                  <a:srgbClr val="000000"/>
                </a:solidFill>
                <a:latin typeface="Arial"/>
                <a:ea typeface="DejaVu Sans"/>
              </a:rPr>
              <a:t>Lier des problématique techniques au problématique societales (ISOC 531)</a:t>
            </a:r>
            <a:endParaRPr lang="fr-FR" sz="1100" b="0" strike="noStrike" spc="-1">
              <a:solidFill>
                <a:srgbClr val="000000"/>
              </a:solidFill>
              <a:latin typeface="Arial"/>
            </a:endParaRPr>
          </a:p>
          <a:p>
            <a:pPr marL="216000" indent="-216000">
              <a:lnSpc>
                <a:spcPct val="100000"/>
              </a:lnSpc>
              <a:buClr>
                <a:srgbClr val="000000"/>
              </a:buClr>
              <a:buSzPct val="45000"/>
              <a:buFont typeface="Wingdings" charset="2"/>
              <a:buChar char=""/>
            </a:pPr>
            <a:r>
              <a:rPr lang="fr-FR" sz="1100" b="0" strike="noStrike" spc="-1">
                <a:solidFill>
                  <a:srgbClr val="000000"/>
                </a:solidFill>
                <a:latin typeface="Arial"/>
                <a:ea typeface="DejaVu Sans"/>
              </a:rPr>
              <a:t>Construire des API de Plateformes numériques (ISOC 631)</a:t>
            </a:r>
            <a:endParaRPr lang="fr-FR" sz="1100" b="0" strike="noStrike" spc="-1">
              <a:solidFill>
                <a:srgbClr val="000000"/>
              </a:solidFill>
              <a:latin typeface="Arial"/>
            </a:endParaRPr>
          </a:p>
          <a:p>
            <a:pPr marL="216000" indent="-216000">
              <a:lnSpc>
                <a:spcPct val="100000"/>
              </a:lnSpc>
              <a:buClr>
                <a:srgbClr val="000000"/>
              </a:buClr>
              <a:buSzPct val="45000"/>
              <a:buFont typeface="Wingdings" charset="2"/>
              <a:buChar char=""/>
            </a:pPr>
            <a:r>
              <a:rPr lang="fr-FR" sz="1100" b="0" strike="noStrike" spc="-1">
                <a:solidFill>
                  <a:srgbClr val="000000"/>
                </a:solidFill>
                <a:latin typeface="Arial"/>
                <a:ea typeface="Noto Sans CJK SC"/>
              </a:rPr>
              <a:t>Prendre en compte l’importance stratégique de la donnée </a:t>
            </a:r>
            <a:r>
              <a:rPr lang="fr-FR" sz="1100" b="0" strike="noStrike" spc="-1">
                <a:solidFill>
                  <a:srgbClr val="000000"/>
                </a:solidFill>
                <a:latin typeface="Arial"/>
                <a:ea typeface="DejaVu Sans"/>
              </a:rPr>
              <a:t>(ISOC 631)</a:t>
            </a:r>
            <a:endParaRPr lang="fr-FR" sz="1100" b="0" strike="noStrike" spc="-1">
              <a:solidFill>
                <a:srgbClr val="000000"/>
              </a:solidFill>
              <a:latin typeface="Arial"/>
            </a:endParaRPr>
          </a:p>
          <a:p>
            <a:pPr marL="216000" indent="-216000" defTabSz="914400">
              <a:lnSpc>
                <a:spcPct val="100000"/>
              </a:lnSpc>
              <a:buClr>
                <a:srgbClr val="000000"/>
              </a:buClr>
              <a:buSzPct val="45000"/>
              <a:buFont typeface="Wingdings" charset="2"/>
              <a:buChar char=""/>
            </a:pPr>
            <a:r>
              <a:rPr lang="fr-FR" sz="1100" b="0" strike="noStrike" spc="-1">
                <a:solidFill>
                  <a:srgbClr val="92D050"/>
                </a:solidFill>
                <a:latin typeface="Arial"/>
                <a:ea typeface="DejaVu Sans"/>
              </a:rPr>
              <a:t>Mesurer les impacts sociétaux liés à la production et à la consommation de données</a:t>
            </a:r>
            <a:endParaRPr lang="fr-FR" sz="1100" b="0" strike="noStrike" spc="-1">
              <a:solidFill>
                <a:srgbClr val="000000"/>
              </a:solidFill>
              <a:latin typeface="Arial"/>
            </a:endParaRPr>
          </a:p>
          <a:p>
            <a:pPr marL="216000" indent="-216000">
              <a:lnSpc>
                <a:spcPct val="100000"/>
              </a:lnSpc>
              <a:buClr>
                <a:srgbClr val="000000"/>
              </a:buClr>
              <a:buSzPct val="45000"/>
              <a:buFont typeface="Wingdings" charset="2"/>
              <a:buChar char=""/>
            </a:pPr>
            <a:r>
              <a:rPr lang="fr-FR" sz="1100" b="0" strike="noStrike" spc="-1">
                <a:solidFill>
                  <a:srgbClr val="000000"/>
                </a:solidFill>
                <a:latin typeface="Arial"/>
                <a:ea typeface="Noto Sans CJK SC"/>
              </a:rPr>
              <a:t>Intégrer à la démarche d’ingénierie la dimension étique et de développement durable (ISOC 531, </a:t>
            </a:r>
            <a:r>
              <a:rPr lang="fr-FR" sz="1100" b="0" strike="noStrike" spc="-1">
                <a:solidFill>
                  <a:srgbClr val="000000"/>
                </a:solidFill>
                <a:latin typeface="Arial"/>
                <a:ea typeface="DejaVu Sans"/>
              </a:rPr>
              <a:t>ISOC 631, DDRS501)</a:t>
            </a:r>
            <a:endParaRPr lang="fr-FR" sz="1100" b="0" strike="noStrike" spc="-1">
              <a:solidFill>
                <a:srgbClr val="000000"/>
              </a:solidFill>
              <a:latin typeface="Arial"/>
            </a:endParaRPr>
          </a:p>
          <a:p>
            <a:pPr marL="216000" indent="-216000">
              <a:lnSpc>
                <a:spcPct val="100000"/>
              </a:lnSpc>
              <a:buClr>
                <a:srgbClr val="000000"/>
              </a:buClr>
              <a:buSzPct val="45000"/>
              <a:buFont typeface="Wingdings" charset="2"/>
              <a:buChar char=""/>
            </a:pPr>
            <a:r>
              <a:rPr lang="fr-FR" sz="1100" b="0" strike="noStrike" spc="-1">
                <a:solidFill>
                  <a:srgbClr val="000000"/>
                </a:solidFill>
                <a:latin typeface="Arial"/>
                <a:ea typeface="DejaVu Sans"/>
              </a:rPr>
              <a:t> </a:t>
            </a:r>
            <a:endParaRPr lang="fr-FR" sz="1100" b="0" strike="noStrike" spc="-1">
              <a:solidFill>
                <a:srgbClr val="000000"/>
              </a:solidFill>
              <a:latin typeface="Arial"/>
            </a:endParaRPr>
          </a:p>
          <a:p>
            <a:pPr marL="216000" indent="-216000">
              <a:lnSpc>
                <a:spcPct val="100000"/>
              </a:lnSpc>
              <a:buClr>
                <a:srgbClr val="000000"/>
              </a:buClr>
              <a:buSzPct val="45000"/>
              <a:buFont typeface="Wingdings" charset="2"/>
              <a:buChar char=""/>
            </a:pPr>
            <a:r>
              <a:rPr lang="fr-FR" sz="1100" b="0" strike="noStrike" spc="-1">
                <a:solidFill>
                  <a:srgbClr val="000000"/>
                </a:solidFill>
                <a:latin typeface="Arial"/>
                <a:ea typeface="DejaVu Sans"/>
              </a:rPr>
              <a:t>APP : PROJ531, PROJ631 </a:t>
            </a:r>
            <a:endParaRPr lang="fr-FR" sz="1100" b="0" strike="noStrike" spc="-1">
              <a:solidFill>
                <a:srgbClr val="000000"/>
              </a:solidFill>
              <a:latin typeface="Arial"/>
            </a:endParaRPr>
          </a:p>
        </p:txBody>
      </p:sp>
      <p:sp>
        <p:nvSpPr>
          <p:cNvPr id="449" name="ZoneTexte 67"/>
          <p:cNvSpPr/>
          <p:nvPr/>
        </p:nvSpPr>
        <p:spPr>
          <a:xfrm>
            <a:off x="2241360" y="4358520"/>
            <a:ext cx="6575760" cy="12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t">
            <a:spAutoFit/>
          </a:bodyPr>
          <a:lstStyle/>
          <a:p>
            <a:pPr marL="171360" indent="-171360">
              <a:lnSpc>
                <a:spcPct val="100000"/>
              </a:lnSpc>
              <a:buClr>
                <a:srgbClr val="000000"/>
              </a:buClr>
              <a:buFont typeface="Arial"/>
              <a:buChar char="•"/>
            </a:pPr>
            <a:r>
              <a:rPr lang="fr-FR" sz="1100" b="0" strike="noStrike" spc="-1">
                <a:solidFill>
                  <a:srgbClr val="000000"/>
                </a:solidFill>
                <a:latin typeface="Arial"/>
                <a:ea typeface="Calibri"/>
              </a:rPr>
              <a:t>Intégrer le cadre légal et réglementaire du traitement de données  (ISOC 731)</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Analyser et maîtriser les exigences du RGPD et du droit de la propriété (ISOC 731, INFO731)</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Intégrer les dimension économie de la donnée (valeur de la données, utilisation par les entreprise du numerique, mise en place business plan) (ISOC731)</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 </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APP : PROJ731, PROJ831</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Stage : PROJ801</a:t>
            </a:r>
            <a:endParaRPr lang="fr-FR" sz="1100" b="0" strike="noStrike" spc="-1">
              <a:solidFill>
                <a:srgbClr val="000000"/>
              </a:solidFill>
              <a:latin typeface="Arial"/>
            </a:endParaRPr>
          </a:p>
        </p:txBody>
      </p:sp>
      <p:sp>
        <p:nvSpPr>
          <p:cNvPr id="450" name="ZoneTexte 68"/>
          <p:cNvSpPr/>
          <p:nvPr/>
        </p:nvSpPr>
        <p:spPr>
          <a:xfrm>
            <a:off x="2298960" y="6672600"/>
            <a:ext cx="6518160" cy="160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t">
            <a:spAutoFit/>
          </a:bodyPr>
          <a:lstStyle/>
          <a:p>
            <a:pPr marL="171360" indent="-171360">
              <a:lnSpc>
                <a:spcPct val="100000"/>
              </a:lnSpc>
              <a:buClr>
                <a:srgbClr val="000000"/>
              </a:buClr>
              <a:buFont typeface="Arial"/>
              <a:buChar char="•"/>
            </a:pPr>
            <a:r>
              <a:rPr lang="fr-FR" sz="1100" b="0" strike="noStrike" spc="-1">
                <a:solidFill>
                  <a:srgbClr val="000000"/>
                </a:solidFill>
                <a:latin typeface="Arial"/>
                <a:ea typeface="Calibri"/>
              </a:rPr>
              <a:t>Identifier les risques de sécurité informatique sur les système et les données (fuite de données) (INFO731, PROJ931)</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Mettre en place les élément de sécurité et de cryptographie (INFO731, PROJ931)</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Intégrer l’intermédiation dans la conception des système numérique (INFO731, PROJ931)</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Comprendre les effets réseaux dans le développement des plateforme numérique (ISOC631)</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Expliquer les flux, stockage, sécurisation de la données au sein des entreprises (PROJ931)</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 </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APP :  PROJ932</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Stage :  PROJ1001</a:t>
            </a:r>
            <a:endParaRPr lang="fr-FR" sz="1100" b="0" strike="noStrike" spc="-1">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Rectangle 64"/>
          <p:cNvSpPr/>
          <p:nvPr/>
        </p:nvSpPr>
        <p:spPr>
          <a:xfrm>
            <a:off x="2232000" y="360000"/>
            <a:ext cx="6765120" cy="1437120"/>
          </a:xfrm>
          <a:prstGeom prst="rect">
            <a:avLst/>
          </a:prstGeom>
          <a:solidFill>
            <a:schemeClr val="accent2">
              <a:lumMod val="20000"/>
              <a:lumOff val="80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fr-FR" sz="1200" b="1" strike="noStrike" spc="-1">
                <a:solidFill>
                  <a:srgbClr val="000000"/>
                </a:solidFill>
                <a:latin typeface="Myriad Pro"/>
                <a:ea typeface="DejaVu Sans"/>
              </a:rPr>
              <a:t>Composantes essentielles</a:t>
            </a:r>
            <a:endParaRPr lang="fr-FR" sz="1200" b="0" strike="noStrike" spc="-1">
              <a:solidFill>
                <a:srgbClr val="000000"/>
              </a:solidFill>
              <a:latin typeface="Arial"/>
            </a:endParaRPr>
          </a:p>
          <a:p>
            <a:pPr marL="171360" indent="-171360" algn="just">
              <a:lnSpc>
                <a:spcPct val="100000"/>
              </a:lnSpc>
              <a:buClr>
                <a:srgbClr val="000000"/>
              </a:buClr>
              <a:buFont typeface="Arial"/>
              <a:buChar char="•"/>
            </a:pPr>
            <a:r>
              <a:rPr lang="fr-FR" sz="1200" b="0" strike="noStrike" spc="-1">
                <a:solidFill>
                  <a:srgbClr val="000000"/>
                </a:solidFill>
                <a:latin typeface="Calibri"/>
                <a:ea typeface="Calibri"/>
              </a:rPr>
              <a:t>En exerçant un management opérationnel et stratégique</a:t>
            </a:r>
            <a:endParaRPr lang="fr-FR" sz="1200" b="0" strike="noStrike" spc="-1">
              <a:solidFill>
                <a:srgbClr val="000000"/>
              </a:solidFill>
              <a:latin typeface="Arial"/>
            </a:endParaRPr>
          </a:p>
          <a:p>
            <a:pPr marL="171360" indent="-171360" algn="just">
              <a:lnSpc>
                <a:spcPct val="100000"/>
              </a:lnSpc>
              <a:buClr>
                <a:srgbClr val="000000"/>
              </a:buClr>
              <a:buFont typeface="Arial"/>
              <a:buChar char="•"/>
            </a:pPr>
            <a:r>
              <a:rPr lang="fr-FR" sz="1200" b="0" strike="noStrike" spc="-1">
                <a:solidFill>
                  <a:srgbClr val="000000"/>
                </a:solidFill>
                <a:latin typeface="Calibri"/>
                <a:ea typeface="Calibri"/>
              </a:rPr>
              <a:t>En coopérant avec des acteurs de professions et cultures différentes</a:t>
            </a:r>
            <a:endParaRPr lang="fr-FR" sz="1200" b="0" strike="noStrike" spc="-1">
              <a:solidFill>
                <a:srgbClr val="000000"/>
              </a:solidFill>
              <a:latin typeface="Arial"/>
            </a:endParaRPr>
          </a:p>
          <a:p>
            <a:pPr marL="171360" indent="-171360" algn="just">
              <a:lnSpc>
                <a:spcPct val="100000"/>
              </a:lnSpc>
              <a:buClr>
                <a:srgbClr val="000000"/>
              </a:buClr>
              <a:buFont typeface="Arial"/>
              <a:buChar char="•"/>
            </a:pPr>
            <a:r>
              <a:rPr lang="fr-FR" sz="1200" b="0" strike="noStrike" spc="-1">
                <a:solidFill>
                  <a:srgbClr val="000000"/>
                </a:solidFill>
                <a:latin typeface="Calibri"/>
                <a:ea typeface="Calibri"/>
              </a:rPr>
              <a:t>En développant l'initiative, l'autonomie et l'esprit d'entreprenariat</a:t>
            </a:r>
            <a:endParaRPr lang="fr-FR" sz="1200" b="0" strike="noStrike" spc="-1">
              <a:solidFill>
                <a:srgbClr val="000000"/>
              </a:solidFill>
              <a:latin typeface="Arial"/>
            </a:endParaRPr>
          </a:p>
          <a:p>
            <a:pPr marL="171360" indent="-171360" algn="just">
              <a:lnSpc>
                <a:spcPct val="100000"/>
              </a:lnSpc>
              <a:buClr>
                <a:srgbClr val="000000"/>
              </a:buClr>
              <a:buFont typeface="Arial"/>
              <a:buChar char="•"/>
            </a:pPr>
            <a:r>
              <a:rPr lang="fr-FR" sz="1200" b="0" strike="noStrike" spc="-1">
                <a:solidFill>
                  <a:srgbClr val="000000"/>
                </a:solidFill>
                <a:latin typeface="Calibri"/>
                <a:ea typeface="Calibri"/>
              </a:rPr>
              <a:t>En prenant en compte la dimension développement durable et RSE</a:t>
            </a:r>
            <a:endParaRPr lang="fr-FR" sz="1200" b="0" strike="noStrike" spc="-1">
              <a:solidFill>
                <a:srgbClr val="000000"/>
              </a:solidFill>
              <a:latin typeface="Arial"/>
            </a:endParaRPr>
          </a:p>
          <a:p>
            <a:pPr marL="171360" indent="-171360" algn="just">
              <a:lnSpc>
                <a:spcPct val="100000"/>
              </a:lnSpc>
              <a:buClr>
                <a:srgbClr val="000000"/>
              </a:buClr>
              <a:buFont typeface="Arial"/>
              <a:buChar char="•"/>
            </a:pPr>
            <a:r>
              <a:rPr lang="fr-FR" sz="1200" b="0" strike="noStrike" spc="-1">
                <a:solidFill>
                  <a:srgbClr val="000000"/>
                </a:solidFill>
                <a:latin typeface="Calibri"/>
                <a:ea typeface="Calibri"/>
              </a:rPr>
              <a:t>En intégrant l’état de l’art des connaissances et des pratiques</a:t>
            </a:r>
            <a:endParaRPr lang="fr-FR" sz="1200" b="0" strike="noStrike" spc="-1">
              <a:solidFill>
                <a:srgbClr val="000000"/>
              </a:solidFill>
              <a:latin typeface="Arial"/>
            </a:endParaRPr>
          </a:p>
          <a:p>
            <a:pPr marL="171360" indent="-171360" algn="just">
              <a:lnSpc>
                <a:spcPct val="100000"/>
              </a:lnSpc>
              <a:buClr>
                <a:srgbClr val="000000"/>
              </a:buClr>
              <a:buFont typeface="Arial"/>
              <a:buChar char="•"/>
            </a:pPr>
            <a:r>
              <a:rPr lang="fr-FR" sz="1200" b="0" strike="noStrike" spc="-1">
                <a:solidFill>
                  <a:srgbClr val="000000"/>
                </a:solidFill>
                <a:latin typeface="Calibri"/>
                <a:ea typeface="Calibri"/>
              </a:rPr>
              <a:t>En utilisant des méthodes et outils de gestion et de suivi du projet</a:t>
            </a:r>
            <a:endParaRPr lang="fr-FR" sz="1200" b="0" strike="noStrike" spc="-1">
              <a:solidFill>
                <a:srgbClr val="000000"/>
              </a:solidFill>
              <a:latin typeface="Arial"/>
            </a:endParaRPr>
          </a:p>
        </p:txBody>
      </p:sp>
      <p:sp>
        <p:nvSpPr>
          <p:cNvPr id="452" name="Rectangle 65"/>
          <p:cNvSpPr/>
          <p:nvPr/>
        </p:nvSpPr>
        <p:spPr>
          <a:xfrm>
            <a:off x="9252000" y="1380960"/>
            <a:ext cx="3373200" cy="6536160"/>
          </a:xfrm>
          <a:prstGeom prst="rect">
            <a:avLst/>
          </a:prstGeom>
          <a:solidFill>
            <a:schemeClr val="accent2">
              <a:lumMod val="40000"/>
              <a:lumOff val="60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fr-FR" sz="1200" b="1" strike="noStrike" spc="-1">
                <a:solidFill>
                  <a:srgbClr val="000000"/>
                </a:solidFill>
                <a:latin typeface="Calibri"/>
                <a:ea typeface="Calibri"/>
              </a:rPr>
              <a:t>(à compléter - voir les commentaires)</a:t>
            </a:r>
            <a:endParaRPr lang="fr-FR" sz="1200" b="0" strike="noStrike" spc="-1">
              <a:solidFill>
                <a:srgbClr val="000000"/>
              </a:solidFill>
              <a:latin typeface="Arial"/>
            </a:endParaRPr>
          </a:p>
          <a:p>
            <a:pPr>
              <a:lnSpc>
                <a:spcPct val="100000"/>
              </a:lnSpc>
            </a:pPr>
            <a:endParaRPr lang="fr-FR" sz="1200" b="0" strike="noStrike" spc="-1">
              <a:solidFill>
                <a:srgbClr val="000000"/>
              </a:solidFill>
              <a:latin typeface="Arial"/>
            </a:endParaRPr>
          </a:p>
          <a:p>
            <a:pPr>
              <a:lnSpc>
                <a:spcPct val="100000"/>
              </a:lnSpc>
            </a:pPr>
            <a:r>
              <a:rPr lang="fr-FR" sz="1200" b="0" strike="noStrike" spc="-1">
                <a:solidFill>
                  <a:srgbClr val="000000"/>
                </a:solidFill>
                <a:latin typeface="Calibri"/>
                <a:ea typeface="Calibri"/>
              </a:rPr>
              <a:t>Conduite de projet informatique</a:t>
            </a:r>
            <a:endParaRPr lang="fr-FR" sz="1200" b="0" strike="noStrike" spc="-1">
              <a:solidFill>
                <a:srgbClr val="000000"/>
              </a:solidFill>
              <a:latin typeface="Arial"/>
            </a:endParaRPr>
          </a:p>
          <a:p>
            <a:pPr>
              <a:lnSpc>
                <a:spcPct val="100000"/>
              </a:lnSpc>
            </a:pPr>
            <a:endParaRPr lang="fr-FR" sz="1200" b="0" strike="noStrike" spc="-1">
              <a:solidFill>
                <a:srgbClr val="000000"/>
              </a:solidFill>
              <a:latin typeface="Arial"/>
            </a:endParaRPr>
          </a:p>
          <a:p>
            <a:pPr>
              <a:lnSpc>
                <a:spcPct val="100000"/>
              </a:lnSpc>
            </a:pPr>
            <a:r>
              <a:rPr lang="fr-FR" sz="1200" b="1" strike="noStrike" spc="-1">
                <a:solidFill>
                  <a:srgbClr val="000000"/>
                </a:solidFill>
                <a:latin typeface="Calibri"/>
                <a:ea typeface="Calibri"/>
              </a:rPr>
              <a:t>Les situations professionnelles  sont celles réelles d'un ingénieur en poste</a:t>
            </a:r>
            <a:endParaRPr lang="fr-FR" sz="1200" b="0" strike="noStrike" spc="-1">
              <a:solidFill>
                <a:srgbClr val="000000"/>
              </a:solidFill>
              <a:latin typeface="Arial"/>
            </a:endParaRPr>
          </a:p>
          <a:p>
            <a:pPr>
              <a:lnSpc>
                <a:spcPct val="100000"/>
              </a:lnSpc>
            </a:pPr>
            <a:endParaRPr lang="fr-FR" sz="1200" b="0" strike="noStrike" spc="-1">
              <a:solidFill>
                <a:srgbClr val="000000"/>
              </a:solidFill>
              <a:latin typeface="Arial"/>
            </a:endParaRPr>
          </a:p>
          <a:p>
            <a:pPr>
              <a:lnSpc>
                <a:spcPct val="100000"/>
              </a:lnSpc>
            </a:pPr>
            <a:r>
              <a:rPr lang="fr-FR" sz="1200" b="0" strike="noStrike" spc="-1">
                <a:solidFill>
                  <a:srgbClr val="000000"/>
                </a:solidFill>
                <a:latin typeface="Calibri"/>
                <a:ea typeface="Calibri"/>
              </a:rPr>
              <a:t>ISOC831 Dimension Métier (présentation de situation professionnelles par des entreprises.)</a:t>
            </a:r>
            <a:endParaRPr lang="fr-FR" sz="1200" b="0" strike="noStrike" spc="-1">
              <a:solidFill>
                <a:srgbClr val="000000"/>
              </a:solidFill>
              <a:latin typeface="Arial"/>
            </a:endParaRPr>
          </a:p>
        </p:txBody>
      </p:sp>
      <p:sp>
        <p:nvSpPr>
          <p:cNvPr id="453" name="ZoneTexte 77"/>
          <p:cNvSpPr/>
          <p:nvPr/>
        </p:nvSpPr>
        <p:spPr>
          <a:xfrm>
            <a:off x="9252000" y="720000"/>
            <a:ext cx="3345120" cy="288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300" b="1" strike="noStrike" spc="-1">
                <a:solidFill>
                  <a:srgbClr val="000000"/>
                </a:solidFill>
                <a:latin typeface="Myriad Pro"/>
                <a:ea typeface="DejaVu Sans"/>
              </a:rPr>
              <a:t>Situations professionnelles</a:t>
            </a:r>
            <a:endParaRPr lang="fr-FR" sz="1300" b="0" strike="noStrike" spc="-1">
              <a:solidFill>
                <a:srgbClr val="000000"/>
              </a:solidFill>
              <a:latin typeface="Arial"/>
            </a:endParaRPr>
          </a:p>
        </p:txBody>
      </p:sp>
      <p:sp>
        <p:nvSpPr>
          <p:cNvPr id="454" name="Rectangle 66"/>
          <p:cNvSpPr/>
          <p:nvPr/>
        </p:nvSpPr>
        <p:spPr>
          <a:xfrm>
            <a:off x="2196000" y="2321280"/>
            <a:ext cx="6801120" cy="1671120"/>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b="0" strike="noStrike" spc="-1">
              <a:solidFill>
                <a:srgbClr val="000000"/>
              </a:solidFill>
              <a:latin typeface="Myriad Pro"/>
              <a:ea typeface="DejaVu Sans"/>
            </a:endParaRPr>
          </a:p>
        </p:txBody>
      </p:sp>
      <p:sp>
        <p:nvSpPr>
          <p:cNvPr id="455" name="Rectangle 67"/>
          <p:cNvSpPr/>
          <p:nvPr/>
        </p:nvSpPr>
        <p:spPr>
          <a:xfrm>
            <a:off x="2189520" y="4360320"/>
            <a:ext cx="6807600" cy="1876680"/>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b="0" strike="noStrike" spc="-1">
              <a:solidFill>
                <a:srgbClr val="000000"/>
              </a:solidFill>
              <a:latin typeface="Myriad Pro"/>
              <a:ea typeface="DejaVu Sans"/>
            </a:endParaRPr>
          </a:p>
        </p:txBody>
      </p:sp>
      <p:sp>
        <p:nvSpPr>
          <p:cNvPr id="456" name="Rectangle 68"/>
          <p:cNvSpPr/>
          <p:nvPr/>
        </p:nvSpPr>
        <p:spPr>
          <a:xfrm>
            <a:off x="2196000" y="6643800"/>
            <a:ext cx="6801120" cy="1876680"/>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b="0" strike="noStrike" spc="-1">
              <a:solidFill>
                <a:srgbClr val="000000"/>
              </a:solidFill>
              <a:latin typeface="Myriad Pro"/>
              <a:ea typeface="DejaVu Sans"/>
            </a:endParaRPr>
          </a:p>
        </p:txBody>
      </p:sp>
      <p:grpSp>
        <p:nvGrpSpPr>
          <p:cNvPr id="457" name="Groupe 10"/>
          <p:cNvGrpSpPr/>
          <p:nvPr/>
        </p:nvGrpSpPr>
        <p:grpSpPr>
          <a:xfrm>
            <a:off x="27360" y="2289240"/>
            <a:ext cx="2130120" cy="7030080"/>
            <a:chOff x="27360" y="2289240"/>
            <a:chExt cx="2130120" cy="7030080"/>
          </a:xfrm>
        </p:grpSpPr>
        <p:sp>
          <p:nvSpPr>
            <p:cNvPr id="458" name="Chevron 19"/>
            <p:cNvSpPr/>
            <p:nvPr/>
          </p:nvSpPr>
          <p:spPr>
            <a:xfrm rot="5400000">
              <a:off x="-271800" y="4645080"/>
              <a:ext cx="2743920" cy="2108880"/>
            </a:xfrm>
            <a:prstGeom prst="chevron">
              <a:avLst>
                <a:gd name="adj" fmla="val 21677"/>
              </a:avLst>
            </a:prstGeom>
            <a:solidFill>
              <a:schemeClr val="accent1">
                <a:lumMod val="40000"/>
                <a:lumOff val="6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2520" b="0" strike="noStrike" spc="-1">
                <a:solidFill>
                  <a:srgbClr val="000000"/>
                </a:solidFill>
                <a:latin typeface="Calibri"/>
                <a:ea typeface="DejaVu Sans"/>
              </a:endParaRPr>
            </a:p>
          </p:txBody>
        </p:sp>
        <p:sp>
          <p:nvSpPr>
            <p:cNvPr id="459" name="Chevron 20"/>
            <p:cNvSpPr/>
            <p:nvPr/>
          </p:nvSpPr>
          <p:spPr>
            <a:xfrm rot="5400000">
              <a:off x="-268920" y="6892560"/>
              <a:ext cx="2744280" cy="2108880"/>
            </a:xfrm>
            <a:prstGeom prst="chevron">
              <a:avLst>
                <a:gd name="adj" fmla="val 21677"/>
              </a:avLst>
            </a:prstGeom>
            <a:solidFill>
              <a:schemeClr val="accent1">
                <a:lumMod val="60000"/>
                <a:lumOff val="4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2520" b="0" strike="noStrike" spc="-1">
                <a:solidFill>
                  <a:srgbClr val="000000"/>
                </a:solidFill>
                <a:latin typeface="Calibri"/>
                <a:ea typeface="DejaVu Sans"/>
              </a:endParaRPr>
            </a:p>
          </p:txBody>
        </p:sp>
        <p:sp>
          <p:nvSpPr>
            <p:cNvPr id="460" name="Signalisation droite 9"/>
            <p:cNvSpPr/>
            <p:nvPr/>
          </p:nvSpPr>
          <p:spPr>
            <a:xfrm rot="5400000">
              <a:off x="-153000" y="2517840"/>
              <a:ext cx="2506320" cy="2108880"/>
            </a:xfrm>
            <a:prstGeom prst="homePlate">
              <a:avLst>
                <a:gd name="adj" fmla="val 23531"/>
              </a:avLst>
            </a:prstGeom>
            <a:solidFill>
              <a:schemeClr val="accent1">
                <a:lumMod val="20000"/>
                <a:lumOff val="8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200" b="0" strike="noStrike" spc="-1">
                <a:solidFill>
                  <a:srgbClr val="000000"/>
                </a:solidFill>
                <a:latin typeface="Myriad Pro"/>
                <a:ea typeface="DejaVu Sans"/>
              </a:endParaRPr>
            </a:p>
          </p:txBody>
        </p:sp>
        <p:sp>
          <p:nvSpPr>
            <p:cNvPr id="461" name="ZoneTexte 78"/>
            <p:cNvSpPr/>
            <p:nvPr/>
          </p:nvSpPr>
          <p:spPr>
            <a:xfrm>
              <a:off x="41760" y="2289240"/>
              <a:ext cx="2108880" cy="63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200" b="1" strike="noStrike" spc="-1">
                  <a:solidFill>
                    <a:srgbClr val="000000"/>
                  </a:solidFill>
                  <a:latin typeface="Myriad Pro"/>
                  <a:ea typeface="DejaVu Sans"/>
                </a:rPr>
                <a:t>Niveau 1</a:t>
              </a:r>
              <a:endParaRPr lang="fr-FR" sz="1200" b="0" strike="noStrike" spc="-1">
                <a:solidFill>
                  <a:srgbClr val="000000"/>
                </a:solidFill>
                <a:latin typeface="Arial"/>
              </a:endParaRPr>
            </a:p>
            <a:p>
              <a:pPr>
                <a:lnSpc>
                  <a:spcPct val="100000"/>
                </a:lnSpc>
              </a:pPr>
              <a:r>
                <a:rPr lang="fr-FR" sz="1200" b="0" strike="noStrike" spc="-1">
                  <a:solidFill>
                    <a:srgbClr val="000000"/>
                  </a:solidFill>
                  <a:latin typeface="Calibri"/>
                  <a:ea typeface="Calibri"/>
                </a:rPr>
                <a:t>Dans un cas simple, à partir d'un cahier des charges donné</a:t>
              </a:r>
              <a:endParaRPr lang="fr-FR" sz="1200" b="0" strike="noStrike" spc="-1">
                <a:solidFill>
                  <a:srgbClr val="000000"/>
                </a:solidFill>
                <a:latin typeface="Arial"/>
              </a:endParaRPr>
            </a:p>
          </p:txBody>
        </p:sp>
        <p:sp>
          <p:nvSpPr>
            <p:cNvPr id="462" name="ZoneTexte 79"/>
            <p:cNvSpPr/>
            <p:nvPr/>
          </p:nvSpPr>
          <p:spPr>
            <a:xfrm>
              <a:off x="41760" y="4875120"/>
              <a:ext cx="2108880" cy="1004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200" b="1" strike="noStrike" spc="-1">
                  <a:solidFill>
                    <a:srgbClr val="000000"/>
                  </a:solidFill>
                  <a:latin typeface="Myriad Pro"/>
                  <a:ea typeface="DejaVu Sans"/>
                </a:rPr>
                <a:t>Niveau 2</a:t>
              </a:r>
              <a:endParaRPr lang="fr-FR" sz="1200" b="0" strike="noStrike" spc="-1">
                <a:solidFill>
                  <a:srgbClr val="000000"/>
                </a:solidFill>
                <a:latin typeface="Arial"/>
              </a:endParaRPr>
            </a:p>
            <a:p>
              <a:pPr>
                <a:lnSpc>
                  <a:spcPct val="100000"/>
                </a:lnSpc>
              </a:pPr>
              <a:r>
                <a:rPr lang="fr-FR" sz="1200" b="0" strike="noStrike" spc="-1">
                  <a:solidFill>
                    <a:srgbClr val="FE7F00"/>
                  </a:solidFill>
                  <a:latin typeface="Calibri"/>
                  <a:ea typeface="Calibri"/>
                </a:rPr>
                <a:t>De façon semi-autonome à partir des besoins, dans un contexte socio-économique et culturel international</a:t>
              </a:r>
              <a:endParaRPr lang="fr-FR" sz="1200" b="0" strike="noStrike" spc="-1">
                <a:solidFill>
                  <a:srgbClr val="000000"/>
                </a:solidFill>
                <a:latin typeface="Arial"/>
              </a:endParaRPr>
            </a:p>
          </p:txBody>
        </p:sp>
        <p:sp>
          <p:nvSpPr>
            <p:cNvPr id="463" name="ZoneTexte 80"/>
            <p:cNvSpPr/>
            <p:nvPr/>
          </p:nvSpPr>
          <p:spPr>
            <a:xfrm>
              <a:off x="27360" y="7135560"/>
              <a:ext cx="2108880" cy="821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200" b="1" strike="noStrike" spc="-1">
                  <a:solidFill>
                    <a:srgbClr val="000000"/>
                  </a:solidFill>
                  <a:latin typeface="Myriad Pro"/>
                  <a:ea typeface="DejaVu Sans"/>
                </a:rPr>
                <a:t>Niveau 3</a:t>
              </a:r>
              <a:endParaRPr lang="fr-FR" sz="1200" b="0" strike="noStrike" spc="-1">
                <a:solidFill>
                  <a:srgbClr val="000000"/>
                </a:solidFill>
                <a:latin typeface="Arial"/>
              </a:endParaRPr>
            </a:p>
            <a:p>
              <a:pPr>
                <a:lnSpc>
                  <a:spcPct val="100000"/>
                </a:lnSpc>
              </a:pPr>
              <a:r>
                <a:rPr lang="fr-FR" sz="1200" b="0" strike="noStrike" spc="-1">
                  <a:solidFill>
                    <a:srgbClr val="000000"/>
                  </a:solidFill>
                  <a:latin typeface="Calibri"/>
                  <a:ea typeface="Calibri"/>
                </a:rPr>
                <a:t>Dans un contexte autonome de d'amélioration, d'innovation ou de recherche</a:t>
              </a:r>
              <a:endParaRPr lang="fr-FR" sz="1200" b="0" strike="noStrike" spc="-1">
                <a:solidFill>
                  <a:srgbClr val="000000"/>
                </a:solidFill>
                <a:latin typeface="Arial"/>
              </a:endParaRPr>
            </a:p>
          </p:txBody>
        </p:sp>
      </p:grpSp>
      <p:sp>
        <p:nvSpPr>
          <p:cNvPr id="464" name="ZoneTexte 81"/>
          <p:cNvSpPr/>
          <p:nvPr/>
        </p:nvSpPr>
        <p:spPr>
          <a:xfrm>
            <a:off x="2131200" y="1978920"/>
            <a:ext cx="3654360" cy="334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fr-FR" sz="1600" b="1" i="1" strike="noStrike" spc="-1">
                <a:solidFill>
                  <a:srgbClr val="000000"/>
                </a:solidFill>
                <a:latin typeface="Calibri"/>
                <a:ea typeface="DejaVu Sans"/>
              </a:rPr>
              <a:t>Apprentissages critiques</a:t>
            </a:r>
            <a:endParaRPr lang="fr-FR" sz="1600" b="0" strike="noStrike" spc="-1">
              <a:solidFill>
                <a:srgbClr val="000000"/>
              </a:solidFill>
              <a:latin typeface="Arial"/>
            </a:endParaRPr>
          </a:p>
        </p:txBody>
      </p:sp>
      <p:sp>
        <p:nvSpPr>
          <p:cNvPr id="465" name="Rectangle 69"/>
          <p:cNvSpPr/>
          <p:nvPr/>
        </p:nvSpPr>
        <p:spPr>
          <a:xfrm>
            <a:off x="36000" y="360000"/>
            <a:ext cx="2157120" cy="143712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spcAft>
                <a:spcPts val="601"/>
              </a:spcAft>
            </a:pPr>
            <a:r>
              <a:rPr lang="fr-FR" sz="1200" b="1" strike="noStrike" cap="all" spc="-1">
                <a:solidFill>
                  <a:srgbClr val="FFFFFF"/>
                </a:solidFill>
                <a:latin typeface="Myriad Pro"/>
                <a:ea typeface="Calibri"/>
              </a:rPr>
              <a:t>Gérer un projet informatique</a:t>
            </a:r>
            <a:endParaRPr lang="fr-FR" sz="1200" b="0" strike="noStrike" spc="-1">
              <a:solidFill>
                <a:srgbClr val="FFFFFF"/>
              </a:solidFill>
              <a:latin typeface="Arial"/>
            </a:endParaRPr>
          </a:p>
          <a:p>
            <a:pPr algn="ctr">
              <a:lnSpc>
                <a:spcPct val="100000"/>
              </a:lnSpc>
              <a:spcAft>
                <a:spcPts val="601"/>
              </a:spcAft>
            </a:pPr>
            <a:r>
              <a:rPr lang="fr-FR" sz="1200" b="0" strike="noStrike" cap="all" spc="-1">
                <a:solidFill>
                  <a:srgbClr val="FFFFFE"/>
                </a:solidFill>
                <a:latin typeface="Calibri"/>
                <a:ea typeface="Calibri"/>
              </a:rPr>
              <a:t>RNCP35994BC05</a:t>
            </a:r>
            <a:endParaRPr lang="fr-FR" sz="1200" b="0" strike="noStrike" spc="-1">
              <a:solidFill>
                <a:srgbClr val="FFFFFF"/>
              </a:solidFill>
              <a:latin typeface="Arial"/>
            </a:endParaRPr>
          </a:p>
        </p:txBody>
      </p:sp>
      <p:sp>
        <p:nvSpPr>
          <p:cNvPr id="466" name="ZoneTexte 82"/>
          <p:cNvSpPr/>
          <p:nvPr/>
        </p:nvSpPr>
        <p:spPr>
          <a:xfrm>
            <a:off x="2226960" y="2404800"/>
            <a:ext cx="6770160" cy="160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t">
            <a:spAutoFit/>
          </a:bodyPr>
          <a:lstStyle/>
          <a:p>
            <a:pPr marL="170815" indent="-170815">
              <a:lnSpc>
                <a:spcPct val="100000"/>
              </a:lnSpc>
              <a:buClr>
                <a:srgbClr val="000000"/>
              </a:buClr>
              <a:buFont typeface="Arial"/>
              <a:buChar char="•"/>
            </a:pPr>
            <a:r>
              <a:rPr lang="fr-FR" sz="1100" b="0" strike="noStrike" spc="-1" dirty="0">
                <a:solidFill>
                  <a:srgbClr val="000000"/>
                </a:solidFill>
                <a:latin typeface="Arial"/>
                <a:ea typeface="Calibri"/>
              </a:rPr>
              <a:t>Définir  un projet, ses objectifs, ses </a:t>
            </a:r>
            <a:r>
              <a:rPr lang="fr-FR" sz="1100" spc="-1" dirty="0">
                <a:solidFill>
                  <a:srgbClr val="000000"/>
                </a:solidFill>
                <a:latin typeface="Arial"/>
                <a:ea typeface="Calibri"/>
              </a:rPr>
              <a:t>acteurs</a:t>
            </a:r>
            <a:r>
              <a:rPr lang="fr-FR" sz="1100" b="0" strike="noStrike" spc="-1" dirty="0">
                <a:solidFill>
                  <a:srgbClr val="000000"/>
                </a:solidFill>
                <a:latin typeface="Arial"/>
                <a:ea typeface="Calibri"/>
              </a:rPr>
              <a:t> et les outils de gestion de projet (PROJ531)</a:t>
            </a:r>
            <a:endParaRPr lang="fr-FR" sz="1100" b="0" strike="noStrike" spc="-1" dirty="0">
              <a:solidFill>
                <a:srgbClr val="000000"/>
              </a:solidFill>
              <a:latin typeface="Arial"/>
            </a:endParaRPr>
          </a:p>
          <a:p>
            <a:pPr marL="170815" indent="-170815">
              <a:lnSpc>
                <a:spcPct val="100000"/>
              </a:lnSpc>
              <a:buClr>
                <a:srgbClr val="000000"/>
              </a:buClr>
              <a:buFont typeface="Arial"/>
              <a:buChar char="•"/>
            </a:pPr>
            <a:r>
              <a:rPr lang="fr-FR" sz="1100" b="0" strike="noStrike" spc="-1" dirty="0">
                <a:solidFill>
                  <a:srgbClr val="000000"/>
                </a:solidFill>
                <a:latin typeface="Arial"/>
                <a:ea typeface="Calibri"/>
              </a:rPr>
              <a:t>Mettre en œuvre une méthode de gestion de projet informatique et des outils collaboratifs associés (PROJ531)</a:t>
            </a:r>
            <a:endParaRPr lang="fr-FR" sz="1100" b="0" strike="noStrike" spc="-1" dirty="0">
              <a:solidFill>
                <a:srgbClr val="000000"/>
              </a:solidFill>
              <a:latin typeface="Arial"/>
            </a:endParaRPr>
          </a:p>
          <a:p>
            <a:pPr marL="170815" indent="-170815">
              <a:lnSpc>
                <a:spcPct val="100000"/>
              </a:lnSpc>
              <a:buClr>
                <a:srgbClr val="000000"/>
              </a:buClr>
              <a:buFont typeface="Arial"/>
              <a:buChar char="•"/>
            </a:pPr>
            <a:r>
              <a:rPr lang="fr-FR" sz="1100" b="0" strike="noStrike" spc="-1" dirty="0">
                <a:solidFill>
                  <a:srgbClr val="000000"/>
                </a:solidFill>
                <a:latin typeface="Arial"/>
                <a:ea typeface="Calibri"/>
              </a:rPr>
              <a:t>Mettre en œuvre des outils de planification et de suivi de projet  (PROJ531)</a:t>
            </a:r>
            <a:endParaRPr lang="fr-FR" sz="1100" b="0" strike="noStrike" spc="-1" dirty="0">
              <a:solidFill>
                <a:srgbClr val="000000"/>
              </a:solidFill>
              <a:latin typeface="Arial"/>
            </a:endParaRPr>
          </a:p>
          <a:p>
            <a:pPr marL="170815" indent="-170815">
              <a:lnSpc>
                <a:spcPct val="100000"/>
              </a:lnSpc>
              <a:buClr>
                <a:srgbClr val="000000"/>
              </a:buClr>
              <a:buFont typeface="Arial"/>
              <a:buChar char="•"/>
            </a:pPr>
            <a:r>
              <a:rPr lang="fr-FR" sz="1100" b="0" strike="noStrike" spc="-1" dirty="0">
                <a:solidFill>
                  <a:srgbClr val="000000"/>
                </a:solidFill>
                <a:latin typeface="Arial"/>
                <a:ea typeface="Calibri"/>
              </a:rPr>
              <a:t>Évaluer la rentabilité des projets (SHES601)</a:t>
            </a:r>
            <a:endParaRPr lang="fr-FR" sz="1100" b="0" strike="noStrike" spc="-1" dirty="0">
              <a:solidFill>
                <a:srgbClr val="000000"/>
              </a:solidFill>
              <a:latin typeface="Arial"/>
            </a:endParaRPr>
          </a:p>
          <a:p>
            <a:pPr marL="170815" indent="-170815">
              <a:lnSpc>
                <a:spcPct val="100000"/>
              </a:lnSpc>
              <a:buClr>
                <a:srgbClr val="000000"/>
              </a:buClr>
              <a:buFont typeface="Arial"/>
              <a:buChar char="•"/>
            </a:pPr>
            <a:r>
              <a:rPr lang="fr-FR" sz="1100" b="0" strike="noStrike" spc="-1" dirty="0">
                <a:solidFill>
                  <a:srgbClr val="000000"/>
                </a:solidFill>
                <a:latin typeface="Arial"/>
                <a:ea typeface="Calibri"/>
              </a:rPr>
              <a:t>Concevoir les bases d'une stratégie d'entreprise (SHES505)</a:t>
            </a:r>
            <a:endParaRPr lang="fr-FR" sz="1100" b="0" strike="noStrike" spc="-1" dirty="0">
              <a:solidFill>
                <a:srgbClr val="000000"/>
              </a:solidFill>
              <a:latin typeface="Arial"/>
            </a:endParaRPr>
          </a:p>
          <a:p>
            <a:pPr marL="170815" indent="-170815">
              <a:lnSpc>
                <a:spcPct val="100000"/>
              </a:lnSpc>
              <a:buClr>
                <a:srgbClr val="000000"/>
              </a:buClr>
              <a:buFont typeface="Arial"/>
              <a:buChar char="•"/>
            </a:pPr>
            <a:r>
              <a:rPr lang="fr-FR" sz="1100" b="0" strike="noStrike" spc="-1" dirty="0">
                <a:solidFill>
                  <a:srgbClr val="000000"/>
                </a:solidFill>
                <a:latin typeface="Arial"/>
                <a:ea typeface="Calibri"/>
              </a:rPr>
              <a:t>Comprendre les lois et réglementations qui régissent leur domaine d'expertise (SHES602)</a:t>
            </a:r>
            <a:endParaRPr lang="fr-FR" sz="1100" b="0" strike="noStrike" spc="-1" dirty="0">
              <a:solidFill>
                <a:srgbClr val="000000"/>
              </a:solidFill>
              <a:latin typeface="Arial"/>
            </a:endParaRPr>
          </a:p>
          <a:p>
            <a:pPr marL="170815" indent="-170815">
              <a:lnSpc>
                <a:spcPct val="100000"/>
              </a:lnSpc>
              <a:buClr>
                <a:srgbClr val="000000"/>
              </a:buClr>
              <a:buFont typeface="Arial"/>
              <a:buChar char="•"/>
            </a:pPr>
            <a:r>
              <a:rPr lang="fr-FR" sz="1100" b="0" strike="noStrike" spc="-1" dirty="0">
                <a:solidFill>
                  <a:srgbClr val="000000"/>
                </a:solidFill>
                <a:latin typeface="Arial"/>
                <a:ea typeface="Calibri"/>
              </a:rPr>
              <a:t> </a:t>
            </a:r>
            <a:endParaRPr lang="fr-FR" sz="1100" b="0" strike="noStrike" spc="-1" dirty="0">
              <a:solidFill>
                <a:srgbClr val="000000"/>
              </a:solidFill>
              <a:latin typeface="Arial"/>
            </a:endParaRPr>
          </a:p>
          <a:p>
            <a:pPr marL="170815" indent="-170815">
              <a:lnSpc>
                <a:spcPct val="100000"/>
              </a:lnSpc>
              <a:buClr>
                <a:srgbClr val="000000"/>
              </a:buClr>
              <a:buFont typeface="Arial"/>
              <a:buChar char="•"/>
            </a:pPr>
            <a:r>
              <a:rPr lang="fr-FR" sz="1100" b="0" strike="noStrike" spc="-1" dirty="0">
                <a:solidFill>
                  <a:srgbClr val="000000"/>
                </a:solidFill>
                <a:latin typeface="Arial"/>
                <a:ea typeface="Calibri"/>
              </a:rPr>
              <a:t>APP : PROJ531, PROJ631 </a:t>
            </a:r>
            <a:endParaRPr lang="fr-FR" sz="1100" b="0" strike="noStrike" spc="-1" dirty="0">
              <a:solidFill>
                <a:srgbClr val="000000"/>
              </a:solidFill>
              <a:latin typeface="Arial"/>
            </a:endParaRPr>
          </a:p>
        </p:txBody>
      </p:sp>
      <p:sp>
        <p:nvSpPr>
          <p:cNvPr id="467" name="ZoneTexte 83"/>
          <p:cNvSpPr/>
          <p:nvPr/>
        </p:nvSpPr>
        <p:spPr>
          <a:xfrm>
            <a:off x="2241360" y="4358520"/>
            <a:ext cx="6575760" cy="1736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t">
            <a:spAutoFit/>
          </a:bodyPr>
          <a:lstStyle/>
          <a:p>
            <a:pPr marL="171360" indent="-171360">
              <a:lnSpc>
                <a:spcPct val="100000"/>
              </a:lnSpc>
              <a:buClr>
                <a:srgbClr val="000000"/>
              </a:buClr>
              <a:buFont typeface="Arial"/>
              <a:buChar char="•"/>
            </a:pPr>
            <a:r>
              <a:rPr lang="fr-FR" sz="1200" b="0" strike="noStrike" spc="-1">
                <a:solidFill>
                  <a:srgbClr val="000000"/>
                </a:solidFill>
                <a:latin typeface="Arial"/>
                <a:ea typeface="Calibri"/>
              </a:rPr>
              <a:t>Analyser les besoins, identifier les contraintes et élaborer un cahier des charges (INFO731)</a:t>
            </a:r>
            <a:endParaRPr lang="fr-FR" sz="12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Animer les réunions et organiser le travail pour clarifier les attendus </a:t>
            </a:r>
            <a:r>
              <a:rPr lang="fr-FR" sz="1200" b="0" strike="noStrike" spc="-1">
                <a:solidFill>
                  <a:srgbClr val="000000"/>
                </a:solidFill>
                <a:latin typeface="Arial"/>
                <a:ea typeface="Calibri"/>
              </a:rPr>
              <a:t>(SHES703)</a:t>
            </a:r>
            <a:endParaRPr lang="fr-FR" sz="1200" b="0" strike="noStrike" spc="-1">
              <a:solidFill>
                <a:srgbClr val="000000"/>
              </a:solidFill>
              <a:latin typeface="Arial"/>
            </a:endParaRPr>
          </a:p>
          <a:p>
            <a:pPr marL="171360" indent="-171360">
              <a:lnSpc>
                <a:spcPct val="100000"/>
              </a:lnSpc>
              <a:buClr>
                <a:srgbClr val="000000"/>
              </a:buClr>
              <a:buFont typeface="Arial"/>
              <a:buChar char="•"/>
            </a:pPr>
            <a:r>
              <a:rPr lang="fr-FR" sz="1200" b="0" strike="noStrike" spc="-1">
                <a:solidFill>
                  <a:srgbClr val="000000"/>
                </a:solidFill>
                <a:latin typeface="Arial"/>
                <a:ea typeface="Calibri"/>
              </a:rPr>
              <a:t>Identifier et évaluer les risques triviaux d'un projet (SHES802)</a:t>
            </a:r>
            <a:endParaRPr lang="fr-FR" sz="1200" b="0" strike="noStrike" spc="-1">
              <a:solidFill>
                <a:srgbClr val="000000"/>
              </a:solidFill>
              <a:latin typeface="Arial"/>
            </a:endParaRPr>
          </a:p>
          <a:p>
            <a:pPr marL="171360" indent="-171360">
              <a:lnSpc>
                <a:spcPct val="100000"/>
              </a:lnSpc>
              <a:buClr>
                <a:srgbClr val="000000"/>
              </a:buClr>
              <a:buFont typeface="Arial"/>
              <a:buChar char="•"/>
            </a:pPr>
            <a:r>
              <a:rPr lang="fr-FR" sz="1200" b="0" strike="noStrike" spc="-1">
                <a:solidFill>
                  <a:srgbClr val="000000"/>
                </a:solidFill>
                <a:latin typeface="Arial"/>
                <a:ea typeface="Calibri"/>
              </a:rPr>
              <a:t>Utiliser les techniques de créativité pour apporter des solutions originales (SHES704)</a:t>
            </a:r>
            <a:endParaRPr lang="fr-FR" sz="1200" b="0" strike="noStrike" spc="-1">
              <a:solidFill>
                <a:srgbClr val="000000"/>
              </a:solidFill>
              <a:latin typeface="Arial"/>
            </a:endParaRPr>
          </a:p>
          <a:p>
            <a:pPr marL="171360" indent="-171360">
              <a:lnSpc>
                <a:spcPct val="100000"/>
              </a:lnSpc>
              <a:buClr>
                <a:srgbClr val="000000"/>
              </a:buClr>
              <a:buFont typeface="Arial"/>
              <a:buChar char="•"/>
            </a:pPr>
            <a:r>
              <a:rPr lang="fr-FR" sz="1200" b="0" strike="noStrike" spc="-1">
                <a:solidFill>
                  <a:srgbClr val="000000"/>
                </a:solidFill>
                <a:latin typeface="Arial"/>
                <a:ea typeface="Calibri"/>
              </a:rPr>
              <a:t>Analyser et évaluer les structures et les processus organisationnels (SHES803)</a:t>
            </a:r>
            <a:endParaRPr lang="fr-FR" sz="1200" b="0" strike="noStrike" spc="-1">
              <a:solidFill>
                <a:srgbClr val="000000"/>
              </a:solidFill>
              <a:latin typeface="Arial"/>
            </a:endParaRPr>
          </a:p>
          <a:p>
            <a:pPr marL="171360" indent="-171360">
              <a:lnSpc>
                <a:spcPct val="100000"/>
              </a:lnSpc>
              <a:buClr>
                <a:srgbClr val="000000"/>
              </a:buClr>
              <a:buFont typeface="Arial"/>
              <a:buChar char="•"/>
            </a:pPr>
            <a:r>
              <a:rPr lang="fr-FR" sz="1200" b="0" strike="noStrike" spc="-1">
                <a:solidFill>
                  <a:srgbClr val="000000"/>
                </a:solidFill>
                <a:latin typeface="Arial"/>
                <a:ea typeface="Calibri"/>
              </a:rPr>
              <a:t>Communiquer avec différentes cultures LANGXXX </a:t>
            </a:r>
            <a:endParaRPr lang="fr-FR" sz="1200" b="0" strike="noStrike" spc="-1">
              <a:solidFill>
                <a:srgbClr val="000000"/>
              </a:solidFill>
              <a:latin typeface="Arial"/>
            </a:endParaRPr>
          </a:p>
          <a:p>
            <a:pPr marL="171360" indent="-171360">
              <a:lnSpc>
                <a:spcPct val="100000"/>
              </a:lnSpc>
              <a:buClr>
                <a:srgbClr val="000000"/>
              </a:buClr>
              <a:buFont typeface="Arial"/>
              <a:buChar char="•"/>
            </a:pPr>
            <a:r>
              <a:rPr lang="fr-FR" sz="1200" b="0" strike="noStrike" spc="-1">
                <a:solidFill>
                  <a:srgbClr val="000000"/>
                </a:solidFill>
                <a:latin typeface="Arial"/>
                <a:ea typeface="Calibri"/>
              </a:rPr>
              <a:t> </a:t>
            </a:r>
            <a:endParaRPr lang="fr-FR" sz="1200" b="0" strike="noStrike" spc="-1">
              <a:solidFill>
                <a:srgbClr val="000000"/>
              </a:solidFill>
              <a:latin typeface="Arial"/>
            </a:endParaRPr>
          </a:p>
          <a:p>
            <a:pPr marL="171360" indent="-171360">
              <a:lnSpc>
                <a:spcPct val="100000"/>
              </a:lnSpc>
              <a:buClr>
                <a:srgbClr val="000000"/>
              </a:buClr>
              <a:buFont typeface="Arial"/>
              <a:buChar char="•"/>
            </a:pPr>
            <a:r>
              <a:rPr lang="fr-FR" sz="1200" b="0" strike="noStrike" spc="-1">
                <a:solidFill>
                  <a:srgbClr val="000000"/>
                </a:solidFill>
                <a:latin typeface="Arial"/>
                <a:ea typeface="Calibri"/>
              </a:rPr>
              <a:t>APP : PROJ731, PROJ831</a:t>
            </a:r>
            <a:endParaRPr lang="fr-FR" sz="1200" b="0" strike="noStrike" spc="-1">
              <a:solidFill>
                <a:srgbClr val="000000"/>
              </a:solidFill>
              <a:latin typeface="Arial"/>
            </a:endParaRPr>
          </a:p>
          <a:p>
            <a:pPr marL="171360" indent="-171360">
              <a:lnSpc>
                <a:spcPct val="100000"/>
              </a:lnSpc>
              <a:buClr>
                <a:srgbClr val="000000"/>
              </a:buClr>
              <a:buFont typeface="Arial"/>
              <a:buChar char="•"/>
            </a:pPr>
            <a:r>
              <a:rPr lang="fr-FR" sz="1200" b="0" strike="noStrike" spc="-1">
                <a:solidFill>
                  <a:srgbClr val="000000"/>
                </a:solidFill>
                <a:latin typeface="Arial"/>
                <a:ea typeface="Calibri"/>
              </a:rPr>
              <a:t>Stage : PROJ801</a:t>
            </a:r>
            <a:endParaRPr lang="fr-FR" sz="1200" b="0" strike="noStrike" spc="-1">
              <a:solidFill>
                <a:srgbClr val="000000"/>
              </a:solidFill>
              <a:latin typeface="Arial"/>
            </a:endParaRPr>
          </a:p>
        </p:txBody>
      </p:sp>
      <p:sp>
        <p:nvSpPr>
          <p:cNvPr id="468" name="ZoneTexte 84"/>
          <p:cNvSpPr/>
          <p:nvPr/>
        </p:nvSpPr>
        <p:spPr>
          <a:xfrm>
            <a:off x="2298960" y="6672600"/>
            <a:ext cx="6518160" cy="12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t">
            <a:spAutoFit/>
          </a:bodyPr>
          <a:lstStyle/>
          <a:p>
            <a:pPr marL="171360" indent="-171360">
              <a:lnSpc>
                <a:spcPct val="100000"/>
              </a:lnSpc>
              <a:buClr>
                <a:srgbClr val="000000"/>
              </a:buClr>
              <a:buFont typeface="Arial"/>
              <a:buChar char="•"/>
            </a:pPr>
            <a:r>
              <a:rPr lang="fr-FR" sz="1100" b="0" strike="noStrike" spc="-1">
                <a:solidFill>
                  <a:srgbClr val="000000"/>
                </a:solidFill>
                <a:latin typeface="Arial"/>
                <a:ea typeface="Calibri"/>
              </a:rPr>
              <a:t>Utiliser des méthodes de management pour la motivation en projet (SHES 901)</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Manager des équipes projet (gestion des organisations, résistance au changement…) (SHES803, SHES901)</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Évaluer l'impact du projet en interne et en externe (responsabilité sociétale et environnementale, stratégie de l'entreprise…) (DDRS ???, SHES802)</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 </a:t>
            </a:r>
            <a:endParaRPr lang="fr-FR" sz="1100" b="0" strike="noStrike" spc="-1">
              <a:solidFill>
                <a:srgbClr val="000000"/>
              </a:solidFill>
              <a:latin typeface="Arial"/>
            </a:endParaRPr>
          </a:p>
          <a:p>
            <a:pPr marL="171360" indent="-171360">
              <a:lnSpc>
                <a:spcPct val="100000"/>
              </a:lnSpc>
              <a:buClr>
                <a:srgbClr val="000000"/>
              </a:buClr>
              <a:buFont typeface="Arial"/>
              <a:buChar char="•"/>
            </a:pPr>
            <a:r>
              <a:rPr lang="fr-FR" sz="1100" b="0" strike="noStrike" spc="-1">
                <a:solidFill>
                  <a:srgbClr val="000000"/>
                </a:solidFill>
                <a:latin typeface="Arial"/>
                <a:ea typeface="Calibri"/>
              </a:rPr>
              <a:t>Stage :  PROJ1001</a:t>
            </a:r>
            <a:endParaRPr lang="fr-FR" sz="1100" b="0" strike="noStrike" spc="-1">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PlaceHolder 1"/>
          <p:cNvSpPr>
            <a:spLocks noGrp="1"/>
          </p:cNvSpPr>
          <p:nvPr>
            <p:ph type="title"/>
          </p:nvPr>
        </p:nvSpPr>
        <p:spPr>
          <a:xfrm>
            <a:off x="640080" y="383040"/>
            <a:ext cx="11518560" cy="1600200"/>
          </a:xfrm>
          <a:prstGeom prst="rect">
            <a:avLst/>
          </a:prstGeom>
          <a:noFill/>
          <a:ln w="0">
            <a:noFill/>
          </a:ln>
        </p:spPr>
        <p:txBody>
          <a:bodyPr lIns="0" tIns="0" rIns="0" bIns="0" anchor="ctr">
            <a:noAutofit/>
          </a:bodyPr>
          <a:lstStyle/>
          <a:p>
            <a:pPr indent="0" algn="ctr">
              <a:lnSpc>
                <a:spcPct val="100000"/>
              </a:lnSpc>
              <a:buNone/>
              <a:tabLst>
                <a:tab pos="0" algn="l"/>
              </a:tabLst>
            </a:pPr>
            <a:r>
              <a:rPr lang="fr-FR" sz="4400" b="0" strike="noStrike" spc="-1">
                <a:solidFill>
                  <a:srgbClr val="000000"/>
                </a:solidFill>
                <a:latin typeface="Arial"/>
              </a:rPr>
              <a:t>Absence de liens Module ↔ apprentissage critique (AC) </a:t>
            </a:r>
          </a:p>
        </p:txBody>
      </p:sp>
      <p:sp>
        <p:nvSpPr>
          <p:cNvPr id="470" name="PlaceHolder 2"/>
          <p:cNvSpPr>
            <a:spLocks noGrp="1"/>
          </p:cNvSpPr>
          <p:nvPr>
            <p:ph/>
          </p:nvPr>
        </p:nvSpPr>
        <p:spPr>
          <a:xfrm>
            <a:off x="640080" y="2246400"/>
            <a:ext cx="6199200" cy="556560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fr-FR" sz="3200" b="0" strike="noStrike" spc="-1">
                <a:solidFill>
                  <a:srgbClr val="000000"/>
                </a:solidFill>
                <a:latin typeface="Arial"/>
              </a:rPr>
              <a:t>Module sans AC =&gt; A remplacer dans la nouvelle maquette </a:t>
            </a:r>
          </a:p>
          <a:p>
            <a:pPr marL="864000" lvl="1" indent="-324000">
              <a:lnSpc>
                <a:spcPct val="100000"/>
              </a:lnSpc>
              <a:spcBef>
                <a:spcPts val="1134"/>
              </a:spcBef>
              <a:buClr>
                <a:srgbClr val="000000"/>
              </a:buClr>
              <a:buSzPct val="75000"/>
              <a:buFont typeface="Symbol" charset="2"/>
              <a:buChar char=""/>
            </a:pPr>
            <a:r>
              <a:rPr lang="fr-FR" sz="3200" b="0" strike="noStrike" spc="-1">
                <a:solidFill>
                  <a:srgbClr val="000000"/>
                </a:solidFill>
                <a:latin typeface="Arial"/>
              </a:rPr>
              <a:t>EASI501_PACY : Électricité</a:t>
            </a:r>
          </a:p>
          <a:p>
            <a:pPr marL="864000" lvl="1" indent="-324000">
              <a:lnSpc>
                <a:spcPct val="100000"/>
              </a:lnSpc>
              <a:spcBef>
                <a:spcPts val="1134"/>
              </a:spcBef>
              <a:buClr>
                <a:srgbClr val="000000"/>
              </a:buClr>
              <a:buSzPct val="75000"/>
              <a:buFont typeface="Symbol" charset="2"/>
              <a:buChar char=""/>
            </a:pPr>
            <a:r>
              <a:rPr lang="fr-FR" sz="3200" b="0" strike="noStrike" spc="-1">
                <a:solidFill>
                  <a:srgbClr val="000000"/>
                </a:solidFill>
                <a:latin typeface="Arial"/>
              </a:rPr>
              <a:t>EASI541_PACY : Automatisation</a:t>
            </a:r>
          </a:p>
        </p:txBody>
      </p:sp>
      <p:sp>
        <p:nvSpPr>
          <p:cNvPr id="471" name="PlaceHolder 3"/>
          <p:cNvSpPr>
            <a:spLocks noGrp="1"/>
          </p:cNvSpPr>
          <p:nvPr>
            <p:ph/>
          </p:nvPr>
        </p:nvSpPr>
        <p:spPr>
          <a:xfrm>
            <a:off x="7022160" y="2246400"/>
            <a:ext cx="5037120" cy="556560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fr-FR" sz="3200" b="0" strike="noStrike" spc="-1">
                <a:solidFill>
                  <a:srgbClr val="000000"/>
                </a:solidFill>
                <a:latin typeface="Arial"/>
              </a:rPr>
              <a:t>AC sans Module</a:t>
            </a:r>
          </a:p>
          <a:p>
            <a:pPr marL="864000" lvl="1" indent="-324000">
              <a:lnSpc>
                <a:spcPct val="100000"/>
              </a:lnSpc>
              <a:spcBef>
                <a:spcPts val="1134"/>
              </a:spcBef>
              <a:buClr>
                <a:srgbClr val="000000"/>
              </a:buClr>
              <a:buSzPct val="75000"/>
              <a:buFont typeface="Symbol" charset="2"/>
              <a:buChar char=""/>
            </a:pPr>
            <a:r>
              <a:rPr lang="fr-FR" sz="2800" b="0" strike="noStrike" spc="-1">
                <a:solidFill>
                  <a:srgbClr val="000000"/>
                </a:solidFill>
                <a:latin typeface="Arial"/>
              </a:rPr>
              <a:t>Évaluer et optimiser les performances opérationnelles et énergétiques d'un système logiciel (Ajouter dans la nouvelle maquette)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PlaceHolder 1"/>
          <p:cNvSpPr>
            <a:spLocks noGrp="1"/>
          </p:cNvSpPr>
          <p:nvPr>
            <p:ph type="title"/>
          </p:nvPr>
        </p:nvSpPr>
        <p:spPr>
          <a:xfrm>
            <a:off x="640080" y="383040"/>
            <a:ext cx="11518560" cy="1600200"/>
          </a:xfrm>
          <a:prstGeom prst="rect">
            <a:avLst/>
          </a:prstGeom>
          <a:noFill/>
          <a:ln w="0">
            <a:noFill/>
          </a:ln>
        </p:spPr>
        <p:txBody>
          <a:bodyPr lIns="0" tIns="0" rIns="0" bIns="0" anchor="ctr">
            <a:noAutofit/>
          </a:bodyPr>
          <a:lstStyle/>
          <a:p>
            <a:pPr indent="0" algn="ctr">
              <a:lnSpc>
                <a:spcPct val="100000"/>
              </a:lnSpc>
              <a:buNone/>
              <a:tabLst>
                <a:tab pos="0" algn="l"/>
              </a:tabLst>
            </a:pPr>
            <a:r>
              <a:rPr lang="fr-FR" sz="4400" b="0" strike="noStrike" spc="-1">
                <a:solidFill>
                  <a:srgbClr val="000000"/>
                </a:solidFill>
                <a:latin typeface="Arial"/>
              </a:rPr>
              <a:t>Apprentissage critique : Acquisition de donnée</a:t>
            </a:r>
          </a:p>
        </p:txBody>
      </p:sp>
      <p:sp>
        <p:nvSpPr>
          <p:cNvPr id="473" name="PlaceHolder 2"/>
          <p:cNvSpPr>
            <a:spLocks noGrp="1"/>
          </p:cNvSpPr>
          <p:nvPr>
            <p:ph/>
          </p:nvPr>
        </p:nvSpPr>
        <p:spPr>
          <a:xfrm>
            <a:off x="640080" y="2246400"/>
            <a:ext cx="5619600" cy="5565600"/>
          </a:xfrm>
          <a:prstGeom prst="rect">
            <a:avLst/>
          </a:prstGeom>
          <a:noFill/>
          <a:ln w="0">
            <a:noFill/>
          </a:ln>
        </p:spPr>
        <p:txBody>
          <a:bodyPr lIns="0" tIns="0" rIns="0" bIns="0" anchor="t">
            <a:normAutofit fontScale="50000" lnSpcReduction="10000"/>
          </a:bodyPr>
          <a:lstStyle/>
          <a:p>
            <a:pPr marL="250560" indent="-187920">
              <a:lnSpc>
                <a:spcPct val="100000"/>
              </a:lnSpc>
              <a:spcBef>
                <a:spcPts val="1417"/>
              </a:spcBef>
              <a:buClr>
                <a:srgbClr val="000000"/>
              </a:buClr>
              <a:buSzPct val="45000"/>
              <a:buFont typeface="Wingdings" charset="2"/>
              <a:buChar char=""/>
            </a:pPr>
            <a:r>
              <a:rPr lang="fr-FR" sz="3200" b="0" strike="noStrike" spc="-1">
                <a:solidFill>
                  <a:srgbClr val="000000"/>
                </a:solidFill>
                <a:latin typeface="Arial"/>
              </a:rPr>
              <a:t>Scrappy</a:t>
            </a:r>
          </a:p>
          <a:p>
            <a:pPr marL="250560" indent="-187920">
              <a:lnSpc>
                <a:spcPct val="100000"/>
              </a:lnSpc>
              <a:spcBef>
                <a:spcPts val="1417"/>
              </a:spcBef>
              <a:buClr>
                <a:srgbClr val="000000"/>
              </a:buClr>
              <a:buSzPct val="45000"/>
              <a:buFont typeface="Wingdings" charset="2"/>
              <a:buChar char=""/>
            </a:pPr>
            <a:r>
              <a:rPr lang="fr-FR" sz="3200" b="0" strike="noStrike" spc="-1">
                <a:solidFill>
                  <a:srgbClr val="000000"/>
                </a:solidFill>
                <a:latin typeface="Arial"/>
              </a:rPr>
              <a:t>Beautiful Soup</a:t>
            </a:r>
          </a:p>
          <a:p>
            <a:pPr marL="250560" indent="-187920">
              <a:lnSpc>
                <a:spcPct val="100000"/>
              </a:lnSpc>
              <a:spcBef>
                <a:spcPts val="1417"/>
              </a:spcBef>
              <a:buClr>
                <a:srgbClr val="000000"/>
              </a:buClr>
              <a:buSzPct val="45000"/>
              <a:buFont typeface="Wingdings" charset="2"/>
              <a:buChar char=""/>
            </a:pPr>
            <a:r>
              <a:rPr lang="fr-FR" sz="3200" b="0" strike="noStrike" spc="-1">
                <a:solidFill>
                  <a:srgbClr val="000000"/>
                </a:solidFill>
                <a:latin typeface="Arial"/>
              </a:rPr>
              <a:t>Selenium</a:t>
            </a:r>
          </a:p>
          <a:p>
            <a:pPr marL="250560" indent="-187920">
              <a:lnSpc>
                <a:spcPct val="100000"/>
              </a:lnSpc>
              <a:spcBef>
                <a:spcPts val="1417"/>
              </a:spcBef>
              <a:buClr>
                <a:srgbClr val="000000"/>
              </a:buClr>
              <a:buSzPct val="45000"/>
              <a:buFont typeface="Wingdings" charset="2"/>
              <a:buChar char=""/>
            </a:pPr>
            <a:r>
              <a:rPr lang="fr-FR" sz="3200" b="0" strike="noStrike" spc="-1">
                <a:solidFill>
                  <a:srgbClr val="000000"/>
                </a:solidFill>
                <a:latin typeface="Arial"/>
              </a:rPr>
              <a:t>Autre</a:t>
            </a:r>
          </a:p>
          <a:p>
            <a:pPr marL="250560" indent="-187920">
              <a:lnSpc>
                <a:spcPct val="100000"/>
              </a:lnSpc>
              <a:spcBef>
                <a:spcPts val="1417"/>
              </a:spcBef>
              <a:buClr>
                <a:srgbClr val="000000"/>
              </a:buClr>
              <a:buSzPct val="45000"/>
              <a:buFont typeface="Wingdings" charset="2"/>
              <a:buChar char=""/>
            </a:pPr>
            <a:r>
              <a:rPr lang="fr-FR" sz="3200" b="0" strike="noStrike" spc="-1">
                <a:solidFill>
                  <a:srgbClr val="000000"/>
                </a:solidFill>
                <a:latin typeface="Arial"/>
              </a:rPr>
              <a:t>API</a:t>
            </a:r>
          </a:p>
          <a:p>
            <a:pPr marL="250560" indent="-187920">
              <a:lnSpc>
                <a:spcPct val="100000"/>
              </a:lnSpc>
              <a:spcBef>
                <a:spcPts val="1417"/>
              </a:spcBef>
              <a:buClr>
                <a:srgbClr val="000000"/>
              </a:buClr>
              <a:buSzPct val="45000"/>
              <a:buFont typeface="Wingdings" charset="2"/>
              <a:buChar char=""/>
            </a:pPr>
            <a:r>
              <a:rPr lang="fr-FR" sz="3200" b="0" strike="noStrike" spc="-1">
                <a:solidFill>
                  <a:srgbClr val="000000"/>
                </a:solidFill>
                <a:latin typeface="Arial"/>
              </a:rPr>
              <a:t>Multi-page</a:t>
            </a:r>
          </a:p>
          <a:p>
            <a:pPr marL="250560" indent="-187920">
              <a:lnSpc>
                <a:spcPct val="100000"/>
              </a:lnSpc>
              <a:spcBef>
                <a:spcPts val="1417"/>
              </a:spcBef>
              <a:buClr>
                <a:srgbClr val="000000"/>
              </a:buClr>
              <a:buSzPct val="45000"/>
              <a:buFont typeface="Wingdings" charset="2"/>
              <a:buChar char=""/>
            </a:pPr>
            <a:r>
              <a:rPr lang="fr-FR" sz="3200" b="0" strike="noStrike" spc="-1">
                <a:solidFill>
                  <a:srgbClr val="000000"/>
                </a:solidFill>
                <a:latin typeface="Arial"/>
              </a:rPr>
              <a:t>Login/password</a:t>
            </a:r>
          </a:p>
          <a:p>
            <a:pPr marL="250560" indent="-187920">
              <a:lnSpc>
                <a:spcPct val="100000"/>
              </a:lnSpc>
              <a:spcBef>
                <a:spcPts val="1417"/>
              </a:spcBef>
              <a:buClr>
                <a:srgbClr val="000000"/>
              </a:buClr>
              <a:buSzPct val="45000"/>
              <a:buFont typeface="Wingdings" charset="2"/>
              <a:buChar char=""/>
            </a:pPr>
            <a:r>
              <a:rPr lang="fr-FR" sz="3200" b="0" strike="noStrike" spc="-1">
                <a:solidFill>
                  <a:srgbClr val="000000"/>
                </a:solidFill>
                <a:latin typeface="Arial"/>
              </a:rPr>
              <a:t>Masquage</a:t>
            </a:r>
          </a:p>
          <a:p>
            <a:pPr marL="250560" indent="-187920">
              <a:lnSpc>
                <a:spcPct val="100000"/>
              </a:lnSpc>
              <a:spcBef>
                <a:spcPts val="1417"/>
              </a:spcBef>
              <a:buClr>
                <a:srgbClr val="000000"/>
              </a:buClr>
              <a:buSzPct val="45000"/>
              <a:buFont typeface="Wingdings" charset="2"/>
              <a:buChar char=""/>
            </a:pPr>
            <a:r>
              <a:rPr lang="fr-FR" sz="3200" b="0" strike="noStrike" spc="-1">
                <a:solidFill>
                  <a:srgbClr val="000000"/>
                </a:solidFill>
                <a:latin typeface="Arial"/>
              </a:rPr>
              <a:t>Multi. Site</a:t>
            </a:r>
          </a:p>
          <a:p>
            <a:pPr marL="250560" indent="-187920">
              <a:lnSpc>
                <a:spcPct val="100000"/>
              </a:lnSpc>
              <a:spcBef>
                <a:spcPts val="1417"/>
              </a:spcBef>
              <a:buClr>
                <a:srgbClr val="000000"/>
              </a:buClr>
              <a:buSzPct val="45000"/>
              <a:buFont typeface="Wingdings" charset="2"/>
              <a:buChar char=""/>
            </a:pPr>
            <a:r>
              <a:rPr lang="fr-FR" sz="3200" b="0" strike="noStrike" spc="-1">
                <a:solidFill>
                  <a:srgbClr val="000000"/>
                </a:solidFill>
                <a:latin typeface="Arial"/>
              </a:rPr>
              <a:t>Mix Scrap API</a:t>
            </a:r>
          </a:p>
          <a:p>
            <a:pPr marL="250560" indent="-187920">
              <a:lnSpc>
                <a:spcPct val="100000"/>
              </a:lnSpc>
              <a:spcBef>
                <a:spcPts val="1417"/>
              </a:spcBef>
              <a:buClr>
                <a:srgbClr val="000000"/>
              </a:buClr>
              <a:buSzPct val="45000"/>
              <a:buFont typeface="Wingdings" charset="2"/>
              <a:buChar char=""/>
            </a:pPr>
            <a:r>
              <a:rPr lang="fr-FR" sz="3200" b="0" strike="noStrike" spc="-1">
                <a:solidFill>
                  <a:srgbClr val="000000"/>
                </a:solidFill>
                <a:latin typeface="Arial"/>
              </a:rPr>
              <a:t>CSV</a:t>
            </a:r>
          </a:p>
          <a:p>
            <a:pPr marL="250560" indent="-187920">
              <a:lnSpc>
                <a:spcPct val="100000"/>
              </a:lnSpc>
              <a:spcBef>
                <a:spcPts val="1417"/>
              </a:spcBef>
              <a:buClr>
                <a:srgbClr val="000000"/>
              </a:buClr>
              <a:buSzPct val="45000"/>
              <a:buFont typeface="Wingdings" charset="2"/>
              <a:buChar char=""/>
            </a:pPr>
            <a:r>
              <a:rPr lang="fr-FR" sz="3200" b="0" strike="noStrike" spc="-1">
                <a:solidFill>
                  <a:srgbClr val="000000"/>
                </a:solidFill>
                <a:latin typeface="Arial"/>
              </a:rPr>
              <a:t>JSon</a:t>
            </a:r>
          </a:p>
          <a:p>
            <a:pPr marL="250560" indent="-187920">
              <a:lnSpc>
                <a:spcPct val="100000"/>
              </a:lnSpc>
              <a:spcBef>
                <a:spcPts val="1417"/>
              </a:spcBef>
              <a:buClr>
                <a:srgbClr val="000000"/>
              </a:buClr>
              <a:buSzPct val="45000"/>
              <a:buFont typeface="Wingdings" charset="2"/>
              <a:buChar char=""/>
            </a:pPr>
            <a:r>
              <a:rPr lang="fr-FR" sz="3200" b="0" strike="noStrike" spc="-1">
                <a:solidFill>
                  <a:srgbClr val="000000"/>
                </a:solidFill>
                <a:latin typeface="Arial"/>
              </a:rPr>
              <a:t>DB</a:t>
            </a:r>
          </a:p>
          <a:p>
            <a:pPr marL="250560" indent="-187920">
              <a:lnSpc>
                <a:spcPct val="100000"/>
              </a:lnSpc>
              <a:spcBef>
                <a:spcPts val="1417"/>
              </a:spcBef>
              <a:buClr>
                <a:srgbClr val="000000"/>
              </a:buClr>
              <a:buSzPct val="45000"/>
              <a:buFont typeface="Wingdings" charset="2"/>
              <a:buChar char=""/>
            </a:pPr>
            <a:r>
              <a:rPr lang="fr-FR" sz="3200" b="0" strike="noStrike" spc="-1">
                <a:solidFill>
                  <a:srgbClr val="000000"/>
                </a:solidFill>
                <a:latin typeface="Arial"/>
              </a:rPr>
              <a:t>HTML</a:t>
            </a:r>
          </a:p>
          <a:p>
            <a:pPr marL="250560" indent="-187920">
              <a:lnSpc>
                <a:spcPct val="100000"/>
              </a:lnSpc>
              <a:spcBef>
                <a:spcPts val="1417"/>
              </a:spcBef>
              <a:buClr>
                <a:srgbClr val="000000"/>
              </a:buClr>
              <a:buSzPct val="45000"/>
              <a:buFont typeface="Wingdings" charset="2"/>
              <a:buChar char=""/>
            </a:pPr>
            <a:r>
              <a:rPr lang="fr-FR" sz="3200" b="0" strike="noStrike" spc="-1">
                <a:solidFill>
                  <a:srgbClr val="000000"/>
                </a:solidFill>
                <a:latin typeface="Arial"/>
              </a:rPr>
              <a:t>Au-delà des attentes</a:t>
            </a:r>
          </a:p>
          <a:p>
            <a:pPr indent="0">
              <a:lnSpc>
                <a:spcPct val="100000"/>
              </a:lnSpc>
              <a:spcBef>
                <a:spcPts val="1417"/>
              </a:spcBef>
              <a:buNone/>
              <a:tabLst>
                <a:tab pos="0" algn="l"/>
              </a:tabLst>
            </a:pPr>
            <a:endParaRPr lang="fr-FR" sz="3200" b="0" strike="noStrike" spc="-1">
              <a:solidFill>
                <a:srgbClr val="000000"/>
              </a:solidFill>
              <a:latin typeface="Arial"/>
            </a:endParaRPr>
          </a:p>
        </p:txBody>
      </p:sp>
      <p:sp>
        <p:nvSpPr>
          <p:cNvPr id="474" name="PlaceHolder 3"/>
          <p:cNvSpPr>
            <a:spLocks noGrp="1"/>
          </p:cNvSpPr>
          <p:nvPr>
            <p:ph/>
          </p:nvPr>
        </p:nvSpPr>
        <p:spPr>
          <a:xfrm>
            <a:off x="6543720" y="2246400"/>
            <a:ext cx="5619600" cy="5565600"/>
          </a:xfrm>
          <a:prstGeom prst="rect">
            <a:avLst/>
          </a:prstGeom>
          <a:noFill/>
          <a:ln w="0">
            <a:noFill/>
          </a:ln>
        </p:spPr>
        <p:txBody>
          <a:bodyPr lIns="0" tIns="0" rIns="0" bIns="0" anchor="t">
            <a:normAutofit fontScale="96666" lnSpcReduction="10000"/>
          </a:bodyPr>
          <a:lstStyle/>
          <a:p>
            <a:pPr marL="406080" indent="-304560">
              <a:lnSpc>
                <a:spcPct val="100000"/>
              </a:lnSpc>
              <a:spcBef>
                <a:spcPts val="1417"/>
              </a:spcBef>
              <a:buClr>
                <a:srgbClr val="000000"/>
              </a:buClr>
              <a:buSzPct val="45000"/>
              <a:buFont typeface="Wingdings" charset="2"/>
              <a:buChar char=""/>
            </a:pPr>
            <a:r>
              <a:rPr lang="fr-FR" sz="3200" b="0" strike="noStrike" spc="-1">
                <a:solidFill>
                  <a:srgbClr val="000000"/>
                </a:solidFill>
                <a:latin typeface="Arial"/>
              </a:rPr>
              <a:t>E : non evalué (able)</a:t>
            </a:r>
          </a:p>
          <a:p>
            <a:pPr marL="406080" indent="-304560">
              <a:lnSpc>
                <a:spcPct val="100000"/>
              </a:lnSpc>
              <a:spcBef>
                <a:spcPts val="1417"/>
              </a:spcBef>
              <a:buClr>
                <a:srgbClr val="000000"/>
              </a:buClr>
              <a:buSzPct val="45000"/>
              <a:buFont typeface="Wingdings" charset="2"/>
              <a:buChar char=""/>
            </a:pPr>
            <a:r>
              <a:rPr lang="fr-FR" sz="3200" b="0" strike="noStrike" spc="-1">
                <a:solidFill>
                  <a:srgbClr val="000000"/>
                </a:solidFill>
                <a:latin typeface="Arial"/>
              </a:rPr>
              <a:t>D : minimum requis non atteint</a:t>
            </a:r>
          </a:p>
          <a:p>
            <a:pPr marL="406080" indent="-304560">
              <a:lnSpc>
                <a:spcPct val="100000"/>
              </a:lnSpc>
              <a:spcBef>
                <a:spcPts val="1417"/>
              </a:spcBef>
              <a:buClr>
                <a:srgbClr val="000000"/>
              </a:buClr>
              <a:buSzPct val="45000"/>
              <a:buFont typeface="Wingdings" charset="2"/>
              <a:buChar char=""/>
            </a:pPr>
            <a:r>
              <a:rPr lang="fr-FR" sz="3200" b="0" strike="noStrike" spc="-1">
                <a:solidFill>
                  <a:srgbClr val="000000"/>
                </a:solidFill>
                <a:latin typeface="Arial"/>
              </a:rPr>
              <a:t>C (minimum requis): Scrapping + API + 2 types de stockage</a:t>
            </a:r>
          </a:p>
          <a:p>
            <a:pPr marL="406080" indent="-304560">
              <a:lnSpc>
                <a:spcPct val="100000"/>
              </a:lnSpc>
              <a:spcBef>
                <a:spcPts val="1417"/>
              </a:spcBef>
              <a:buClr>
                <a:srgbClr val="000000"/>
              </a:buClr>
              <a:buSzPct val="45000"/>
              <a:buFont typeface="Wingdings" charset="2"/>
              <a:buChar char=""/>
            </a:pPr>
            <a:r>
              <a:rPr lang="fr-FR" sz="3200" b="0" strike="noStrike" spc="-1">
                <a:solidFill>
                  <a:srgbClr val="000000"/>
                </a:solidFill>
                <a:latin typeface="Arial"/>
              </a:rPr>
              <a:t>B : multi pages/sites, Login/passwd/masquage, 3 types de stockage...</a:t>
            </a:r>
          </a:p>
          <a:p>
            <a:pPr marL="406080" indent="-304560">
              <a:lnSpc>
                <a:spcPct val="100000"/>
              </a:lnSpc>
              <a:spcBef>
                <a:spcPts val="1417"/>
              </a:spcBef>
              <a:buClr>
                <a:srgbClr val="000000"/>
              </a:buClr>
              <a:buSzPct val="45000"/>
              <a:buFont typeface="Wingdings" charset="2"/>
              <a:buChar char=""/>
            </a:pPr>
            <a:r>
              <a:rPr lang="fr-FR" sz="3200" b="0" strike="noStrike" spc="-1">
                <a:solidFill>
                  <a:srgbClr val="000000"/>
                </a:solidFill>
                <a:latin typeface="Arial"/>
              </a:rPr>
              <a:t>A : multi sources avec fusion, au-delà des attentes </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7AAB16D528BF942AE30C8F5FA7E5E16" ma:contentTypeVersion="13" ma:contentTypeDescription="Create a new document." ma:contentTypeScope="" ma:versionID="2dfcd33df7f21bc1d96cac68e309c354">
  <xsd:schema xmlns:xsd="http://www.w3.org/2001/XMLSchema" xmlns:xs="http://www.w3.org/2001/XMLSchema" xmlns:p="http://schemas.microsoft.com/office/2006/metadata/properties" xmlns:ns2="5a932de8-014e-4395-a210-acace869bdb6" xmlns:ns3="64984f8b-2057-4450-93f2-8aa5e6a062ce" targetNamespace="http://schemas.microsoft.com/office/2006/metadata/properties" ma:root="true" ma:fieldsID="5e67dd59e0820bf22da62f711b406a14" ns2:_="" ns3:_="">
    <xsd:import namespace="5a932de8-014e-4395-a210-acace869bdb6"/>
    <xsd:import namespace="64984f8b-2057-4450-93f2-8aa5e6a062ce"/>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932de8-014e-4395-a210-acace869bd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88c3168-a240-49a5-981b-89ab6abaef89"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4984f8b-2057-4450-93f2-8aa5e6a062ce"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554f566a-5540-4206-a119-8720727d0e6a}" ma:internalName="TaxCatchAll" ma:showField="CatchAllData" ma:web="64984f8b-2057-4450-93f2-8aa5e6a062c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4984f8b-2057-4450-93f2-8aa5e6a062ce" xsi:nil="true"/>
    <lcf76f155ced4ddcb4097134ff3c332f xmlns="5a932de8-014e-4395-a210-acace869bdb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6596CF1-2F02-4306-B9D3-A248AB38923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a932de8-014e-4395-a210-acace869bdb6"/>
    <ds:schemaRef ds:uri="64984f8b-2057-4450-93f2-8aa5e6a062c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98AA591-A45C-41C4-8F08-6190CADE1D1E}">
  <ds:schemaRefs>
    <ds:schemaRef ds:uri="http://schemas.microsoft.com/sharepoint/v3/contenttype/forms"/>
  </ds:schemaRefs>
</ds:datastoreItem>
</file>

<file path=customXml/itemProps3.xml><?xml version="1.0" encoding="utf-8"?>
<ds:datastoreItem xmlns:ds="http://schemas.openxmlformats.org/officeDocument/2006/customXml" ds:itemID="{B4A23B32-0E20-4661-A832-74D5B5127AD8}">
  <ds:schemaRefs>
    <ds:schemaRef ds:uri="http://schemas.microsoft.com/office/2006/metadata/properties"/>
    <ds:schemaRef ds:uri="http://schemas.microsoft.com/office/infopath/2007/PartnerControls"/>
    <ds:schemaRef ds:uri="64984f8b-2057-4450-93f2-8aa5e6a062ce"/>
    <ds:schemaRef ds:uri="5a932de8-014e-4395-a210-acace869bdb6"/>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57608</TotalTime>
  <Application>Microsoft Office PowerPoint</Application>
  <PresentationFormat>A3 (297 x 420 mm)</PresentationFormat>
  <Slides>8</Slides>
  <Notes>0</Notes>
  <HiddenSlides>0</HiddenSlides>
  <ScaleCrop>false</ScaleCrop>
  <HeadingPairs>
    <vt:vector size="4" baseType="variant">
      <vt:variant>
        <vt:lpstr>Thème</vt:lpstr>
      </vt:variant>
      <vt:variant>
        <vt:i4>5</vt:i4>
      </vt:variant>
      <vt:variant>
        <vt:lpstr>Titres des diapositives</vt:lpstr>
      </vt:variant>
      <vt:variant>
        <vt:i4>8</vt:i4>
      </vt:variant>
    </vt:vector>
  </HeadingPairs>
  <TitlesOfParts>
    <vt:vector size="13" baseType="lpstr">
      <vt:lpstr>Office Theme</vt:lpstr>
      <vt:lpstr>Office Theme</vt:lpstr>
      <vt:lpstr>Office Theme</vt:lpstr>
      <vt:lpstr>Office Theme</vt:lpstr>
      <vt:lpstr>Office Theme</vt:lpstr>
      <vt:lpstr>VUE D’ENSEMBLE DES COMPÉTENCES</vt:lpstr>
      <vt:lpstr>Définitions</vt:lpstr>
      <vt:lpstr>Présentation PowerPoint</vt:lpstr>
      <vt:lpstr>Présentation PowerPoint</vt:lpstr>
      <vt:lpstr>Présentation PowerPoint</vt:lpstr>
      <vt:lpstr>Présentation PowerPoint</vt:lpstr>
      <vt:lpstr>Absence de liens Module ↔ apprentissage critique (AC) </vt:lpstr>
      <vt:lpstr>Apprentissage critique : Acquisition de donnée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Arnaud Stolz</dc:creator>
  <dc:description/>
  <cp:lastModifiedBy/>
  <cp:revision>178</cp:revision>
  <dcterms:created xsi:type="dcterms:W3CDTF">2024-01-30T16:46:58Z</dcterms:created>
  <dcterms:modified xsi:type="dcterms:W3CDTF">2025-03-23T17:26:27Z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0x01010007AAB16D528BF942AE30C8F5FA7E5E16</vt:lpwstr>
  </property>
  <property fmtid="{D5CDD505-2E9C-101B-9397-08002B2CF9AE}" pid="3" name="MediaServiceImageTags">
    <vt:lpwstr/>
  </property>
  <property fmtid="{D5CDD505-2E9C-101B-9397-08002B2CF9AE}" pid="4" name="PresentationFormat">
    <vt:lpwstr>A3 (297 x 420 mm)</vt:lpwstr>
  </property>
  <property fmtid="{D5CDD505-2E9C-101B-9397-08002B2CF9AE}" pid="5" name="Slides">
    <vt:r8>5</vt:r8>
  </property>
</Properties>
</file>