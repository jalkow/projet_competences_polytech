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comments/comment1.xml" ContentType="application/vnd.openxmlformats-officedocument.presentationml.comments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6" r:id="rId2"/>
    <p:sldId id="276" r:id="rId3"/>
    <p:sldId id="274" r:id="rId4"/>
    <p:sldId id="277" r:id="rId5"/>
    <p:sldId id="278" r:id="rId6"/>
    <p:sldId id="279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odie Gardet" initials="EG" lastIdx="1" clrIdx="0">
    <p:extLst>
      <p:ext uri="{19B8F6BF-5375-455C-9EA6-DF929625EA0E}">
        <p15:presenceInfo xmlns:p15="http://schemas.microsoft.com/office/powerpoint/2012/main" userId="Elodie Gard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831"/>
    <a:srgbClr val="FEF3C2"/>
    <a:srgbClr val="8C4BE2"/>
    <a:srgbClr val="4FA954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75" autoAdjust="0"/>
  </p:normalViewPr>
  <p:slideViewPr>
    <p:cSldViewPr>
      <p:cViewPr varScale="1">
        <p:scale>
          <a:sx n="50" d="100"/>
          <a:sy n="50" d="100"/>
        </p:scale>
        <p:origin x="1224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openxmlformats.org/officeDocument/2006/relationships/customXml" Target="../customXml/item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6-26T13:48:13.064" idx="1">
    <p:pos x="5142" y="5787"/>
    <p:text>j'ai des difficultés à voir la différence avec "rendre compte de l'avancement"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13/08/2025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</a:t>
            </a:r>
          </a:p>
          <a:p>
            <a:pPr algn="ctr"/>
            <a:r>
              <a:rPr lang="fr-FR" sz="8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Bâtiment Écoconstruction Énergie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3808445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9143999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adoptant une démarche scientifique rigoureuse à toutes les étapes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utilisant des outils et des méthodes de manière adaptée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en vigueur (DTU, Eurocodes, réglementation incendie, norme PMR, RE2020);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contraintes liées au budget, aux délais, aux impacts environnemental et sanitaire, aux usages;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coordonnant efficacement la conception du gros œuvre avec le second œuvre;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à l'oral et à l'écrit avec des publics divers (spécialistes et non spécialistes) dans un contexte pluriculturel et/ou international;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Calculer analytiquement  une structure en élasticité (TP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méca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Produire une maquette numérique de bâtiment à partir des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Attribuer les fonctions aux différents éléments d'un bâtiment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Identifier les éléments constructifs de base d'un plan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Modéliser la structure du bâtiment (APP BIM S7, robot)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Réaliser une descente de charges (APP BIM S7)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/>
                <a:cs typeface="Segoe UI"/>
              </a:rPr>
              <a:t>Choisir</a:t>
            </a:r>
            <a:r>
              <a:rPr lang="en-US" sz="2000" dirty="0">
                <a:latin typeface="Aptos"/>
                <a:cs typeface="Segoe UI"/>
              </a:rPr>
              <a:t> un </a:t>
            </a:r>
            <a:r>
              <a:rPr lang="en-US" sz="2000" dirty="0" err="1">
                <a:latin typeface="Aptos"/>
                <a:cs typeface="Segoe UI"/>
              </a:rPr>
              <a:t>élément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structurel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en</a:t>
            </a:r>
            <a:r>
              <a:rPr lang="en-US" sz="2000" dirty="0">
                <a:latin typeface="Aptos"/>
                <a:cs typeface="Segoe UI"/>
              </a:rPr>
              <a:t> </a:t>
            </a:r>
            <a:r>
              <a:rPr lang="en-US" sz="2000" dirty="0" err="1">
                <a:latin typeface="Aptos"/>
                <a:cs typeface="Segoe UI"/>
              </a:rPr>
              <a:t>fonction</a:t>
            </a:r>
            <a:r>
              <a:rPr lang="en-US" sz="2000" dirty="0">
                <a:latin typeface="Aptos"/>
                <a:cs typeface="Segoe UI"/>
              </a:rPr>
              <a:t> d'un </a:t>
            </a:r>
            <a:r>
              <a:rPr lang="en-US" sz="2000" dirty="0" err="1">
                <a:latin typeface="Aptos"/>
                <a:cs typeface="Segoe UI"/>
              </a:rPr>
              <a:t>contexte</a:t>
            </a:r>
            <a:r>
              <a:rPr lang="en-US" sz="2000" dirty="0">
                <a:latin typeface="Aptos"/>
                <a:cs typeface="Segoe UI"/>
              </a:rPr>
              <a:t> </a:t>
            </a:r>
            <a:endParaRPr lang="fr-FR" sz="2000" dirty="0">
              <a:latin typeface="Aptos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Dimensionner un bâtiment  (APP S8, ou Projet béton)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Caractériser des matériaux géo-sourcés (</a:t>
            </a:r>
            <a:r>
              <a:rPr lang="fr-FR" sz="2000" dirty="0" err="1">
                <a:latin typeface="Aptos"/>
                <a:cs typeface="Segoe UI"/>
              </a:rPr>
              <a:t>géotec</a:t>
            </a:r>
            <a:r>
              <a:rPr lang="fr-FR" sz="2000" dirty="0">
                <a:latin typeface="Aptos"/>
                <a:cs typeface="Segoe UI"/>
              </a:rPr>
              <a:t> II, partie non conventionnelle)</a:t>
            </a:r>
            <a:endParaRPr lang="en-US" sz="2000" dirty="0">
              <a:latin typeface="Aptos"/>
              <a:cs typeface="Segoe UI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Concevoir en multi matériaux / multi systèmes constructifs (APP  projet tech)​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Dimensionner un bâtiment vis-à-vis du risque sismique (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Réhab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​Concevoir une réhabilitation structurelle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Choisir un système constructif dans un contexte défini (projet tech)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48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prenant en compte les contraintes existantes (techniques, économiques, environnementales)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collaborant efficacement dans un processus multi-acteurs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la source énergétique et les systèmes appropriés de manière argumentée;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utilisant de manière pertinente les méthodes et les outils de calculs énergétiques du bâtiment et de ses équipements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et les réglementations spécifiques à la construction ; 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Représenter les écoulements des fluides (pertes de charges, Bernoulli)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bilan (énergétique, masse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Evaluer les besoins (énergétiques, acoustiques, éclairage, maintenance 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des dispositifs d'un point de vue performances et d'un point de vue fonctions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l'enveloppe (THB, humidité, étanchéité, STD) en vue d'une bonne gestion thermique / énergétique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Rendre un bâtiment conforme aux règlementations en vigueur (RE2020 énergie, code du travail,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les réseaux de CVC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Représenter un réseau fluide avec un logiciel DAO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Améliorer la qualité des ambiances (confort d’été, acoustique, éclairage)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Evaluer le potentiel d’intégration des </a:t>
            </a:r>
            <a:r>
              <a:rPr lang="fr-FR" sz="2000" dirty="0" err="1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EnR</a:t>
            </a:r>
            <a:endParaRPr lang="fr-FR" sz="2000" dirty="0">
              <a:solidFill>
                <a:srgbClr val="24242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Dimensionner les systèmes énergétiques (installations solaires photovoltaïques, couplage réseau, autoconsommation)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audit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Rédiger une note technique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55D2B67-05E2-1F90-45EC-7F37F6F70334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E95D4EFA-053B-8BE9-EACD-8DA7B603317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prenant en compte les aspects écologiques, sociétaux et économiques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utilisant les outils numériques et les bases de données (CSTB,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Copernicus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, etc.) adaptés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justifiant les hypothèses du périmètre d'étude de manière pertinente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proposant des solutions pertinentes visant à réduire l’impact environnemental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respectant les normes et les réglementations en vigueur spécifiques au cycle de vie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adaptant efficacement sa communication aux différentes parties prenantes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; </a:t>
            </a:r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2401569" y="484011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l'empreinte environnementale (bilan carbone, ACV)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Proposer des actions en vue de répondre aux exigences de stratégies bas carbone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Sélectionner des matériaux 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bio-sourcés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et des systèmes performants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une analyse multicritère </a:t>
            </a:r>
            <a:r>
              <a:rPr lang="fr-FR" sz="2000" dirty="0">
                <a:ea typeface="Calibri"/>
                <a:cs typeface="Calibri"/>
              </a:rPr>
              <a:t> 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2401569" y="658244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Appliquer la règlementation thermique et environnementale pour le neuf (RE2020) et pour la rénovation (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RTex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la rentabilité économique de différentes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process de commissionnement pour la gestion durable du bâtiment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2401569" y="8324779"/>
            <a:ext cx="15450492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scénarios de gestion durable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l'empreinte environnementale de différentes variantes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au montage d'un plan pluriannuel de maintenance (grille de priorisation, listes de vérifications et d'inspection, fiches entretiens préventifs, mise à jour fiches de prévention)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à la rédaction d'un plan de commissionnement (application méthode RACI, plan de documentation, tableau d'analyses et de vérifications)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992932" y="7212633"/>
            <a:ext cx="5355774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84011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58244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324779"/>
            <a:ext cx="1294559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besoins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assurant efficacement la coordination des différents corps de métier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les méthodes et outils de management et de pilotage appropriés à chaque étape du projet de construction 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procédures liées à la qualité, sécurité, santé, environnement…;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respectant le fonctionnement interne à l'entreprise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de manière adaptée avec un public varié;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les attendus du projet à travers les documents contractuels (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DPGF, CCTP, …)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rôle des différents acteurs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fonctionnement d'une entreprise (organisation du travail, sécurité, DDRS)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Poser et résoudre un problème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Rendre compte de l’avancement 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Travailler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mode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collaboratif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(APP BIM S7)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Animer des ateliers de </a:t>
            </a:r>
            <a:r>
              <a:rPr lang="fr-FR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</a:t>
            </a:r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-création pour trouver des solutions </a:t>
            </a:r>
            <a:endParaRPr lang="fr-FR" b="1" dirty="0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Planifier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différentes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tâches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Faire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critique des </a:t>
            </a: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documents contractuels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 (DPGF, CCTP,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Vérifier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la 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conformité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bonnes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dispositions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constructives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risques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liés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au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(AMDEC)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Gérer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ressources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humaines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materiel,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financières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...)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des solutions aux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problèmes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rencontrés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Assurer le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suivi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(Calculer un ROI, TRI, </a:t>
            </a:r>
            <a:r>
              <a:rPr lang="fr-FR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payback</a:t>
            </a:r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etc.) 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Rédiger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pièces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écrites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dans 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contexte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professionnel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Rédiger une recherche bibliographique ou réglementaire (PRD, différence FISE/FISA)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ef141f578fb95b0eb90a671c5647a193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4d25ba230db756f9eb4d095c14916fc9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99216C2-0DE4-46E2-AED9-D11C91F36AE4}"/>
</file>

<file path=customXml/itemProps2.xml><?xml version="1.0" encoding="utf-8"?>
<ds:datastoreItem xmlns:ds="http://schemas.openxmlformats.org/officeDocument/2006/customXml" ds:itemID="{917AF914-E142-4DBB-8A23-7C4663A7D7AB}"/>
</file>

<file path=customXml/itemProps3.xml><?xml version="1.0" encoding="utf-8"?>
<ds:datastoreItem xmlns:ds="http://schemas.openxmlformats.org/officeDocument/2006/customXml" ds:itemID="{E3374D8A-67B2-45F4-85ED-ED9E15D226CF}"/>
</file>

<file path=docProps/app.xml><?xml version="1.0" encoding="utf-8"?>
<Properties xmlns="http://schemas.openxmlformats.org/officeDocument/2006/extended-properties" xmlns:vt="http://schemas.openxmlformats.org/officeDocument/2006/docPropsVTypes">
  <TotalTime>17699</TotalTime>
  <Words>1007</Words>
  <Application>Microsoft Macintosh PowerPoint</Application>
  <PresentationFormat>Personnalisé</PresentationFormat>
  <Paragraphs>136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dc:creator>Elodie Gardet</dc:creator>
  <cp:lastModifiedBy>marc skerrett</cp:lastModifiedBy>
  <cp:revision>37</cp:revision>
  <dcterms:created xsi:type="dcterms:W3CDTF">2006-08-16T00:00:00Z</dcterms:created>
  <dcterms:modified xsi:type="dcterms:W3CDTF">2025-08-13T14:22:58Z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