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9"/>
  </p:notesMasterIdLst>
  <p:sldIdLst>
    <p:sldId id="256" r:id="rId5"/>
    <p:sldId id="260" r:id="rId6"/>
    <p:sldId id="261" r:id="rId7"/>
    <p:sldId id="262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FEBE0-A80F-8649-9EE7-D4ABA7369B6F}" v="5" dt="2025-04-18T16:25:06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3"/>
    <p:restoredTop sz="94577"/>
  </p:normalViewPr>
  <p:slideViewPr>
    <p:cSldViewPr snapToGrid="0">
      <p:cViewPr>
        <p:scale>
          <a:sx n="194" d="100"/>
          <a:sy n="194" d="100"/>
        </p:scale>
        <p:origin x="4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ham Alloui" userId="S::ilham.alloui@univ-smb.fr::68fc43d7-0d5d-45b6-9507-975e2c114c32" providerId="AD" clId="Web-{4E80A510-F988-4748-8E70-51A1C528B006}"/>
    <pc:docChg chg="modSld">
      <pc:chgData name="Ilham Alloui" userId="S::ilham.alloui@univ-smb.fr::68fc43d7-0d5d-45b6-9507-975e2c114c32" providerId="AD" clId="Web-{4E80A510-F988-4748-8E70-51A1C528B006}" dt="2025-03-23T17:22:21.035" v="8" actId="20577"/>
      <pc:docMkLst>
        <pc:docMk/>
      </pc:docMkLst>
      <pc:sldChg chg="modSp">
        <pc:chgData name="Ilham Alloui" userId="S::ilham.alloui@univ-smb.fr::68fc43d7-0d5d-45b6-9507-975e2c114c32" providerId="AD" clId="Web-{4E80A510-F988-4748-8E70-51A1C528B006}" dt="2025-03-23T17:21:28.549" v="2" actId="20577"/>
        <pc:sldMkLst>
          <pc:docMk/>
          <pc:sldMk cId="3044381407" sldId="256"/>
        </pc:sldMkLst>
        <pc:spChg chg="mod">
          <ac:chgData name="Ilham Alloui" userId="S::ilham.alloui@univ-smb.fr::68fc43d7-0d5d-45b6-9507-975e2c114c32" providerId="AD" clId="Web-{4E80A510-F988-4748-8E70-51A1C528B006}" dt="2025-03-23T17:21:28.549" v="2" actId="20577"/>
          <ac:spMkLst>
            <pc:docMk/>
            <pc:sldMk cId="3044381407" sldId="256"/>
            <ac:spMk id="18" creationId="{4B25E8AB-A55E-7EBF-291F-B181B69A8BD6}"/>
          </ac:spMkLst>
        </pc:spChg>
      </pc:sldChg>
      <pc:sldChg chg="modSp">
        <pc:chgData name="Ilham Alloui" userId="S::ilham.alloui@univ-smb.fr::68fc43d7-0d5d-45b6-9507-975e2c114c32" providerId="AD" clId="Web-{4E80A510-F988-4748-8E70-51A1C528B006}" dt="2025-03-23T17:21:50.237" v="5" actId="20577"/>
        <pc:sldMkLst>
          <pc:docMk/>
          <pc:sldMk cId="2680925107" sldId="260"/>
        </pc:sldMkLst>
        <pc:spChg chg="mod">
          <ac:chgData name="Ilham Alloui" userId="S::ilham.alloui@univ-smb.fr::68fc43d7-0d5d-45b6-9507-975e2c114c32" providerId="AD" clId="Web-{4E80A510-F988-4748-8E70-51A1C528B006}" dt="2025-03-23T17:21:50.237" v="5" actId="20577"/>
          <ac:spMkLst>
            <pc:docMk/>
            <pc:sldMk cId="2680925107" sldId="260"/>
            <ac:spMk id="7" creationId="{C7304A67-8B2E-B3E3-31CF-722C5F9D66A3}"/>
          </ac:spMkLst>
        </pc:spChg>
      </pc:sldChg>
      <pc:sldChg chg="modSp">
        <pc:chgData name="Ilham Alloui" userId="S::ilham.alloui@univ-smb.fr::68fc43d7-0d5d-45b6-9507-975e2c114c32" providerId="AD" clId="Web-{4E80A510-F988-4748-8E70-51A1C528B006}" dt="2025-03-23T17:22:09.879" v="7" actId="20577"/>
        <pc:sldMkLst>
          <pc:docMk/>
          <pc:sldMk cId="1169568118" sldId="261"/>
        </pc:sldMkLst>
        <pc:spChg chg="mod">
          <ac:chgData name="Ilham Alloui" userId="S::ilham.alloui@univ-smb.fr::68fc43d7-0d5d-45b6-9507-975e2c114c32" providerId="AD" clId="Web-{4E80A510-F988-4748-8E70-51A1C528B006}" dt="2025-03-23T17:22:09.879" v="7" actId="20577"/>
          <ac:spMkLst>
            <pc:docMk/>
            <pc:sldMk cId="1169568118" sldId="261"/>
            <ac:spMk id="7" creationId="{C7304A67-8B2E-B3E3-31CF-722C5F9D66A3}"/>
          </ac:spMkLst>
        </pc:spChg>
      </pc:sldChg>
      <pc:sldChg chg="modSp">
        <pc:chgData name="Ilham Alloui" userId="S::ilham.alloui@univ-smb.fr::68fc43d7-0d5d-45b6-9507-975e2c114c32" providerId="AD" clId="Web-{4E80A510-F988-4748-8E70-51A1C528B006}" dt="2025-03-23T17:22:21.035" v="8" actId="20577"/>
        <pc:sldMkLst>
          <pc:docMk/>
          <pc:sldMk cId="3378607" sldId="262"/>
        </pc:sldMkLst>
        <pc:spChg chg="mod">
          <ac:chgData name="Ilham Alloui" userId="S::ilham.alloui@univ-smb.fr::68fc43d7-0d5d-45b6-9507-975e2c114c32" providerId="AD" clId="Web-{4E80A510-F988-4748-8E70-51A1C528B006}" dt="2025-03-23T17:22:21.035" v="8" actId="20577"/>
          <ac:spMkLst>
            <pc:docMk/>
            <pc:sldMk cId="3378607" sldId="262"/>
            <ac:spMk id="2" creationId="{120BE6C5-C445-D8AB-4C49-F06327F3D35A}"/>
          </ac:spMkLst>
        </pc:spChg>
      </pc:sldChg>
    </pc:docChg>
  </pc:docChgLst>
  <pc:docChgLst>
    <pc:chgData name="Ilham Alloui" userId="68fc43d7-0d5d-45b6-9507-975e2c114c32" providerId="ADAL" clId="{14CFEBE0-A80F-8649-9EE7-D4ABA7369B6F}"/>
    <pc:docChg chg="undo custSel modSld">
      <pc:chgData name="Ilham Alloui" userId="68fc43d7-0d5d-45b6-9507-975e2c114c32" providerId="ADAL" clId="{14CFEBE0-A80F-8649-9EE7-D4ABA7369B6F}" dt="2025-04-18T16:25:41.561" v="570" actId="1036"/>
      <pc:docMkLst>
        <pc:docMk/>
      </pc:docMkLst>
      <pc:sldChg chg="addSp modSp mod">
        <pc:chgData name="Ilham Alloui" userId="68fc43d7-0d5d-45b6-9507-975e2c114c32" providerId="ADAL" clId="{14CFEBE0-A80F-8649-9EE7-D4ABA7369B6F}" dt="2025-04-18T16:25:41.561" v="570" actId="1036"/>
        <pc:sldMkLst>
          <pc:docMk/>
          <pc:sldMk cId="3044381407" sldId="256"/>
        </pc:sldMkLst>
        <pc:spChg chg="mod">
          <ac:chgData name="Ilham Alloui" userId="68fc43d7-0d5d-45b6-9507-975e2c114c32" providerId="ADAL" clId="{14CFEBE0-A80F-8649-9EE7-D4ABA7369B6F}" dt="2025-04-18T16:25:33.554" v="552" actId="1036"/>
          <ac:spMkLst>
            <pc:docMk/>
            <pc:sldMk cId="3044381407" sldId="256"/>
            <ac:spMk id="2" creationId="{BAE7B3F2-CEC8-417B-12A7-9B8523FDC72C}"/>
          </ac:spMkLst>
        </pc:spChg>
        <pc:spChg chg="add mod">
          <ac:chgData name="Ilham Alloui" userId="68fc43d7-0d5d-45b6-9507-975e2c114c32" providerId="ADAL" clId="{14CFEBE0-A80F-8649-9EE7-D4ABA7369B6F}" dt="2025-04-18T16:25:41.561" v="570" actId="1036"/>
          <ac:spMkLst>
            <pc:docMk/>
            <pc:sldMk cId="3044381407" sldId="256"/>
            <ac:spMk id="3" creationId="{18205B1F-198E-B399-CECE-1E83339E6E85}"/>
          </ac:spMkLst>
        </pc:spChg>
        <pc:spChg chg="mod">
          <ac:chgData name="Ilham Alloui" userId="68fc43d7-0d5d-45b6-9507-975e2c114c32" providerId="ADAL" clId="{14CFEBE0-A80F-8649-9EE7-D4ABA7369B6F}" dt="2025-04-18T16:25:33.554" v="552" actId="1036"/>
          <ac:spMkLst>
            <pc:docMk/>
            <pc:sldMk cId="3044381407" sldId="256"/>
            <ac:spMk id="5" creationId="{5BCB4965-E3CC-A257-0CA1-2FCCE798A106}"/>
          </ac:spMkLst>
        </pc:spChg>
        <pc:spChg chg="mod">
          <ac:chgData name="Ilham Alloui" userId="68fc43d7-0d5d-45b6-9507-975e2c114c32" providerId="ADAL" clId="{14CFEBE0-A80F-8649-9EE7-D4ABA7369B6F}" dt="2025-04-18T16:25:33.554" v="552" actId="1036"/>
          <ac:spMkLst>
            <pc:docMk/>
            <pc:sldMk cId="3044381407" sldId="256"/>
            <ac:spMk id="18" creationId="{4B25E8AB-A55E-7EBF-291F-B181B69A8BD6}"/>
          </ac:spMkLst>
        </pc:spChg>
        <pc:spChg chg="mod">
          <ac:chgData name="Ilham Alloui" userId="68fc43d7-0d5d-45b6-9507-975e2c114c32" providerId="ADAL" clId="{14CFEBE0-A80F-8649-9EE7-D4ABA7369B6F}" dt="2025-04-18T14:08:28.817" v="25" actId="1035"/>
          <ac:spMkLst>
            <pc:docMk/>
            <pc:sldMk cId="3044381407" sldId="256"/>
            <ac:spMk id="23" creationId="{E3DEF488-0DC5-EFE0-4CE1-31506D55603B}"/>
          </ac:spMkLst>
        </pc:spChg>
      </pc:sldChg>
      <pc:sldChg chg="addSp delSp modSp mod">
        <pc:chgData name="Ilham Alloui" userId="68fc43d7-0d5d-45b6-9507-975e2c114c32" providerId="ADAL" clId="{14CFEBE0-A80F-8649-9EE7-D4ABA7369B6F}" dt="2025-04-18T16:20:52.283" v="492" actId="1035"/>
        <pc:sldMkLst>
          <pc:docMk/>
          <pc:sldMk cId="2680925107" sldId="260"/>
        </pc:sldMkLst>
        <pc:spChg chg="mod">
          <ac:chgData name="Ilham Alloui" userId="68fc43d7-0d5d-45b6-9507-975e2c114c32" providerId="ADAL" clId="{14CFEBE0-A80F-8649-9EE7-D4ABA7369B6F}" dt="2025-04-18T15:56:44.238" v="94" actId="20577"/>
          <ac:spMkLst>
            <pc:docMk/>
            <pc:sldMk cId="2680925107" sldId="260"/>
            <ac:spMk id="2" creationId="{120BE6C5-C445-D8AB-4C49-F06327F3D35A}"/>
          </ac:spMkLst>
        </pc:spChg>
        <pc:spChg chg="del">
          <ac:chgData name="Ilham Alloui" userId="68fc43d7-0d5d-45b6-9507-975e2c114c32" providerId="ADAL" clId="{14CFEBE0-A80F-8649-9EE7-D4ABA7369B6F}" dt="2025-04-18T14:08:33.910" v="26" actId="478"/>
          <ac:spMkLst>
            <pc:docMk/>
            <pc:sldMk cId="2680925107" sldId="260"/>
            <ac:spMk id="4" creationId="{0B39C6AD-AF35-BE97-714E-47D414B85D41}"/>
          </ac:spMkLst>
        </pc:spChg>
        <pc:spChg chg="mod">
          <ac:chgData name="Ilham Alloui" userId="68fc43d7-0d5d-45b6-9507-975e2c114c32" providerId="ADAL" clId="{14CFEBE0-A80F-8649-9EE7-D4ABA7369B6F}" dt="2025-04-18T16:19:32.310" v="461" actId="403"/>
          <ac:spMkLst>
            <pc:docMk/>
            <pc:sldMk cId="2680925107" sldId="260"/>
            <ac:spMk id="5" creationId="{8D605DB0-BE92-6E93-7B19-84C6265E49A1}"/>
          </ac:spMkLst>
        </pc:spChg>
        <pc:spChg chg="mod">
          <ac:chgData name="Ilham Alloui" userId="68fc43d7-0d5d-45b6-9507-975e2c114c32" providerId="ADAL" clId="{14CFEBE0-A80F-8649-9EE7-D4ABA7369B6F}" dt="2025-04-18T14:20:17.485" v="64" actId="12"/>
          <ac:spMkLst>
            <pc:docMk/>
            <pc:sldMk cId="2680925107" sldId="260"/>
            <ac:spMk id="7" creationId="{C7304A67-8B2E-B3E3-31CF-722C5F9D66A3}"/>
          </ac:spMkLst>
        </pc:spChg>
        <pc:spChg chg="mod">
          <ac:chgData name="Ilham Alloui" userId="68fc43d7-0d5d-45b6-9507-975e2c114c32" providerId="ADAL" clId="{14CFEBE0-A80F-8649-9EE7-D4ABA7369B6F}" dt="2025-04-18T14:20:23.122" v="66" actId="12"/>
          <ac:spMkLst>
            <pc:docMk/>
            <pc:sldMk cId="2680925107" sldId="260"/>
            <ac:spMk id="9" creationId="{3FD9CD12-2037-DE8F-6A9E-95825825CA7C}"/>
          </ac:spMkLst>
        </pc:spChg>
        <pc:spChg chg="mod">
          <ac:chgData name="Ilham Alloui" userId="68fc43d7-0d5d-45b6-9507-975e2c114c32" providerId="ADAL" clId="{14CFEBE0-A80F-8649-9EE7-D4ABA7369B6F}" dt="2025-04-18T16:19:37.894" v="462" actId="403"/>
          <ac:spMkLst>
            <pc:docMk/>
            <pc:sldMk cId="2680925107" sldId="260"/>
            <ac:spMk id="11" creationId="{B9E6F3CF-FFD3-70DA-2865-3E87347953A1}"/>
          </ac:spMkLst>
        </pc:spChg>
        <pc:spChg chg="mod">
          <ac:chgData name="Ilham Alloui" userId="68fc43d7-0d5d-45b6-9507-975e2c114c32" providerId="ADAL" clId="{14CFEBE0-A80F-8649-9EE7-D4ABA7369B6F}" dt="2025-04-18T16:20:52.283" v="492" actId="1035"/>
          <ac:spMkLst>
            <pc:docMk/>
            <pc:sldMk cId="2680925107" sldId="260"/>
            <ac:spMk id="17" creationId="{EEA8FE9B-39C2-96C4-2ED4-A7B2BB850CF4}"/>
          </ac:spMkLst>
        </pc:spChg>
        <pc:spChg chg="mod">
          <ac:chgData name="Ilham Alloui" userId="68fc43d7-0d5d-45b6-9507-975e2c114c32" providerId="ADAL" clId="{14CFEBE0-A80F-8649-9EE7-D4ABA7369B6F}" dt="2025-04-18T16:15:16.306" v="338" actId="20577"/>
          <ac:spMkLst>
            <pc:docMk/>
            <pc:sldMk cId="2680925107" sldId="260"/>
            <ac:spMk id="18" creationId="{CEF5E151-4D83-05A6-0071-DF632FE73A95}"/>
          </ac:spMkLst>
        </pc:spChg>
        <pc:spChg chg="add mod">
          <ac:chgData name="Ilham Alloui" userId="68fc43d7-0d5d-45b6-9507-975e2c114c32" providerId="ADAL" clId="{14CFEBE0-A80F-8649-9EE7-D4ABA7369B6F}" dt="2025-04-18T14:08:34.880" v="27"/>
          <ac:spMkLst>
            <pc:docMk/>
            <pc:sldMk cId="2680925107" sldId="260"/>
            <ac:spMk id="19" creationId="{ACB7DFD3-E5DE-E77C-FAEC-0798F55646B5}"/>
          </ac:spMkLst>
        </pc:spChg>
        <pc:spChg chg="mod">
          <ac:chgData name="Ilham Alloui" userId="68fc43d7-0d5d-45b6-9507-975e2c114c32" providerId="ADAL" clId="{14CFEBE0-A80F-8649-9EE7-D4ABA7369B6F}" dt="2025-04-18T16:20:21.008" v="482" actId="14100"/>
          <ac:spMkLst>
            <pc:docMk/>
            <pc:sldMk cId="2680925107" sldId="260"/>
            <ac:spMk id="28" creationId="{CDB6D710-E0A0-E469-2EC9-0C7D72E6CC9D}"/>
          </ac:spMkLst>
        </pc:spChg>
        <pc:spChg chg="mod">
          <ac:chgData name="Ilham Alloui" userId="68fc43d7-0d5d-45b6-9507-975e2c114c32" providerId="ADAL" clId="{14CFEBE0-A80F-8649-9EE7-D4ABA7369B6F}" dt="2025-04-18T16:20:11.038" v="480" actId="14100"/>
          <ac:spMkLst>
            <pc:docMk/>
            <pc:sldMk cId="2680925107" sldId="260"/>
            <ac:spMk id="29" creationId="{5471F8F7-3B12-EC8D-4424-D149104818B2}"/>
          </ac:spMkLst>
        </pc:spChg>
      </pc:sldChg>
      <pc:sldChg chg="addSp delSp modSp mod">
        <pc:chgData name="Ilham Alloui" userId="68fc43d7-0d5d-45b6-9507-975e2c114c32" providerId="ADAL" clId="{14CFEBE0-A80F-8649-9EE7-D4ABA7369B6F}" dt="2025-04-18T16:19:06.006" v="460" actId="14100"/>
        <pc:sldMkLst>
          <pc:docMk/>
          <pc:sldMk cId="1169568118" sldId="261"/>
        </pc:sldMkLst>
        <pc:spChg chg="mod">
          <ac:chgData name="Ilham Alloui" userId="68fc43d7-0d5d-45b6-9507-975e2c114c32" providerId="ADAL" clId="{14CFEBE0-A80F-8649-9EE7-D4ABA7369B6F}" dt="2025-04-18T16:13:56.885" v="322" actId="1035"/>
          <ac:spMkLst>
            <pc:docMk/>
            <pc:sldMk cId="1169568118" sldId="261"/>
            <ac:spMk id="2" creationId="{120BE6C5-C445-D8AB-4C49-F06327F3D35A}"/>
          </ac:spMkLst>
        </pc:spChg>
        <pc:spChg chg="del">
          <ac:chgData name="Ilham Alloui" userId="68fc43d7-0d5d-45b6-9507-975e2c114c32" providerId="ADAL" clId="{14CFEBE0-A80F-8649-9EE7-D4ABA7369B6F}" dt="2025-04-18T14:08:41.095" v="28" actId="478"/>
          <ac:spMkLst>
            <pc:docMk/>
            <pc:sldMk cId="1169568118" sldId="261"/>
            <ac:spMk id="4" creationId="{0B39C6AD-AF35-BE97-714E-47D414B85D41}"/>
          </ac:spMkLst>
        </pc:spChg>
        <pc:spChg chg="mod">
          <ac:chgData name="Ilham Alloui" userId="68fc43d7-0d5d-45b6-9507-975e2c114c32" providerId="ADAL" clId="{14CFEBE0-A80F-8649-9EE7-D4ABA7369B6F}" dt="2025-04-18T16:17:53.065" v="425" actId="14100"/>
          <ac:spMkLst>
            <pc:docMk/>
            <pc:sldMk cId="1169568118" sldId="261"/>
            <ac:spMk id="5" creationId="{8D605DB0-BE92-6E93-7B19-84C6265E49A1}"/>
          </ac:spMkLst>
        </pc:spChg>
        <pc:spChg chg="mod">
          <ac:chgData name="Ilham Alloui" userId="68fc43d7-0d5d-45b6-9507-975e2c114c32" providerId="ADAL" clId="{14CFEBE0-A80F-8649-9EE7-D4ABA7369B6F}" dt="2025-04-18T16:13:17.852" v="301" actId="12"/>
          <ac:spMkLst>
            <pc:docMk/>
            <pc:sldMk cId="1169568118" sldId="261"/>
            <ac:spMk id="7" creationId="{C7304A67-8B2E-B3E3-31CF-722C5F9D66A3}"/>
          </ac:spMkLst>
        </pc:spChg>
        <pc:spChg chg="mod">
          <ac:chgData name="Ilham Alloui" userId="68fc43d7-0d5d-45b6-9507-975e2c114c32" providerId="ADAL" clId="{14CFEBE0-A80F-8649-9EE7-D4ABA7369B6F}" dt="2025-04-18T16:13:38.450" v="309" actId="20577"/>
          <ac:spMkLst>
            <pc:docMk/>
            <pc:sldMk cId="1169568118" sldId="261"/>
            <ac:spMk id="9" creationId="{3FD9CD12-2037-DE8F-6A9E-95825825CA7C}"/>
          </ac:spMkLst>
        </pc:spChg>
        <pc:spChg chg="mod">
          <ac:chgData name="Ilham Alloui" userId="68fc43d7-0d5d-45b6-9507-975e2c114c32" providerId="ADAL" clId="{14CFEBE0-A80F-8649-9EE7-D4ABA7369B6F}" dt="2025-04-18T16:18:36.197" v="451" actId="1038"/>
          <ac:spMkLst>
            <pc:docMk/>
            <pc:sldMk cId="1169568118" sldId="261"/>
            <ac:spMk id="11" creationId="{B9E6F3CF-FFD3-70DA-2865-3E87347953A1}"/>
          </ac:spMkLst>
        </pc:spChg>
        <pc:spChg chg="mod">
          <ac:chgData name="Ilham Alloui" userId="68fc43d7-0d5d-45b6-9507-975e2c114c32" providerId="ADAL" clId="{14CFEBE0-A80F-8649-9EE7-D4ABA7369B6F}" dt="2025-04-18T14:21:11.251" v="76" actId="1036"/>
          <ac:spMkLst>
            <pc:docMk/>
            <pc:sldMk cId="1169568118" sldId="261"/>
            <ac:spMk id="12" creationId="{EA0BF5BA-02F0-CAEF-B55D-D10743D07B41}"/>
          </ac:spMkLst>
        </pc:spChg>
        <pc:spChg chg="mod">
          <ac:chgData name="Ilham Alloui" userId="68fc43d7-0d5d-45b6-9507-975e2c114c32" providerId="ADAL" clId="{14CFEBE0-A80F-8649-9EE7-D4ABA7369B6F}" dt="2025-04-18T16:19:06.006" v="460" actId="14100"/>
          <ac:spMkLst>
            <pc:docMk/>
            <pc:sldMk cId="1169568118" sldId="261"/>
            <ac:spMk id="17" creationId="{EEA8FE9B-39C2-96C4-2ED4-A7B2BB850CF4}"/>
          </ac:spMkLst>
        </pc:spChg>
        <pc:spChg chg="mod">
          <ac:chgData name="Ilham Alloui" userId="68fc43d7-0d5d-45b6-9507-975e2c114c32" providerId="ADAL" clId="{14CFEBE0-A80F-8649-9EE7-D4ABA7369B6F}" dt="2025-04-18T16:15:20.852" v="341" actId="20577"/>
          <ac:spMkLst>
            <pc:docMk/>
            <pc:sldMk cId="1169568118" sldId="261"/>
            <ac:spMk id="18" creationId="{627E312C-2618-49AF-55AC-6A87C68B6EFC}"/>
          </ac:spMkLst>
        </pc:spChg>
        <pc:spChg chg="add mod">
          <ac:chgData name="Ilham Alloui" userId="68fc43d7-0d5d-45b6-9507-975e2c114c32" providerId="ADAL" clId="{14CFEBE0-A80F-8649-9EE7-D4ABA7369B6F}" dt="2025-04-18T14:08:43.425" v="32" actId="1035"/>
          <ac:spMkLst>
            <pc:docMk/>
            <pc:sldMk cId="1169568118" sldId="261"/>
            <ac:spMk id="19" creationId="{1862F473-334E-EB0D-6571-14764DFDE9B4}"/>
          </ac:spMkLst>
        </pc:spChg>
      </pc:sldChg>
      <pc:sldChg chg="addSp delSp modSp mod">
        <pc:chgData name="Ilham Alloui" userId="68fc43d7-0d5d-45b6-9507-975e2c114c32" providerId="ADAL" clId="{14CFEBE0-A80F-8649-9EE7-D4ABA7369B6F}" dt="2025-04-18T16:21:34.907" v="500" actId="403"/>
        <pc:sldMkLst>
          <pc:docMk/>
          <pc:sldMk cId="3378607" sldId="262"/>
        </pc:sldMkLst>
        <pc:spChg chg="mod">
          <ac:chgData name="Ilham Alloui" userId="68fc43d7-0d5d-45b6-9507-975e2c114c32" providerId="ADAL" clId="{14CFEBE0-A80F-8649-9EE7-D4ABA7369B6F}" dt="2025-04-18T15:58:46.622" v="109" actId="113"/>
          <ac:spMkLst>
            <pc:docMk/>
            <pc:sldMk cId="3378607" sldId="262"/>
            <ac:spMk id="2" creationId="{120BE6C5-C445-D8AB-4C49-F06327F3D35A}"/>
          </ac:spMkLst>
        </pc:spChg>
        <pc:spChg chg="del">
          <ac:chgData name="Ilham Alloui" userId="68fc43d7-0d5d-45b6-9507-975e2c114c32" providerId="ADAL" clId="{14CFEBE0-A80F-8649-9EE7-D4ABA7369B6F}" dt="2025-04-18T14:08:48.598" v="33" actId="478"/>
          <ac:spMkLst>
            <pc:docMk/>
            <pc:sldMk cId="3378607" sldId="262"/>
            <ac:spMk id="4" creationId="{0B39C6AD-AF35-BE97-714E-47D414B85D41}"/>
          </ac:spMkLst>
        </pc:spChg>
        <pc:spChg chg="mod">
          <ac:chgData name="Ilham Alloui" userId="68fc43d7-0d5d-45b6-9507-975e2c114c32" providerId="ADAL" clId="{14CFEBE0-A80F-8649-9EE7-D4ABA7369B6F}" dt="2025-04-18T16:21:22.639" v="498" actId="1036"/>
          <ac:spMkLst>
            <pc:docMk/>
            <pc:sldMk cId="3378607" sldId="262"/>
            <ac:spMk id="5" creationId="{8D605DB0-BE92-6E93-7B19-84C6265E49A1}"/>
          </ac:spMkLst>
        </pc:spChg>
        <pc:spChg chg="mod">
          <ac:chgData name="Ilham Alloui" userId="68fc43d7-0d5d-45b6-9507-975e2c114c32" providerId="ADAL" clId="{14CFEBE0-A80F-8649-9EE7-D4ABA7369B6F}" dt="2025-04-18T15:59:02.146" v="111" actId="12"/>
          <ac:spMkLst>
            <pc:docMk/>
            <pc:sldMk cId="3378607" sldId="262"/>
            <ac:spMk id="7" creationId="{C7304A67-8B2E-B3E3-31CF-722C5F9D66A3}"/>
          </ac:spMkLst>
        </pc:spChg>
        <pc:spChg chg="mod">
          <ac:chgData name="Ilham Alloui" userId="68fc43d7-0d5d-45b6-9507-975e2c114c32" providerId="ADAL" clId="{14CFEBE0-A80F-8649-9EE7-D4ABA7369B6F}" dt="2025-04-18T16:07:54.594" v="191" actId="20577"/>
          <ac:spMkLst>
            <pc:docMk/>
            <pc:sldMk cId="3378607" sldId="262"/>
            <ac:spMk id="9" creationId="{3FD9CD12-2037-DE8F-6A9E-95825825CA7C}"/>
          </ac:spMkLst>
        </pc:spChg>
        <pc:spChg chg="mod">
          <ac:chgData name="Ilham Alloui" userId="68fc43d7-0d5d-45b6-9507-975e2c114c32" providerId="ADAL" clId="{14CFEBE0-A80F-8649-9EE7-D4ABA7369B6F}" dt="2025-04-18T16:21:26.674" v="499" actId="403"/>
          <ac:spMkLst>
            <pc:docMk/>
            <pc:sldMk cId="3378607" sldId="262"/>
            <ac:spMk id="11" creationId="{B9E6F3CF-FFD3-70DA-2865-3E87347953A1}"/>
          </ac:spMkLst>
        </pc:spChg>
        <pc:spChg chg="mod">
          <ac:chgData name="Ilham Alloui" userId="68fc43d7-0d5d-45b6-9507-975e2c114c32" providerId="ADAL" clId="{14CFEBE0-A80F-8649-9EE7-D4ABA7369B6F}" dt="2025-04-18T16:07:29.435" v="185" actId="20577"/>
          <ac:spMkLst>
            <pc:docMk/>
            <pc:sldMk cId="3378607" sldId="262"/>
            <ac:spMk id="18" creationId="{DA1157D3-F5BE-2D07-27A4-AA301CE8FC82}"/>
          </ac:spMkLst>
        </pc:spChg>
        <pc:spChg chg="add mod">
          <ac:chgData name="Ilham Alloui" userId="68fc43d7-0d5d-45b6-9507-975e2c114c32" providerId="ADAL" clId="{14CFEBE0-A80F-8649-9EE7-D4ABA7369B6F}" dt="2025-04-18T14:08:56.274" v="39" actId="1035"/>
          <ac:spMkLst>
            <pc:docMk/>
            <pc:sldMk cId="3378607" sldId="262"/>
            <ac:spMk id="19" creationId="{8AF116F6-4B3C-0C27-7ADE-7A588DBCF493}"/>
          </ac:spMkLst>
        </pc:spChg>
        <pc:spChg chg="mod">
          <ac:chgData name="Ilham Alloui" userId="68fc43d7-0d5d-45b6-9507-975e2c114c32" providerId="ADAL" clId="{14CFEBE0-A80F-8649-9EE7-D4ABA7369B6F}" dt="2025-04-18T16:21:34.907" v="500" actId="403"/>
          <ac:spMkLst>
            <pc:docMk/>
            <pc:sldMk cId="3378607" sldId="262"/>
            <ac:spMk id="20" creationId="{E694288C-379C-608E-9A75-C4222CE657CF}"/>
          </ac:spMkLst>
        </pc:spChg>
      </pc:sldChg>
    </pc:docChg>
  </pc:docChgLst>
  <pc:docChgLst>
    <pc:chgData name="Sylvie Guittonneau-Cotton" userId="61452d95-37a8-40dc-8ab9-19bf3e204ae3" providerId="ADAL" clId="{0218B67B-94C0-4C6E-8306-2B829684480A}"/>
    <pc:docChg chg="custSel modSld">
      <pc:chgData name="Sylvie Guittonneau-Cotton" userId="61452d95-37a8-40dc-8ab9-19bf3e204ae3" providerId="ADAL" clId="{0218B67B-94C0-4C6E-8306-2B829684480A}" dt="2025-01-31T14:10:49.909" v="202" actId="20577"/>
      <pc:docMkLst>
        <pc:docMk/>
      </pc:docMkLst>
      <pc:sldChg chg="modSp">
        <pc:chgData name="Sylvie Guittonneau-Cotton" userId="61452d95-37a8-40dc-8ab9-19bf3e204ae3" providerId="ADAL" clId="{0218B67B-94C0-4C6E-8306-2B829684480A}" dt="2025-01-31T14:08:15.753" v="197" actId="20577"/>
        <pc:sldMkLst>
          <pc:docMk/>
          <pc:sldMk cId="3044381407" sldId="256"/>
        </pc:sldMkLst>
        <pc:spChg chg="mod">
          <ac:chgData name="Sylvie Guittonneau-Cotton" userId="61452d95-37a8-40dc-8ab9-19bf3e204ae3" providerId="ADAL" clId="{0218B67B-94C0-4C6E-8306-2B829684480A}" dt="2025-01-31T14:08:15.753" v="197" actId="20577"/>
          <ac:spMkLst>
            <pc:docMk/>
            <pc:sldMk cId="3044381407" sldId="256"/>
            <ac:spMk id="18" creationId="{4B25E8AB-A55E-7EBF-291F-B181B69A8BD6}"/>
          </ac:spMkLst>
        </pc:spChg>
      </pc:sldChg>
      <pc:sldChg chg="modSp">
        <pc:chgData name="Sylvie Guittonneau-Cotton" userId="61452d95-37a8-40dc-8ab9-19bf3e204ae3" providerId="ADAL" clId="{0218B67B-94C0-4C6E-8306-2B829684480A}" dt="2025-01-31T14:10:49.909" v="202" actId="20577"/>
        <pc:sldMkLst>
          <pc:docMk/>
          <pc:sldMk cId="2680925107" sldId="260"/>
        </pc:sldMkLst>
        <pc:spChg chg="mod">
          <ac:chgData name="Sylvie Guittonneau-Cotton" userId="61452d95-37a8-40dc-8ab9-19bf3e204ae3" providerId="ADAL" clId="{0218B67B-94C0-4C6E-8306-2B829684480A}" dt="2025-01-31T14:10:49.909" v="202" actId="20577"/>
          <ac:spMkLst>
            <pc:docMk/>
            <pc:sldMk cId="2680925107" sldId="260"/>
            <ac:spMk id="7" creationId="{C7304A67-8B2E-B3E3-31CF-722C5F9D66A3}"/>
          </ac:spMkLst>
        </pc:spChg>
      </pc:sldChg>
      <pc:sldChg chg="modSp">
        <pc:chgData name="Sylvie Guittonneau-Cotton" userId="61452d95-37a8-40dc-8ab9-19bf3e204ae3" providerId="ADAL" clId="{0218B67B-94C0-4C6E-8306-2B829684480A}" dt="2025-01-31T14:06:00.486" v="163" actId="13926"/>
        <pc:sldMkLst>
          <pc:docMk/>
          <pc:sldMk cId="1169568118" sldId="261"/>
        </pc:sldMkLst>
        <pc:spChg chg="mod">
          <ac:chgData name="Sylvie Guittonneau-Cotton" userId="61452d95-37a8-40dc-8ab9-19bf3e204ae3" providerId="ADAL" clId="{0218B67B-94C0-4C6E-8306-2B829684480A}" dt="2025-01-31T14:06:00.486" v="163" actId="13926"/>
          <ac:spMkLst>
            <pc:docMk/>
            <pc:sldMk cId="1169568118" sldId="261"/>
            <ac:spMk id="7" creationId="{C7304A67-8B2E-B3E3-31CF-722C5F9D66A3}"/>
          </ac:spMkLst>
        </pc:spChg>
      </pc:sldChg>
      <pc:sldChg chg="modSp">
        <pc:chgData name="Sylvie Guittonneau-Cotton" userId="61452d95-37a8-40dc-8ab9-19bf3e204ae3" providerId="ADAL" clId="{0218B67B-94C0-4C6E-8306-2B829684480A}" dt="2025-01-31T14:08:32.590" v="201" actId="20577"/>
        <pc:sldMkLst>
          <pc:docMk/>
          <pc:sldMk cId="3378607" sldId="262"/>
        </pc:sldMkLst>
        <pc:spChg chg="mod">
          <ac:chgData name="Sylvie Guittonneau-Cotton" userId="61452d95-37a8-40dc-8ab9-19bf3e204ae3" providerId="ADAL" clId="{0218B67B-94C0-4C6E-8306-2B829684480A}" dt="2025-01-31T14:08:32.590" v="201" actId="20577"/>
          <ac:spMkLst>
            <pc:docMk/>
            <pc:sldMk cId="3378607" sldId="262"/>
            <ac:spMk id="2" creationId="{120BE6C5-C445-D8AB-4C49-F06327F3D35A}"/>
          </ac:spMkLst>
        </pc:spChg>
      </pc:sldChg>
    </pc:docChg>
  </pc:docChgLst>
  <pc:docChgLst>
    <pc:chgData name="Marc Skerrett" userId="S::marc.skerrett@univ-smb.fr::5838212c-6006-4602-b097-e4ba2e4953e8" providerId="AD" clId="Web-{D93B7B52-B8F7-1B17-F8C0-36C67E4ED614}"/>
    <pc:docChg chg="modSld">
      <pc:chgData name="Marc Skerrett" userId="S::marc.skerrett@univ-smb.fr::5838212c-6006-4602-b097-e4ba2e4953e8" providerId="AD" clId="Web-{D93B7B52-B8F7-1B17-F8C0-36C67E4ED614}" dt="2025-03-12T12:49:14.034" v="0" actId="20577"/>
      <pc:docMkLst>
        <pc:docMk/>
      </pc:docMkLst>
      <pc:sldChg chg="modSp">
        <pc:chgData name="Marc Skerrett" userId="S::marc.skerrett@univ-smb.fr::5838212c-6006-4602-b097-e4ba2e4953e8" providerId="AD" clId="Web-{D93B7B52-B8F7-1B17-F8C0-36C67E4ED614}" dt="2025-03-12T12:49:14.034" v="0" actId="20577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D93B7B52-B8F7-1B17-F8C0-36C67E4ED614}" dt="2025-03-12T12:49:14.034" v="0" actId="20577"/>
          <ac:spMkLst>
            <pc:docMk/>
            <pc:sldMk cId="2680925107" sldId="260"/>
            <ac:spMk id="7" creationId="{C7304A67-8B2E-B3E3-31CF-722C5F9D66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9ADC4-059C-4D47-BCC7-60E0443CB084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_tradnl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3C254-E0D8-0A44-8769-599171E48F75}" type="slidenum">
              <a:rPr lang="es-ES_tradnl" smtClean="0"/>
              <a:t>‹N°›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164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C254-E0D8-0A44-8769-599171E48F75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6101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2256398"/>
            <a:ext cx="1850571" cy="17419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lvl="0" algn="ctr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b="1" dirty="0">
                <a:solidFill>
                  <a:schemeClr val="tx1"/>
                </a:solidFill>
              </a:rPr>
              <a:t>RNCP38675BC01</a:t>
            </a:r>
            <a:endParaRPr lang="fr-FR" sz="1200" b="1" dirty="0">
              <a:solidFill>
                <a:schemeClr val="tx1"/>
              </a:solidFill>
              <a:latin typeface="Myriad Pr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2256398"/>
            <a:ext cx="1850571" cy="17419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Proposer et mettre en œuvre des méthodes d’ingénierie avec une vision stratégique globale</a:t>
            </a:r>
          </a:p>
          <a:p>
            <a:pPr lvl="0" algn="ctr"/>
            <a:endParaRPr lang="fr-FR" sz="1200" dirty="0">
              <a:effectLst/>
            </a:endParaRP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RNCP38675BC02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2503714" y="4203086"/>
            <a:ext cx="1850571" cy="15267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Conduire des missions dans un contexte d'écologie industrielle et territoriale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RNCP38675BC04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0041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205B1F-198E-B399-CECE-1E83339E6E85}"/>
              </a:ext>
            </a:extLst>
          </p:cNvPr>
          <p:cNvSpPr txBox="1"/>
          <p:nvPr/>
        </p:nvSpPr>
        <p:spPr>
          <a:xfrm>
            <a:off x="1180254" y="904701"/>
            <a:ext cx="450309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 dirty="0"/>
              <a:t>VUE D’ENSEMBLE DES COMPÉTENCES</a:t>
            </a:r>
            <a:br>
              <a:rPr lang="fr-FR" dirty="0"/>
            </a:br>
            <a:r>
              <a:rPr lang="fr-FR" dirty="0">
                <a:ea typeface="Calibri"/>
                <a:cs typeface="Calibri"/>
              </a:rPr>
              <a:t>Spécialité : Écologie Industrielle et territoriale 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identifiant les principes et raisonnements scientifiques et les technologies adaptées aux enjeux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analysant de manière critique les flux (matière, énergie...)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sélectionnant les outils pertinents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examinant de façon critique la validité technico-économique et règlementaire des scénarios possibles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 identifiant des moyens d’exploiter durablement les ressources locales ou industrielles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  <a:latin typeface="+mn-lt"/>
              </a:rPr>
              <a:t> en prenant en compte les objectifs du développement durable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communiquant efficacement avec les parties prenantes internes et externes.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d'impact environnemental (milieu aquatique, air, déchets...)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et conseils sur les stratégies de planification énergétique  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Management environnemental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et conseils sur la mise en place d'une stratégie d’écologie industrielle (intra ou inter-entreprises).</a:t>
            </a:r>
          </a:p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1142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051387"/>
            <a:ext cx="4689078" cy="126311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r>
              <a:rPr lang="fr-FR" sz="1100" dirty="0"/>
              <a:t>Évaluer les enjeux liés à l’écologie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algn="ctr"/>
            <a:r>
              <a:rPr lang="fr-FR" sz="1000" dirty="0"/>
              <a:t>Concevoir une stratégie d’écologie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89794"/>
            <a:ext cx="1850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Mettre en œuvre une stratégie d'écologie industrielle et territoriale dans un contexte professionnel spécifique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lvl="0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dirty="0">
                <a:solidFill>
                  <a:schemeClr val="tx1"/>
                </a:solidFill>
              </a:rPr>
              <a:t>RNCP38675BC01</a:t>
            </a:r>
            <a:endParaRPr lang="fr-FR" sz="1200" dirty="0">
              <a:solidFill>
                <a:schemeClr val="tx1"/>
              </a:solidFill>
              <a:latin typeface="Myriad Pro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915859"/>
            <a:ext cx="4603426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/>
            <a:r>
              <a:rPr lang="fr-FR" sz="900" b="1" dirty="0"/>
              <a:t>AC 1.1</a:t>
            </a:r>
            <a:r>
              <a:rPr lang="fr-FR" sz="900" dirty="0"/>
              <a:t> Identifier les ressources disponibles et valorisables sur un territoire pour leur potentielle exploitation ;</a:t>
            </a:r>
          </a:p>
          <a:p>
            <a:r>
              <a:rPr lang="fr-FR" sz="900" b="1" dirty="0"/>
              <a:t>AC 1.2</a:t>
            </a:r>
            <a:r>
              <a:rPr lang="fr-FR" sz="900" dirty="0"/>
              <a:t>  Analyser un système et les grandeurs associées en vue de réaliser un bilan macroscopique de masse et/ou d'énergie ;</a:t>
            </a:r>
          </a:p>
          <a:p>
            <a:r>
              <a:rPr lang="fr-FR" sz="900" b="1" dirty="0"/>
              <a:t>AC 1.3</a:t>
            </a:r>
            <a:r>
              <a:rPr lang="fr-FR" sz="900" dirty="0"/>
              <a:t>  Identifier les liés aux problématiques territoriales</a:t>
            </a:r>
            <a:endParaRPr lang="fr-FR" sz="900" dirty="0"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117912" y="4893050"/>
            <a:ext cx="45031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900" b="1" dirty="0"/>
              <a:t>AC 1.4</a:t>
            </a:r>
            <a:r>
              <a:rPr lang="fr-FR" sz="900" dirty="0"/>
              <a:t> Concevoir un scénario d'écologie industrielle ou territoriale ;</a:t>
            </a:r>
          </a:p>
          <a:p>
            <a:pPr lvl="0"/>
            <a:r>
              <a:rPr lang="fr-FR" sz="900" b="1" dirty="0"/>
              <a:t>AC 1.5</a:t>
            </a:r>
            <a:r>
              <a:rPr lang="fr-FR" sz="900" dirty="0"/>
              <a:t> Caractériser les principales sources d’émission (polluants, déchets, énergie) ;</a:t>
            </a:r>
          </a:p>
          <a:p>
            <a:pPr lvl="0"/>
            <a:r>
              <a:rPr lang="fr-FR" sz="900" b="1" dirty="0"/>
              <a:t>AC 1.6</a:t>
            </a:r>
            <a:r>
              <a:rPr lang="fr-FR" sz="900" dirty="0"/>
              <a:t> Evaluer leur potentiel de conversion ou de valorisation ;</a:t>
            </a:r>
          </a:p>
          <a:p>
            <a:pPr lvl="0"/>
            <a:r>
              <a:rPr lang="fr-FR" sz="900" b="1" dirty="0"/>
              <a:t>AC 1.7 </a:t>
            </a:r>
            <a:r>
              <a:rPr lang="fr-FR" sz="900" dirty="0"/>
              <a:t>Evaluer les performances énergétiques et environnementales d'une installation ;</a:t>
            </a:r>
          </a:p>
          <a:p>
            <a:pPr lvl="0"/>
            <a:r>
              <a:rPr lang="fr-FR" sz="900" b="1" dirty="0"/>
              <a:t>AC 1.8</a:t>
            </a:r>
            <a:r>
              <a:rPr lang="fr-FR" sz="900" dirty="0"/>
              <a:t> Mettre en œuvre une méthodologie de surveillance des impacts environnementaux ;</a:t>
            </a:r>
          </a:p>
          <a:p>
            <a:pPr lvl="0"/>
            <a:r>
              <a:rPr lang="fr-FR" sz="900" b="1" dirty="0"/>
              <a:t>AC 1.9</a:t>
            </a:r>
            <a:r>
              <a:rPr lang="fr-FR" sz="900" dirty="0"/>
              <a:t> Rédiger et défendre un rapport technique.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085022" y="6020437"/>
            <a:ext cx="4689078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/>
              <a:t>AC 1.10</a:t>
            </a:r>
            <a:r>
              <a:rPr lang="fr-FR" sz="900" dirty="0"/>
              <a:t> Situer son projet par rapport à l’état de l’art des connaissances et/ou des pratiques ;</a:t>
            </a:r>
          </a:p>
          <a:p>
            <a:pPr lvl="0"/>
            <a:r>
              <a:rPr lang="fr-FR" sz="900" b="1" dirty="0"/>
              <a:t>AC 1.11</a:t>
            </a:r>
            <a:r>
              <a:rPr lang="fr-FR" sz="900" dirty="0"/>
              <a:t> Concevoir un plan d'action  d’écologie industrielle ou territorial dans un contexte professionnel spécifique ;</a:t>
            </a:r>
          </a:p>
          <a:p>
            <a:pPr lvl="0"/>
            <a:r>
              <a:rPr lang="fr-FR" sz="900" b="1" dirty="0"/>
              <a:t>AC 1.12</a:t>
            </a:r>
            <a:r>
              <a:rPr lang="fr-FR" sz="900" dirty="0"/>
              <a:t> Intégrer les contraintes réglementaires et les spécificités rencontrées dans ce contexte spécifique ;</a:t>
            </a:r>
          </a:p>
          <a:p>
            <a:pPr lvl="0"/>
            <a:r>
              <a:rPr lang="fr-FR" sz="900" b="1" dirty="0"/>
              <a:t>AC 1.13</a:t>
            </a:r>
            <a:r>
              <a:rPr lang="fr-FR" sz="900" dirty="0"/>
              <a:t> Utiliser des outils et logiciels métiers adaptés au contexte spécifique pour le traitement des données ;</a:t>
            </a:r>
          </a:p>
          <a:p>
            <a:pPr lvl="0"/>
            <a:r>
              <a:rPr lang="fr-FR" sz="900" b="1" dirty="0"/>
              <a:t>AC 1.14</a:t>
            </a:r>
            <a:r>
              <a:rPr lang="fr-FR" sz="900" dirty="0"/>
              <a:t> Interagir avec les parties prenantes internes et externes au projet ;</a:t>
            </a:r>
          </a:p>
          <a:p>
            <a:pPr lvl="0"/>
            <a:r>
              <a:rPr lang="fr-FR" sz="900" b="1" dirty="0"/>
              <a:t>AC 1.15</a:t>
            </a:r>
            <a:r>
              <a:rPr lang="fr-FR" sz="900" dirty="0"/>
              <a:t> Rédiger et défendre un rapport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F5E151-4D83-05A6-0071-DF632FE73A95}"/>
              </a:ext>
            </a:extLst>
          </p:cNvPr>
          <p:cNvSpPr txBox="1"/>
          <p:nvPr/>
        </p:nvSpPr>
        <p:spPr bwMode="auto">
          <a:xfrm>
            <a:off x="115170" y="7990891"/>
            <a:ext cx="4543231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UE503 Gestion des flux à l’échelle territoriale (à créer)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UE702 Energie et traitement des gaz et UE703 (?) Ecologie Industrielle et territoriale (à créer)</a:t>
            </a:r>
          </a:p>
          <a:p>
            <a:pPr lvl="0">
              <a:defRPr/>
            </a:pPr>
            <a:r>
              <a:rPr lang="fr-FR" sz="800" dirty="0"/>
              <a:t>- Niveau 3 : PROJ901 : Projet recherche et Développement (à créer)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B7DFD3-E5DE-E77C-FAEC-0798F55646B5}"/>
              </a:ext>
            </a:extLst>
          </p:cNvPr>
          <p:cNvSpPr/>
          <p:nvPr/>
        </p:nvSpPr>
        <p:spPr>
          <a:xfrm>
            <a:off x="115172" y="10041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prenant en compte la performance des systèmes et des procédés;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optimisant l'utilisation des ressources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assurant la conformité aux normes et règlementations en vigueur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communiquant de manière adaptée, étayée et précise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adoptant une démarche structurée de gestion de projet.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Analyse énergétique et environnementale d'un système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Dimensionnement de solutions techniques innovantes en répondant à l'expression des besoins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Pilotage et suivi d'une installation énergétique ou de traitement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201337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06807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000" dirty="0">
              <a:latin typeface="Myriad Pro" panose="020B0503030403020204" pitchFamily="34" charset="0"/>
            </a:endParaRPr>
          </a:p>
          <a:p>
            <a:pPr lvl="0" algn="ctr"/>
            <a:r>
              <a:rPr lang="fr-FR" sz="900" dirty="0"/>
              <a:t>Dimensionner des composants énergétiques et analyser le système global (circuits hydrauliques, échangeurs de chaleur, système énergétique…)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dimensionner une filière de traitement des eaux résiduaires ou industrielles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proposer des solutions techniques intégratives adaptées aux besoins d'un territoire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477680"/>
            <a:ext cx="1880642" cy="14659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Proposer et mettre en œuvre des méthodes d’ingénierie (énergétique, gestion et traitement des effluents aqueux, gazeux et déchets) avec une vision stratégique globale</a:t>
            </a:r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RNCP38675BC02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889788"/>
            <a:ext cx="41105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dirty="0"/>
              <a:t> </a:t>
            </a:r>
            <a:r>
              <a:rPr lang="fr-FR" sz="900" b="1" dirty="0"/>
              <a:t>AC 2.1 </a:t>
            </a:r>
            <a:r>
              <a:rPr lang="fr-FR" sz="900" dirty="0"/>
              <a:t>Travailler en équipe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2.2 </a:t>
            </a:r>
            <a:r>
              <a:rPr lang="fr-FR" sz="900" dirty="0"/>
              <a:t>Choisir des composants d'un système hydraulique et énergétique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2.3 </a:t>
            </a:r>
            <a:r>
              <a:rPr lang="fr-FR" sz="900" dirty="0"/>
              <a:t>Dimensionner les composants d’un système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2.4 </a:t>
            </a:r>
            <a:r>
              <a:rPr lang="fr-FR" sz="900" dirty="0"/>
              <a:t>Analyser les performances d’un système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2.5 </a:t>
            </a:r>
            <a:r>
              <a:rPr lang="fr-FR" sz="900" dirty="0"/>
              <a:t>Rédiger un rapport technique.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085021" y="4992080"/>
            <a:ext cx="4828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2.6 </a:t>
            </a:r>
            <a:r>
              <a:rPr lang="fr-FR" sz="900" dirty="0"/>
              <a:t>Sélectionner une filière de traitement des eaux résiduaires répondant au cahier des charges ;</a:t>
            </a:r>
          </a:p>
          <a:p>
            <a:pPr lvl="0"/>
            <a:r>
              <a:rPr lang="fr-FR" sz="900" b="1" dirty="0"/>
              <a:t>AC 2.7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Planifier les tâches, les méthodes et les outils pour le travail d'équipe ;</a:t>
            </a:r>
          </a:p>
          <a:p>
            <a:pPr lvl="0"/>
            <a:r>
              <a:rPr lang="fr-FR" sz="900" b="1" dirty="0"/>
              <a:t>AC 2.8</a:t>
            </a:r>
            <a:r>
              <a:rPr lang="fr-FR" sz="900" dirty="0"/>
              <a:t> Dimensionner les opérations unitaires et la filière complète de traitement ;</a:t>
            </a:r>
          </a:p>
          <a:p>
            <a:pPr lvl="0"/>
            <a:r>
              <a:rPr lang="fr-FR" sz="900" b="1" dirty="0"/>
              <a:t>AC 2.9</a:t>
            </a:r>
            <a:r>
              <a:rPr lang="fr-FR" sz="900" dirty="0"/>
              <a:t> Rédiger le rapport d'avant-projet ;</a:t>
            </a:r>
          </a:p>
          <a:p>
            <a:pPr lvl="0"/>
            <a:r>
              <a:rPr lang="fr-FR" sz="900" b="1" dirty="0"/>
              <a:t>AC 2.10</a:t>
            </a:r>
            <a:r>
              <a:rPr lang="fr-FR" sz="900" dirty="0"/>
              <a:t> Présenter et défendre la solution proposée ;</a:t>
            </a:r>
          </a:p>
          <a:p>
            <a:pPr lvl="0"/>
            <a:r>
              <a:rPr lang="fr-FR" sz="900" b="1" dirty="0"/>
              <a:t>AC 2.11</a:t>
            </a:r>
            <a:r>
              <a:rPr lang="fr-FR" sz="900" dirty="0"/>
              <a:t> Travailler en équipe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073484" y="6255191"/>
            <a:ext cx="4603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dirty="0"/>
              <a:t> </a:t>
            </a:r>
            <a:r>
              <a:rPr lang="fr-FR" sz="900" b="1" dirty="0"/>
              <a:t>AC 2.12 </a:t>
            </a:r>
            <a:r>
              <a:rPr lang="fr-FR" sz="900" dirty="0"/>
              <a:t>Identifier les ressources et besoins d'un territoire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2.13 </a:t>
            </a:r>
            <a:r>
              <a:rPr lang="fr-FR" sz="900" dirty="0"/>
              <a:t>Identifier les contraintes (règlementaires, économiques, sociétales...)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2.14 </a:t>
            </a:r>
            <a:r>
              <a:rPr lang="fr-FR" sz="900" dirty="0"/>
              <a:t>Proposer des solutions conciliant les enjeux énergétiques et environnementaux d'un territoire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2.15 </a:t>
            </a:r>
            <a:r>
              <a:rPr lang="fr-FR" sz="900" dirty="0"/>
              <a:t>Dimensionner le système global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2.16 </a:t>
            </a:r>
            <a:r>
              <a:rPr lang="fr-FR" sz="900" dirty="0"/>
              <a:t>Rédiger et défendre un rapport 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27E312C-2618-49AF-55AC-6A87C68B6EFC}"/>
              </a:ext>
            </a:extLst>
          </p:cNvPr>
          <p:cNvSpPr txBox="1"/>
          <p:nvPr/>
        </p:nvSpPr>
        <p:spPr bwMode="auto">
          <a:xfrm>
            <a:off x="115170" y="7990891"/>
            <a:ext cx="314701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UE603 Projet Transfert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UE804 Traitement des effluents</a:t>
            </a:r>
          </a:p>
          <a:p>
            <a:pPr lvl="0">
              <a:defRPr/>
            </a:pPr>
            <a:r>
              <a:rPr lang="fr-FR" sz="800" dirty="0"/>
              <a:t>- Niveau 3 : PROJ903 Valorisation des énergies renouvelables (à créer)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62F473-334E-EB0D-6571-14764DFDE9B4}"/>
              </a:ext>
            </a:extLst>
          </p:cNvPr>
          <p:cNvSpPr/>
          <p:nvPr/>
        </p:nvSpPr>
        <p:spPr>
          <a:xfrm>
            <a:off x="115172" y="8067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56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coopérant efficacement avec les différentes parties prenantes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s’intégrant dans une équipe projet pluridisciplinaire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mettant en œuvre des outils et des méthodes utiles à la réalisation du projet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mobilisant les ressources d'un champ scientifique et technique spécifique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intégrant les aspects économiques et les enjeux du développement durable ;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utilisant une communication adaptée.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Assistance à maitrise d’ouvrages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Exploitation</a:t>
            </a:r>
            <a:endParaRPr lang="fr-F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Bureau d’études	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Animateur/coordinateur d’écologie industrielle et territoriale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Chargé d’affaire	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Animateur de projets en sécurité environnementale</a:t>
            </a: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lvl="0" algn="ctr"/>
            <a:r>
              <a:rPr lang="fr-FR" sz="900" dirty="0"/>
              <a:t>Analyse </a:t>
            </a:r>
            <a:r>
              <a:rPr lang="fr-FR" sz="900" dirty="0">
                <a:latin typeface="+mn-lt"/>
              </a:rPr>
              <a:t>du fonctionnement d’une structure industrielle ou territoriale </a:t>
            </a:r>
            <a:endParaRPr lang="fr-FR" sz="900" dirty="0"/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>
                <a:latin typeface="+mn-lt"/>
              </a:rPr>
              <a:t>Conduire des missions d’assistant ingénieur en lien avec l’EIT dans un contexte professionnel</a:t>
            </a:r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>
                <a:latin typeface="Myriad Pro"/>
              </a:rPr>
              <a:t>Conduire des missions d’ingénieur junior en lien avec l’EIT dans un contexte professionnel</a:t>
            </a:r>
            <a:endParaRPr lang="fr-FR" sz="1000" dirty="0"/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Conduire des missions dans un contexte d'écologie industrielle et territoriale</a:t>
            </a:r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lvl="0"/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RNCP38675BC04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59592" y="3824451"/>
            <a:ext cx="467541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3.1 </a:t>
            </a:r>
            <a:r>
              <a:rPr lang="fr-FR" sz="900" dirty="0"/>
              <a:t>Identifier l’organisation fonctionnelle de la structure d’accueil</a:t>
            </a:r>
          </a:p>
          <a:p>
            <a:pPr lvl="0"/>
            <a:r>
              <a:rPr lang="fr-FR" sz="900" b="1" dirty="0"/>
              <a:t>AC 3.2 </a:t>
            </a:r>
            <a:r>
              <a:rPr lang="fr-FR" sz="900" dirty="0"/>
              <a:t>S’intégrer et participer à une organisation (entreprise, collectivité locale, association, …) ;</a:t>
            </a:r>
          </a:p>
          <a:p>
            <a:pPr lvl="0"/>
            <a:r>
              <a:rPr lang="fr-FR" sz="900" b="1" dirty="0"/>
              <a:t>AC 3.3</a:t>
            </a:r>
            <a:r>
              <a:rPr lang="fr-FR" sz="900" dirty="0"/>
              <a:t> Découvrir des méthodes et des pratiques professionnelles (organisation du travail, sécurité, politique développement durable)</a:t>
            </a:r>
          </a:p>
          <a:p>
            <a:pPr lvl="0"/>
            <a:r>
              <a:rPr lang="fr-FR" sz="900" b="1" dirty="0"/>
              <a:t>AC 3.4</a:t>
            </a:r>
            <a:r>
              <a:rPr lang="fr-FR" sz="900" dirty="0"/>
              <a:t> Présenter à l’oral le fonctionnement d’une structure industrielle ou territoriale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085022" y="4893050"/>
            <a:ext cx="454510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3.5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Formaliser les attendus  du cahier des charges du projet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3.6</a:t>
            </a:r>
            <a:r>
              <a:rPr lang="fr-FR" sz="900" dirty="0">
                <a:solidFill>
                  <a:schemeClr val="tx1"/>
                </a:solidFill>
              </a:rPr>
              <a:t> Planifier les différentes tâches opérationnelles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3.7</a:t>
            </a:r>
            <a:r>
              <a:rPr lang="fr-FR" sz="900" dirty="0">
                <a:solidFill>
                  <a:schemeClr val="tx1"/>
                </a:solidFill>
              </a:rPr>
              <a:t> Interagir avec les parties prenantes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3.8</a:t>
            </a:r>
            <a:r>
              <a:rPr lang="fr-FR" sz="900" dirty="0">
                <a:solidFill>
                  <a:schemeClr val="tx1"/>
                </a:solidFill>
              </a:rPr>
              <a:t> Utiliser des outils collaboratifs pour partager ses données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3.9</a:t>
            </a:r>
            <a:r>
              <a:rPr lang="fr-FR" sz="900" dirty="0">
                <a:solidFill>
                  <a:schemeClr val="tx1"/>
                </a:solidFill>
              </a:rPr>
              <a:t> Mobiliser des ressources de champs scientifiques et techniques spécifiques pour la réalisation des missions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3.10</a:t>
            </a:r>
            <a:r>
              <a:rPr lang="fr-FR" sz="900" dirty="0">
                <a:solidFill>
                  <a:schemeClr val="tx1"/>
                </a:solidFill>
              </a:rPr>
              <a:t> Rédiger un rapport technique et le présenter à l'oral.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9BEC8-B056-5BE1-8F4B-EBA526BC1377}"/>
              </a:ext>
            </a:extLst>
          </p:cNvPr>
          <p:cNvSpPr/>
          <p:nvPr/>
        </p:nvSpPr>
        <p:spPr>
          <a:xfrm>
            <a:off x="2045926" y="6116307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694288C-379C-608E-9A75-C4222CE657CF}"/>
              </a:ext>
            </a:extLst>
          </p:cNvPr>
          <p:cNvSpPr txBox="1"/>
          <p:nvPr/>
        </p:nvSpPr>
        <p:spPr>
          <a:xfrm>
            <a:off x="2045926" y="6113043"/>
            <a:ext cx="4545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3.11</a:t>
            </a:r>
            <a:r>
              <a:rPr lang="fr-FR" sz="900" dirty="0"/>
              <a:t> Identifier le contexte et les enjeux du projet ;</a:t>
            </a:r>
          </a:p>
          <a:p>
            <a:pPr lvl="0"/>
            <a:r>
              <a:rPr lang="fr-FR" sz="900" b="1" dirty="0"/>
              <a:t>AC 3.12</a:t>
            </a:r>
            <a:r>
              <a:rPr lang="fr-FR" sz="900" dirty="0"/>
              <a:t> Opérer des choix en mettant en place une stratégie adaptée pour atteindre ses objectifs ;</a:t>
            </a:r>
          </a:p>
          <a:p>
            <a:pPr lvl="0"/>
            <a:r>
              <a:rPr lang="fr-FR" sz="900" b="1" dirty="0"/>
              <a:t>AC 3.13</a:t>
            </a:r>
            <a:r>
              <a:rPr lang="fr-FR" sz="900" dirty="0"/>
              <a:t> Justifier ses choix en s’appuyant sur une analyse approfondie et une argumentation structurée ;</a:t>
            </a:r>
          </a:p>
          <a:p>
            <a:pPr lvl="0"/>
            <a:r>
              <a:rPr lang="fr-FR" sz="900" b="1" dirty="0"/>
              <a:t>AC 3.14 </a:t>
            </a:r>
            <a:r>
              <a:rPr lang="fr-FR" sz="900" dirty="0"/>
              <a:t>Identifier les contraintes (réglementaires, économiques, sociétales) ;</a:t>
            </a:r>
          </a:p>
          <a:p>
            <a:pPr lvl="0"/>
            <a:r>
              <a:rPr lang="fr-FR" sz="900" b="1" dirty="0"/>
              <a:t>AC 3.15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Communiquer avec les parties prenantes internes et externes au projet ;</a:t>
            </a:r>
          </a:p>
          <a:p>
            <a:pPr lvl="0"/>
            <a:r>
              <a:rPr lang="fr-FR" sz="900" b="1" dirty="0"/>
              <a:t>AC 3.16 </a:t>
            </a:r>
            <a:r>
              <a:rPr lang="fr-FR" sz="900" dirty="0">
                <a:solidFill>
                  <a:schemeClr val="tx1"/>
                </a:solidFill>
              </a:rPr>
              <a:t>Rédiger un rapport technique et le présenter avec une vision globale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A1157D3-F5BE-2D07-27A4-AA301CE8FC82}"/>
              </a:ext>
            </a:extLst>
          </p:cNvPr>
          <p:cNvSpPr txBox="1"/>
          <p:nvPr/>
        </p:nvSpPr>
        <p:spPr bwMode="auto">
          <a:xfrm>
            <a:off x="115170" y="7990891"/>
            <a:ext cx="282801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PROJ 601 Stage Découverte du milieu professionnel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UE802 : Stage Assistant Ingénieur</a:t>
            </a:r>
          </a:p>
          <a:p>
            <a:pPr lvl="0">
              <a:defRPr/>
            </a:pPr>
            <a:r>
              <a:rPr lang="fr-FR" sz="800" dirty="0"/>
              <a:t>- Niveau 3 : UE001 Stage Ingénieur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F116F6-4B3C-0C27-7ADE-7A588DBCF493}"/>
              </a:ext>
            </a:extLst>
          </p:cNvPr>
          <p:cNvSpPr/>
          <p:nvPr/>
        </p:nvSpPr>
        <p:spPr>
          <a:xfrm>
            <a:off x="115172" y="6752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04FAE0-7E53-453C-A8D2-479F997EF2F5}"/>
</file>

<file path=customXml/itemProps2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7DD30F-A297-4FC9-B9BE-64DF109F2300}">
  <ds:schemaRefs>
    <ds:schemaRef ds:uri="http://purl.org/dc/terms/"/>
    <ds:schemaRef ds:uri="64984f8b-2057-4450-93f2-8aa5e6a062ce"/>
    <ds:schemaRef ds:uri="http://schemas.microsoft.com/office/2006/documentManagement/types"/>
    <ds:schemaRef ds:uri="5a932de8-014e-4395-a210-acace869bdb6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1355</TotalTime>
  <Words>1308</Words>
  <Application>Microsoft Macintosh PowerPoint</Application>
  <PresentationFormat>Affichage à l'écran (4:3)</PresentationFormat>
  <Paragraphs>156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Myriad Pro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lastModifiedBy>Ilham Alloui</cp:lastModifiedBy>
  <cp:revision>62</cp:revision>
  <dcterms:created xsi:type="dcterms:W3CDTF">2024-01-30T16:46:58Z</dcterms:created>
  <dcterms:modified xsi:type="dcterms:W3CDTF">2025-04-18T16:25:49Z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