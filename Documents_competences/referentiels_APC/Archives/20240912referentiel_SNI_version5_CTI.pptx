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7_CFA9AC6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0"/>
  </p:notesMasterIdLst>
  <p:sldIdLst>
    <p:sldId id="256" r:id="rId5"/>
    <p:sldId id="260" r:id="rId6"/>
    <p:sldId id="261" r:id="rId7"/>
    <p:sldId id="262" r:id="rId8"/>
    <p:sldId id="263" r:id="rId9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820C88-A42F-0467-4C37-4A53AA7EA36D}" name="Marc Skerrett" initials="MS" userId="S::marc.skerrett@univ-smb.fr::5838212c-6006-4602-b097-e4ba2e4953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C2A56-0BA2-5643-9198-4210332351AD}" v="5" dt="2025-04-18T13:36:34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>
        <p:scale>
          <a:sx n="210" d="100"/>
          <a:sy n="210" d="100"/>
        </p:scale>
        <p:origin x="2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785218E8-10B4-CB23-88AC-16FBD1562C9E}"/>
    <pc:docChg chg="modSld">
      <pc:chgData name="Marc Skerrett" userId="S::marc.skerrett@univ-smb.fr::5838212c-6006-4602-b097-e4ba2e4953e8" providerId="AD" clId="Web-{785218E8-10B4-CB23-88AC-16FBD1562C9E}" dt="2024-09-12T15:48:08.589" v="394" actId="20577"/>
      <pc:docMkLst>
        <pc:docMk/>
      </pc:docMkLst>
      <pc:sldChg chg="modSp">
        <pc:chgData name="Marc Skerrett" userId="S::marc.skerrett@univ-smb.fr::5838212c-6006-4602-b097-e4ba2e4953e8" providerId="AD" clId="Web-{785218E8-10B4-CB23-88AC-16FBD1562C9E}" dt="2024-09-12T15:26:34.542" v="239" actId="20577"/>
        <pc:sldMkLst>
          <pc:docMk/>
          <pc:sldMk cId="2680925107" sldId="260"/>
        </pc:sldMkLst>
      </pc:sldChg>
      <pc:sldChg chg="modSp">
        <pc:chgData name="Marc Skerrett" userId="S::marc.skerrett@univ-smb.fr::5838212c-6006-4602-b097-e4ba2e4953e8" providerId="AD" clId="Web-{785218E8-10B4-CB23-88AC-16FBD1562C9E}" dt="2024-09-12T15:48:08.589" v="394" actId="20577"/>
        <pc:sldMkLst>
          <pc:docMk/>
          <pc:sldMk cId="1542843860" sldId="261"/>
        </pc:sldMkLst>
      </pc:sldChg>
      <pc:sldChg chg="modSp">
        <pc:chgData name="Marc Skerrett" userId="S::marc.skerrett@univ-smb.fr::5838212c-6006-4602-b097-e4ba2e4953e8" providerId="AD" clId="Web-{785218E8-10B4-CB23-88AC-16FBD1562C9E}" dt="2024-09-12T15:33:01.563" v="314" actId="20577"/>
        <pc:sldMkLst>
          <pc:docMk/>
          <pc:sldMk cId="2766914940" sldId="262"/>
        </pc:sldMkLst>
      </pc:sldChg>
      <pc:sldChg chg="modSp">
        <pc:chgData name="Marc Skerrett" userId="S::marc.skerrett@univ-smb.fr::5838212c-6006-4602-b097-e4ba2e4953e8" providerId="AD" clId="Web-{785218E8-10B4-CB23-88AC-16FBD1562C9E}" dt="2024-09-12T15:40:17.552" v="372" actId="20577"/>
        <pc:sldMkLst>
          <pc:docMk/>
          <pc:sldMk cId="3484003430" sldId="263"/>
        </pc:sldMkLst>
      </pc:sldChg>
    </pc:docChg>
  </pc:docChgLst>
  <pc:docChgLst>
    <pc:chgData name="Jean-Jacques Curtelin" userId="S::jean-jacques.curtelin@univ-smb.fr::102e4674-0d2e-470f-a19a-15551fb64164" providerId="AD" clId="Web-{38C14A6B-6330-C817-A7FA-AEB844C26056}"/>
    <pc:docChg chg="modSld">
      <pc:chgData name="Jean-Jacques Curtelin" userId="S::jean-jacques.curtelin@univ-smb.fr::102e4674-0d2e-470f-a19a-15551fb64164" providerId="AD" clId="Web-{38C14A6B-6330-C817-A7FA-AEB844C26056}" dt="2024-09-12T13:56:16.785" v="67" actId="1076"/>
      <pc:docMkLst>
        <pc:docMk/>
      </pc:docMkLst>
    </pc:docChg>
  </pc:docChgLst>
  <pc:docChgLst>
    <pc:chgData name="Jean-Jacques Curtelin" userId="S::jean-jacques.curtelin@univ-smb.fr::102e4674-0d2e-470f-a19a-15551fb64164" providerId="AD" clId="Web-{0BFA11D9-7363-BBD7-E2C8-5254E943663E}"/>
    <pc:docChg chg="modSld">
      <pc:chgData name="Jean-Jacques Curtelin" userId="S::jean-jacques.curtelin@univ-smb.fr::102e4674-0d2e-470f-a19a-15551fb64164" providerId="AD" clId="Web-{0BFA11D9-7363-BBD7-E2C8-5254E943663E}" dt="2024-10-07T16:46:33.490" v="53" actId="20577"/>
      <pc:docMkLst>
        <pc:docMk/>
      </pc:docMkLst>
      <pc:sldChg chg="modSp">
        <pc:chgData name="Jean-Jacques Curtelin" userId="S::jean-jacques.curtelin@univ-smb.fr::102e4674-0d2e-470f-a19a-15551fb64164" providerId="AD" clId="Web-{0BFA11D9-7363-BBD7-E2C8-5254E943663E}" dt="2024-10-07T16:40:46.713" v="23" actId="20577"/>
        <pc:sldMkLst>
          <pc:docMk/>
          <pc:sldMk cId="3044381407" sldId="256"/>
        </pc:sldMkLst>
      </pc:sldChg>
      <pc:sldChg chg="modSp">
        <pc:chgData name="Jean-Jacques Curtelin" userId="S::jean-jacques.curtelin@univ-smb.fr::102e4674-0d2e-470f-a19a-15551fb64164" providerId="AD" clId="Web-{0BFA11D9-7363-BBD7-E2C8-5254E943663E}" dt="2024-10-07T16:42:32.404" v="42" actId="20577"/>
        <pc:sldMkLst>
          <pc:docMk/>
          <pc:sldMk cId="1542843860" sldId="261"/>
        </pc:sldMkLst>
      </pc:sldChg>
      <pc:sldChg chg="modSp">
        <pc:chgData name="Jean-Jacques Curtelin" userId="S::jean-jacques.curtelin@univ-smb.fr::102e4674-0d2e-470f-a19a-15551fb64164" providerId="AD" clId="Web-{0BFA11D9-7363-BBD7-E2C8-5254E943663E}" dt="2024-10-07T16:46:17.271" v="50" actId="20577"/>
        <pc:sldMkLst>
          <pc:docMk/>
          <pc:sldMk cId="2766914940" sldId="262"/>
        </pc:sldMkLst>
      </pc:sldChg>
    </pc:docChg>
  </pc:docChgLst>
  <pc:docChgLst>
    <pc:chgData name="Marc Skerrett" userId="S::marc.skerrett@univ-smb.fr::5838212c-6006-4602-b097-e4ba2e4953e8" providerId="AD" clId="Web-{B8CCF96F-088B-15FE-32E0-CBA58C22840D}"/>
    <pc:docChg chg="modSld">
      <pc:chgData name="Marc Skerrett" userId="S::marc.skerrett@univ-smb.fr::5838212c-6006-4602-b097-e4ba2e4953e8" providerId="AD" clId="Web-{B8CCF96F-088B-15FE-32E0-CBA58C22840D}" dt="2024-09-13T06:24:31.980" v="25" actId="20577"/>
      <pc:docMkLst>
        <pc:docMk/>
      </pc:docMkLst>
      <pc:sldChg chg="modSp">
        <pc:chgData name="Marc Skerrett" userId="S::marc.skerrett@univ-smb.fr::5838212c-6006-4602-b097-e4ba2e4953e8" providerId="AD" clId="Web-{B8CCF96F-088B-15FE-32E0-CBA58C22840D}" dt="2024-09-13T06:24:31.980" v="25" actId="20577"/>
        <pc:sldMkLst>
          <pc:docMk/>
          <pc:sldMk cId="1542843860" sldId="261"/>
        </pc:sldMkLst>
      </pc:sldChg>
      <pc:sldChg chg="modSp">
        <pc:chgData name="Marc Skerrett" userId="S::marc.skerrett@univ-smb.fr::5838212c-6006-4602-b097-e4ba2e4953e8" providerId="AD" clId="Web-{B8CCF96F-088B-15FE-32E0-CBA58C22840D}" dt="2024-09-13T06:22:13.225" v="0" actId="14100"/>
        <pc:sldMkLst>
          <pc:docMk/>
          <pc:sldMk cId="3484003430" sldId="263"/>
        </pc:sldMkLst>
      </pc:sldChg>
    </pc:docChg>
  </pc:docChgLst>
  <pc:docChgLst>
    <pc:chgData name="Marc Skerrett" userId="S::marc.skerrett@univ-smb.fr::5838212c-6006-4602-b097-e4ba2e4953e8" providerId="AD" clId="Web-{F6506A44-9597-9B2A-EB7F-F4F36EBBE29D}"/>
    <pc:docChg chg="modSld">
      <pc:chgData name="Marc Skerrett" userId="S::marc.skerrett@univ-smb.fr::5838212c-6006-4602-b097-e4ba2e4953e8" providerId="AD" clId="Web-{F6506A44-9597-9B2A-EB7F-F4F36EBBE29D}" dt="2024-09-13T10:37:58.751" v="16" actId="1076"/>
      <pc:docMkLst>
        <pc:docMk/>
      </pc:docMkLst>
      <pc:sldChg chg="modSp">
        <pc:chgData name="Marc Skerrett" userId="S::marc.skerrett@univ-smb.fr::5838212c-6006-4602-b097-e4ba2e4953e8" providerId="AD" clId="Web-{F6506A44-9597-9B2A-EB7F-F4F36EBBE29D}" dt="2024-09-13T09:52:32.679" v="8" actId="14100"/>
        <pc:sldMkLst>
          <pc:docMk/>
          <pc:sldMk cId="1542843860" sldId="261"/>
        </pc:sldMkLst>
      </pc:sldChg>
      <pc:sldChg chg="modSp">
        <pc:chgData name="Marc Skerrett" userId="S::marc.skerrett@univ-smb.fr::5838212c-6006-4602-b097-e4ba2e4953e8" providerId="AD" clId="Web-{F6506A44-9597-9B2A-EB7F-F4F36EBBE29D}" dt="2024-09-13T06:36:26.369" v="2" actId="14100"/>
        <pc:sldMkLst>
          <pc:docMk/>
          <pc:sldMk cId="2766914940" sldId="262"/>
        </pc:sldMkLst>
      </pc:sldChg>
    </pc:docChg>
  </pc:docChgLst>
  <pc:docChgLst>
    <pc:chgData name="Marc Skerrett" userId="S::marc.skerrett@univ-smb.fr::5838212c-6006-4602-b097-e4ba2e4953e8" providerId="AD" clId="Web-{B01D751B-0A5E-B2E5-DD45-F2651265E8D8}"/>
    <pc:docChg chg="modSld">
      <pc:chgData name="Marc Skerrett" userId="S::marc.skerrett@univ-smb.fr::5838212c-6006-4602-b097-e4ba2e4953e8" providerId="AD" clId="Web-{B01D751B-0A5E-B2E5-DD45-F2651265E8D8}" dt="2024-09-12T11:10:03.329" v="14" actId="20577"/>
      <pc:docMkLst>
        <pc:docMk/>
      </pc:docMkLst>
      <pc:sldChg chg="modSp">
        <pc:chgData name="Marc Skerrett" userId="S::marc.skerrett@univ-smb.fr::5838212c-6006-4602-b097-e4ba2e4953e8" providerId="AD" clId="Web-{B01D751B-0A5E-B2E5-DD45-F2651265E8D8}" dt="2024-09-12T11:10:03.329" v="14" actId="20577"/>
        <pc:sldMkLst>
          <pc:docMk/>
          <pc:sldMk cId="2680925107" sldId="260"/>
        </pc:sldMkLst>
      </pc:sldChg>
    </pc:docChg>
  </pc:docChgLst>
  <pc:docChgLst>
    <pc:chgData name="Marc Skerrett" userId="S::marc.skerrett@univ-smb.fr::5838212c-6006-4602-b097-e4ba2e4953e8" providerId="AD" clId="Web-{9D12F371-82C9-F3E9-4A02-B1952D9896F2}"/>
    <pc:docChg chg="modSld">
      <pc:chgData name="Marc Skerrett" userId="S::marc.skerrett@univ-smb.fr::5838212c-6006-4602-b097-e4ba2e4953e8" providerId="AD" clId="Web-{9D12F371-82C9-F3E9-4A02-B1952D9896F2}" dt="2024-11-05T10:10:23.460" v="24" actId="20577"/>
      <pc:docMkLst>
        <pc:docMk/>
      </pc:docMkLst>
    </pc:docChg>
  </pc:docChgLst>
  <pc:docChgLst>
    <pc:chgData name="Marc Skerrett" userId="S::marc.skerrett@univ-smb.fr::5838212c-6006-4602-b097-e4ba2e4953e8" providerId="AD" clId="Web-{B700C3E1-0829-DC3B-A697-5B91A5AA0C98}"/>
    <pc:docChg chg="modSld">
      <pc:chgData name="Marc Skerrett" userId="S::marc.skerrett@univ-smb.fr::5838212c-6006-4602-b097-e4ba2e4953e8" providerId="AD" clId="Web-{B700C3E1-0829-DC3B-A697-5B91A5AA0C98}" dt="2024-10-28T14:56:11.101" v="49" actId="20577"/>
      <pc:docMkLst>
        <pc:docMk/>
      </pc:docMkLst>
      <pc:sldChg chg="modSp">
        <pc:chgData name="Marc Skerrett" userId="S::marc.skerrett@univ-smb.fr::5838212c-6006-4602-b097-e4ba2e4953e8" providerId="AD" clId="Web-{B700C3E1-0829-DC3B-A697-5B91A5AA0C98}" dt="2024-10-28T14:56:11.101" v="49" actId="20577"/>
        <pc:sldMkLst>
          <pc:docMk/>
          <pc:sldMk cId="2680925107" sldId="260"/>
        </pc:sldMkLst>
      </pc:sldChg>
    </pc:docChg>
  </pc:docChgLst>
  <pc:docChgLst>
    <pc:chgData name="Jean-Jacques Curtelin" userId="S::jean-jacques.curtelin@univ-smb.fr::102e4674-0d2e-470f-a19a-15551fb64164" providerId="AD" clId="Web-{FB3890C1-ED36-42B6-B795-F1226407C3D3}"/>
    <pc:docChg chg="modSld">
      <pc:chgData name="Jean-Jacques Curtelin" userId="S::jean-jacques.curtelin@univ-smb.fr::102e4674-0d2e-470f-a19a-15551fb64164" providerId="AD" clId="Web-{FB3890C1-ED36-42B6-B795-F1226407C3D3}" dt="2024-11-29T10:21:44.090" v="21" actId="20577"/>
      <pc:docMkLst>
        <pc:docMk/>
      </pc:docMkLst>
      <pc:sldChg chg="modSp">
        <pc:chgData name="Jean-Jacques Curtelin" userId="S::jean-jacques.curtelin@univ-smb.fr::102e4674-0d2e-470f-a19a-15551fb64164" providerId="AD" clId="Web-{FB3890C1-ED36-42B6-B795-F1226407C3D3}" dt="2024-11-29T10:21:44.090" v="21" actId="20577"/>
        <pc:sldMkLst>
          <pc:docMk/>
          <pc:sldMk cId="1542843860" sldId="261"/>
        </pc:sldMkLst>
      </pc:sldChg>
      <pc:sldChg chg="modSp">
        <pc:chgData name="Jean-Jacques Curtelin" userId="S::jean-jacques.curtelin@univ-smb.fr::102e4674-0d2e-470f-a19a-15551fb64164" providerId="AD" clId="Web-{FB3890C1-ED36-42B6-B795-F1226407C3D3}" dt="2024-11-29T10:21:42.605" v="19" actId="20577"/>
        <pc:sldMkLst>
          <pc:docMk/>
          <pc:sldMk cId="2766914940" sldId="262"/>
        </pc:sldMkLst>
      </pc:sldChg>
      <pc:sldChg chg="modSp">
        <pc:chgData name="Jean-Jacques Curtelin" userId="S::jean-jacques.curtelin@univ-smb.fr::102e4674-0d2e-470f-a19a-15551fb64164" providerId="AD" clId="Web-{FB3890C1-ED36-42B6-B795-F1226407C3D3}" dt="2024-11-29T10:21:39.949" v="16" actId="20577"/>
        <pc:sldMkLst>
          <pc:docMk/>
          <pc:sldMk cId="3484003430" sldId="263"/>
        </pc:sldMkLst>
      </pc:sldChg>
    </pc:docChg>
  </pc:docChgLst>
  <pc:docChgLst>
    <pc:chgData name="Marc Skerrett" userId="S::marc.skerrett@univ-smb.fr::5838212c-6006-4602-b097-e4ba2e4953e8" providerId="AD" clId="Web-{4D8F6301-DF7A-8B5B-0D7B-EF4A2446D4BE}"/>
    <pc:docChg chg="modSld">
      <pc:chgData name="Marc Skerrett" userId="S::marc.skerrett@univ-smb.fr::5838212c-6006-4602-b097-e4ba2e4953e8" providerId="AD" clId="Web-{4D8F6301-DF7A-8B5B-0D7B-EF4A2446D4BE}" dt="2024-11-07T10:20:44.379" v="8" actId="20577"/>
      <pc:docMkLst>
        <pc:docMk/>
      </pc:docMkLst>
      <pc:sldChg chg="modSp">
        <pc:chgData name="Marc Skerrett" userId="S::marc.skerrett@univ-smb.fr::5838212c-6006-4602-b097-e4ba2e4953e8" providerId="AD" clId="Web-{4D8F6301-DF7A-8B5B-0D7B-EF4A2446D4BE}" dt="2024-11-07T10:20:44.379" v="8" actId="20577"/>
        <pc:sldMkLst>
          <pc:docMk/>
          <pc:sldMk cId="2766914940" sldId="262"/>
        </pc:sldMkLst>
      </pc:sldChg>
    </pc:docChg>
  </pc:docChgLst>
  <pc:docChgLst>
    <pc:chgData name="Jean-Jacques Curtelin" userId="S::jean-jacques.curtelin@univ-smb.fr::102e4674-0d2e-470f-a19a-15551fb64164" providerId="AD" clId="Web-{D73DA2C8-9687-4E1D-863E-E481EB5CE9F7}"/>
    <pc:docChg chg="modSld">
      <pc:chgData name="Jean-Jacques Curtelin" userId="S::jean-jacques.curtelin@univ-smb.fr::102e4674-0d2e-470f-a19a-15551fb64164" providerId="AD" clId="Web-{D73DA2C8-9687-4E1D-863E-E481EB5CE9F7}" dt="2024-09-27T17:20:11.249" v="100" actId="1076"/>
      <pc:docMkLst>
        <pc:docMk/>
      </pc:docMkLst>
      <pc:sldChg chg="modSp">
        <pc:chgData name="Jean-Jacques Curtelin" userId="S::jean-jacques.curtelin@univ-smb.fr::102e4674-0d2e-470f-a19a-15551fb64164" providerId="AD" clId="Web-{D73DA2C8-9687-4E1D-863E-E481EB5CE9F7}" dt="2024-09-27T06:26:13.997" v="51" actId="1076"/>
        <pc:sldMkLst>
          <pc:docMk/>
          <pc:sldMk cId="3044381407" sldId="256"/>
        </pc:sldMkLst>
      </pc:sldChg>
      <pc:sldChg chg="modSp">
        <pc:chgData name="Jean-Jacques Curtelin" userId="S::jean-jacques.curtelin@univ-smb.fr::102e4674-0d2e-470f-a19a-15551fb64164" providerId="AD" clId="Web-{D73DA2C8-9687-4E1D-863E-E481EB5CE9F7}" dt="2024-09-27T06:16:49.487" v="17"/>
        <pc:sldMkLst>
          <pc:docMk/>
          <pc:sldMk cId="2680925107" sldId="260"/>
        </pc:sldMkLst>
      </pc:sldChg>
      <pc:sldChg chg="modSp">
        <pc:chgData name="Jean-Jacques Curtelin" userId="S::jean-jacques.curtelin@univ-smb.fr::102e4674-0d2e-470f-a19a-15551fb64164" providerId="AD" clId="Web-{D73DA2C8-9687-4E1D-863E-E481EB5CE9F7}" dt="2024-09-27T06:17:05.628" v="18"/>
        <pc:sldMkLst>
          <pc:docMk/>
          <pc:sldMk cId="1542843860" sldId="261"/>
        </pc:sldMkLst>
      </pc:sldChg>
      <pc:sldChg chg="delSp modSp">
        <pc:chgData name="Jean-Jacques Curtelin" userId="S::jean-jacques.curtelin@univ-smb.fr::102e4674-0d2e-470f-a19a-15551fb64164" providerId="AD" clId="Web-{D73DA2C8-9687-4E1D-863E-E481EB5CE9F7}" dt="2024-09-27T17:20:11.249" v="100" actId="1076"/>
        <pc:sldMkLst>
          <pc:docMk/>
          <pc:sldMk cId="2766914940" sldId="262"/>
        </pc:sldMkLst>
      </pc:sldChg>
      <pc:sldChg chg="modSp">
        <pc:chgData name="Jean-Jacques Curtelin" userId="S::jean-jacques.curtelin@univ-smb.fr::102e4674-0d2e-470f-a19a-15551fb64164" providerId="AD" clId="Web-{D73DA2C8-9687-4E1D-863E-E481EB5CE9F7}" dt="2024-09-27T06:17:25.394" v="20"/>
        <pc:sldMkLst>
          <pc:docMk/>
          <pc:sldMk cId="3484003430" sldId="263"/>
        </pc:sldMkLst>
      </pc:sldChg>
    </pc:docChg>
  </pc:docChgLst>
  <pc:docChgLst>
    <pc:chgData name="Marc Skerrett" userId="S::marc.skerrett@univ-smb.fr::5838212c-6006-4602-b097-e4ba2e4953e8" providerId="AD" clId="Web-{6695A2B1-D507-1973-93C5-8D12786FA708}"/>
    <pc:docChg chg="modSld">
      <pc:chgData name="Marc Skerrett" userId="S::marc.skerrett@univ-smb.fr::5838212c-6006-4602-b097-e4ba2e4953e8" providerId="AD" clId="Web-{6695A2B1-D507-1973-93C5-8D12786FA708}" dt="2024-09-15T14:57:51.907" v="17" actId="20577"/>
      <pc:docMkLst>
        <pc:docMk/>
      </pc:docMkLst>
      <pc:sldChg chg="modSp">
        <pc:chgData name="Marc Skerrett" userId="S::marc.skerrett@univ-smb.fr::5838212c-6006-4602-b097-e4ba2e4953e8" providerId="AD" clId="Web-{6695A2B1-D507-1973-93C5-8D12786FA708}" dt="2024-09-15T14:53:22.427" v="8" actId="20577"/>
        <pc:sldMkLst>
          <pc:docMk/>
          <pc:sldMk cId="1542843860" sldId="261"/>
        </pc:sldMkLst>
      </pc:sldChg>
      <pc:sldChg chg="modSp">
        <pc:chgData name="Marc Skerrett" userId="S::marc.skerrett@univ-smb.fr::5838212c-6006-4602-b097-e4ba2e4953e8" providerId="AD" clId="Web-{6695A2B1-D507-1973-93C5-8D12786FA708}" dt="2024-09-15T14:55:38.839" v="9" actId="20577"/>
        <pc:sldMkLst>
          <pc:docMk/>
          <pc:sldMk cId="2766914940" sldId="262"/>
        </pc:sldMkLst>
      </pc:sldChg>
      <pc:sldChg chg="modSp">
        <pc:chgData name="Marc Skerrett" userId="S::marc.skerrett@univ-smb.fr::5838212c-6006-4602-b097-e4ba2e4953e8" providerId="AD" clId="Web-{6695A2B1-D507-1973-93C5-8D12786FA708}" dt="2024-09-15T14:57:51.907" v="17" actId="20577"/>
        <pc:sldMkLst>
          <pc:docMk/>
          <pc:sldMk cId="3484003430" sldId="263"/>
        </pc:sldMkLst>
      </pc:sldChg>
    </pc:docChg>
  </pc:docChgLst>
  <pc:docChgLst>
    <pc:chgData name="Marc Skerrett" userId="S::marc.skerrett@univ-smb.fr::5838212c-6006-4602-b097-e4ba2e4953e8" providerId="AD" clId="Web-{045BFEEC-59C5-C3FF-E653-AE518B908AB5}"/>
    <pc:docChg chg="modSld">
      <pc:chgData name="Marc Skerrett" userId="S::marc.skerrett@univ-smb.fr::5838212c-6006-4602-b097-e4ba2e4953e8" providerId="AD" clId="Web-{045BFEEC-59C5-C3FF-E653-AE518B908AB5}" dt="2024-11-08T09:33:27.446" v="23" actId="20577"/>
      <pc:docMkLst>
        <pc:docMk/>
      </pc:docMkLst>
      <pc:sldChg chg="modSp">
        <pc:chgData name="Marc Skerrett" userId="S::marc.skerrett@univ-smb.fr::5838212c-6006-4602-b097-e4ba2e4953e8" providerId="AD" clId="Web-{045BFEEC-59C5-C3FF-E653-AE518B908AB5}" dt="2024-11-08T09:33:27.446" v="23" actId="20577"/>
        <pc:sldMkLst>
          <pc:docMk/>
          <pc:sldMk cId="2680925107" sldId="260"/>
        </pc:sldMkLst>
      </pc:sldChg>
    </pc:docChg>
  </pc:docChgLst>
  <pc:docChgLst>
    <pc:chgData name="Ilham Alloui" userId="S::ilham.alloui@univ-smb.fr::68fc43d7-0d5d-45b6-9507-975e2c114c32" providerId="AD" clId="Web-{FE817C1D-A4DB-8EA7-DA87-A7E8CBE964EF}"/>
    <pc:docChg chg="modSld">
      <pc:chgData name="Ilham Alloui" userId="S::ilham.alloui@univ-smb.fr::68fc43d7-0d5d-45b6-9507-975e2c114c32" providerId="AD" clId="Web-{FE817C1D-A4DB-8EA7-DA87-A7E8CBE964EF}" dt="2024-09-12T13:12:57.772" v="36" actId="20577"/>
      <pc:docMkLst>
        <pc:docMk/>
      </pc:docMkLst>
    </pc:docChg>
  </pc:docChgLst>
  <pc:docChgLst>
    <pc:chgData name="Ilham Alloui" userId="S::ilham.alloui@univ-smb.fr::68fc43d7-0d5d-45b6-9507-975e2c114c32" providerId="AD" clId="Web-{BEEB7BEC-63B5-4556-A1E0-9B75F5CA97AD}"/>
    <pc:docChg chg="modSld">
      <pc:chgData name="Ilham Alloui" userId="S::ilham.alloui@univ-smb.fr::68fc43d7-0d5d-45b6-9507-975e2c114c32" providerId="AD" clId="Web-{BEEB7BEC-63B5-4556-A1E0-9B75F5CA97AD}" dt="2024-10-13T09:49:00.862" v="1" actId="1076"/>
      <pc:docMkLst>
        <pc:docMk/>
      </pc:docMkLst>
      <pc:sldChg chg="modSp">
        <pc:chgData name="Ilham Alloui" userId="S::ilham.alloui@univ-smb.fr::68fc43d7-0d5d-45b6-9507-975e2c114c32" providerId="AD" clId="Web-{BEEB7BEC-63B5-4556-A1E0-9B75F5CA97AD}" dt="2024-10-13T09:49:00.862" v="1" actId="1076"/>
        <pc:sldMkLst>
          <pc:docMk/>
          <pc:sldMk cId="2680925107" sldId="260"/>
        </pc:sldMkLst>
      </pc:sldChg>
    </pc:docChg>
  </pc:docChgLst>
  <pc:docChgLst>
    <pc:chgData name="Ilham Alloui" userId="S::ilham.alloui@univ-smb.fr::68fc43d7-0d5d-45b6-9507-975e2c114c32" providerId="AD" clId="Web-{D5930126-6004-CD14-835B-F002D6867A32}"/>
    <pc:docChg chg="modSld">
      <pc:chgData name="Ilham Alloui" userId="S::ilham.alloui@univ-smb.fr::68fc43d7-0d5d-45b6-9507-975e2c114c32" providerId="AD" clId="Web-{D5930126-6004-CD14-835B-F002D6867A32}" dt="2025-01-13T13:01:19.323" v="0" actId="1076"/>
      <pc:docMkLst>
        <pc:docMk/>
      </pc:docMkLst>
      <pc:sldChg chg="modSp">
        <pc:chgData name="Ilham Alloui" userId="S::ilham.alloui@univ-smb.fr::68fc43d7-0d5d-45b6-9507-975e2c114c32" providerId="AD" clId="Web-{D5930126-6004-CD14-835B-F002D6867A32}" dt="2025-01-13T13:01:19.323" v="0" actId="1076"/>
        <pc:sldMkLst>
          <pc:docMk/>
          <pc:sldMk cId="3484003430" sldId="263"/>
        </pc:sldMkLst>
      </pc:sldChg>
    </pc:docChg>
  </pc:docChgLst>
  <pc:docChgLst>
    <pc:chgData name="Ilham Alloui" userId="68fc43d7-0d5d-45b6-9507-975e2c114c32" providerId="ADAL" clId="{1B6C2A56-0BA2-5643-9198-4210332351AD}"/>
    <pc:docChg chg="undo custSel modSld">
      <pc:chgData name="Ilham Alloui" userId="68fc43d7-0d5d-45b6-9507-975e2c114c32" providerId="ADAL" clId="{1B6C2A56-0BA2-5643-9198-4210332351AD}" dt="2025-04-18T13:49:17.646" v="252" actId="20577"/>
      <pc:docMkLst>
        <pc:docMk/>
      </pc:docMkLst>
      <pc:sldChg chg="modSp mod">
        <pc:chgData name="Ilham Alloui" userId="68fc43d7-0d5d-45b6-9507-975e2c114c32" providerId="ADAL" clId="{1B6C2A56-0BA2-5643-9198-4210332351AD}" dt="2025-04-18T13:48:58.695" v="246" actId="20577"/>
        <pc:sldMkLst>
          <pc:docMk/>
          <pc:sldMk cId="3044381407" sldId="256"/>
        </pc:sldMkLst>
        <pc:spChg chg="mod">
          <ac:chgData name="Ilham Alloui" userId="68fc43d7-0d5d-45b6-9507-975e2c114c32" providerId="ADAL" clId="{1B6C2A56-0BA2-5643-9198-4210332351AD}" dt="2025-04-18T13:34:33.551" v="36" actId="1036"/>
          <ac:spMkLst>
            <pc:docMk/>
            <pc:sldMk cId="3044381407" sldId="256"/>
            <ac:spMk id="2" creationId="{BAE7B3F2-CEC8-417B-12A7-9B8523FDC72C}"/>
          </ac:spMkLst>
        </pc:spChg>
        <pc:spChg chg="mod">
          <ac:chgData name="Ilham Alloui" userId="68fc43d7-0d5d-45b6-9507-975e2c114c32" providerId="ADAL" clId="{1B6C2A56-0BA2-5643-9198-4210332351AD}" dt="2025-04-18T13:34:33.551" v="36" actId="1036"/>
          <ac:spMkLst>
            <pc:docMk/>
            <pc:sldMk cId="3044381407" sldId="256"/>
            <ac:spMk id="5" creationId="{5BCB4965-E3CC-A257-0CA1-2FCCE798A106}"/>
          </ac:spMkLst>
        </pc:spChg>
        <pc:spChg chg="mod">
          <ac:chgData name="Ilham Alloui" userId="68fc43d7-0d5d-45b6-9507-975e2c114c32" providerId="ADAL" clId="{1B6C2A56-0BA2-5643-9198-4210332351AD}" dt="2025-04-18T13:34:27.104" v="11" actId="1076"/>
          <ac:spMkLst>
            <pc:docMk/>
            <pc:sldMk cId="3044381407" sldId="256"/>
            <ac:spMk id="18" creationId="{4B25E8AB-A55E-7EBF-291F-B181B69A8BD6}"/>
          </ac:spMkLst>
        </pc:spChg>
        <pc:spChg chg="mod">
          <ac:chgData name="Ilham Alloui" userId="68fc43d7-0d5d-45b6-9507-975e2c114c32" providerId="ADAL" clId="{1B6C2A56-0BA2-5643-9198-4210332351AD}" dt="2025-04-18T13:34:27.104" v="11" actId="1076"/>
          <ac:spMkLst>
            <pc:docMk/>
            <pc:sldMk cId="3044381407" sldId="256"/>
            <ac:spMk id="19" creationId="{0DF9A382-DCE3-E467-095C-0B198C15F7B1}"/>
          </ac:spMkLst>
        </pc:spChg>
        <pc:spChg chg="mod">
          <ac:chgData name="Ilham Alloui" userId="68fc43d7-0d5d-45b6-9507-975e2c114c32" providerId="ADAL" clId="{1B6C2A56-0BA2-5643-9198-4210332351AD}" dt="2025-04-18T13:34:37.402" v="37" actId="20577"/>
          <ac:spMkLst>
            <pc:docMk/>
            <pc:sldMk cId="3044381407" sldId="256"/>
            <ac:spMk id="20" creationId="{14102A85-DE7E-D222-A6BB-351E1ADD0520}"/>
          </ac:spMkLst>
        </pc:spChg>
        <pc:spChg chg="mod">
          <ac:chgData name="Ilham Alloui" userId="68fc43d7-0d5d-45b6-9507-975e2c114c32" providerId="ADAL" clId="{1B6C2A56-0BA2-5643-9198-4210332351AD}" dt="2025-04-18T13:48:58.695" v="246" actId="20577"/>
          <ac:spMkLst>
            <pc:docMk/>
            <pc:sldMk cId="3044381407" sldId="256"/>
            <ac:spMk id="23" creationId="{E3DEF488-0DC5-EFE0-4CE1-31506D55603B}"/>
          </ac:spMkLst>
        </pc:spChg>
      </pc:sldChg>
      <pc:sldChg chg="addSp delSp modSp mod">
        <pc:chgData name="Ilham Alloui" userId="68fc43d7-0d5d-45b6-9507-975e2c114c32" providerId="ADAL" clId="{1B6C2A56-0BA2-5643-9198-4210332351AD}" dt="2025-04-18T13:49:05.795" v="248" actId="20577"/>
        <pc:sldMkLst>
          <pc:docMk/>
          <pc:sldMk cId="2680925107" sldId="260"/>
        </pc:sldMkLst>
        <pc:spChg chg="mod">
          <ac:chgData name="Ilham Alloui" userId="68fc43d7-0d5d-45b6-9507-975e2c114c32" providerId="ADAL" clId="{1B6C2A56-0BA2-5643-9198-4210332351AD}" dt="2025-04-18T13:37:32.981" v="111" actId="20577"/>
          <ac:spMkLst>
            <pc:docMk/>
            <pc:sldMk cId="2680925107" sldId="260"/>
            <ac:spMk id="2" creationId="{120BE6C5-C445-D8AB-4C49-F06327F3D35A}"/>
          </ac:spMkLst>
        </pc:spChg>
        <pc:spChg chg="del">
          <ac:chgData name="Ilham Alloui" userId="68fc43d7-0d5d-45b6-9507-975e2c114c32" providerId="ADAL" clId="{1B6C2A56-0BA2-5643-9198-4210332351AD}" dt="2025-04-18T13:36:06.077" v="83" actId="478"/>
          <ac:spMkLst>
            <pc:docMk/>
            <pc:sldMk cId="2680925107" sldId="260"/>
            <ac:spMk id="4" creationId="{0B39C6AD-AF35-BE97-714E-47D414B85D41}"/>
          </ac:spMkLst>
        </pc:spChg>
        <pc:spChg chg="mod">
          <ac:chgData name="Ilham Alloui" userId="68fc43d7-0d5d-45b6-9507-975e2c114c32" providerId="ADAL" clId="{1B6C2A56-0BA2-5643-9198-4210332351AD}" dt="2025-04-18T13:39:54.995" v="125" actId="113"/>
          <ac:spMkLst>
            <pc:docMk/>
            <pc:sldMk cId="2680925107" sldId="260"/>
            <ac:spMk id="5" creationId="{C6F84988-4303-5FAC-598E-97F238A8472F}"/>
          </ac:spMkLst>
        </pc:spChg>
        <pc:spChg chg="mod">
          <ac:chgData name="Ilham Alloui" userId="68fc43d7-0d5d-45b6-9507-975e2c114c32" providerId="ADAL" clId="{1B6C2A56-0BA2-5643-9198-4210332351AD}" dt="2025-04-18T13:39:35.834" v="121" actId="12"/>
          <ac:spMkLst>
            <pc:docMk/>
            <pc:sldMk cId="2680925107" sldId="260"/>
            <ac:spMk id="9" creationId="{3FD9CD12-2037-DE8F-6A9E-95825825CA7C}"/>
          </ac:spMkLst>
        </pc:spChg>
        <pc:spChg chg="mod">
          <ac:chgData name="Ilham Alloui" userId="68fc43d7-0d5d-45b6-9507-975e2c114c32" providerId="ADAL" clId="{1B6C2A56-0BA2-5643-9198-4210332351AD}" dt="2025-04-18T13:40:19.862" v="132" actId="113"/>
          <ac:spMkLst>
            <pc:docMk/>
            <pc:sldMk cId="2680925107" sldId="260"/>
            <ac:spMk id="11" creationId="{AA84D950-1711-5A10-D96F-03D2E5D98B73}"/>
          </ac:spMkLst>
        </pc:spChg>
        <pc:spChg chg="add mod">
          <ac:chgData name="Ilham Alloui" userId="68fc43d7-0d5d-45b6-9507-975e2c114c32" providerId="ADAL" clId="{1B6C2A56-0BA2-5643-9198-4210332351AD}" dt="2025-04-18T13:49:05.795" v="248" actId="20577"/>
          <ac:spMkLst>
            <pc:docMk/>
            <pc:sldMk cId="2680925107" sldId="260"/>
            <ac:spMk id="17" creationId="{B561A9C3-E608-16DF-DE8E-C6754C9610CA}"/>
          </ac:spMkLst>
        </pc:spChg>
        <pc:spChg chg="mod">
          <ac:chgData name="Ilham Alloui" userId="68fc43d7-0d5d-45b6-9507-975e2c114c32" providerId="ADAL" clId="{1B6C2A56-0BA2-5643-9198-4210332351AD}" dt="2025-04-18T13:40:45.690" v="135" actId="113"/>
          <ac:spMkLst>
            <pc:docMk/>
            <pc:sldMk cId="2680925107" sldId="260"/>
            <ac:spMk id="19" creationId="{1DBBCF91-9750-DA92-0990-494FE77C8C77}"/>
          </ac:spMkLst>
        </pc:spChg>
      </pc:sldChg>
      <pc:sldChg chg="addSp delSp modSp mod">
        <pc:chgData name="Ilham Alloui" userId="68fc43d7-0d5d-45b6-9507-975e2c114c32" providerId="ADAL" clId="{1B6C2A56-0BA2-5643-9198-4210332351AD}" dt="2025-04-18T13:49:11.596" v="250" actId="20577"/>
        <pc:sldMkLst>
          <pc:docMk/>
          <pc:sldMk cId="1542843860" sldId="261"/>
        </pc:sldMkLst>
        <pc:spChg chg="mod">
          <ac:chgData name="Ilham Alloui" userId="68fc43d7-0d5d-45b6-9507-975e2c114c32" providerId="ADAL" clId="{1B6C2A56-0BA2-5643-9198-4210332351AD}" dt="2025-04-18T13:37:39.383" v="114" actId="20577"/>
          <ac:spMkLst>
            <pc:docMk/>
            <pc:sldMk cId="1542843860" sldId="261"/>
            <ac:spMk id="2" creationId="{120BE6C5-C445-D8AB-4C49-F06327F3D35A}"/>
          </ac:spMkLst>
        </pc:spChg>
        <pc:spChg chg="del">
          <ac:chgData name="Ilham Alloui" userId="68fc43d7-0d5d-45b6-9507-975e2c114c32" providerId="ADAL" clId="{1B6C2A56-0BA2-5643-9198-4210332351AD}" dt="2025-04-18T13:36:15.318" v="85" actId="478"/>
          <ac:spMkLst>
            <pc:docMk/>
            <pc:sldMk cId="1542843860" sldId="261"/>
            <ac:spMk id="4" creationId="{0B39C6AD-AF35-BE97-714E-47D414B85D41}"/>
          </ac:spMkLst>
        </pc:spChg>
        <pc:spChg chg="mod">
          <ac:chgData name="Ilham Alloui" userId="68fc43d7-0d5d-45b6-9507-975e2c114c32" providerId="ADAL" clId="{1B6C2A56-0BA2-5643-9198-4210332351AD}" dt="2025-04-18T13:41:36.490" v="150" actId="113"/>
          <ac:spMkLst>
            <pc:docMk/>
            <pc:sldMk cId="1542843860" sldId="261"/>
            <ac:spMk id="5" creationId="{C6F84988-4303-5FAC-598E-97F238A8472F}"/>
          </ac:spMkLst>
        </pc:spChg>
        <pc:spChg chg="mod">
          <ac:chgData name="Ilham Alloui" userId="68fc43d7-0d5d-45b6-9507-975e2c114c32" providerId="ADAL" clId="{1B6C2A56-0BA2-5643-9198-4210332351AD}" dt="2025-04-18T13:42:22.163" v="174" actId="113"/>
          <ac:spMkLst>
            <pc:docMk/>
            <pc:sldMk cId="1542843860" sldId="261"/>
            <ac:spMk id="11" creationId="{AA84D950-1711-5A10-D96F-03D2E5D98B73}"/>
          </ac:spMkLst>
        </pc:spChg>
        <pc:spChg chg="add mod">
          <ac:chgData name="Ilham Alloui" userId="68fc43d7-0d5d-45b6-9507-975e2c114c32" providerId="ADAL" clId="{1B6C2A56-0BA2-5643-9198-4210332351AD}" dt="2025-04-18T13:49:11.596" v="250" actId="20577"/>
          <ac:spMkLst>
            <pc:docMk/>
            <pc:sldMk cId="1542843860" sldId="261"/>
            <ac:spMk id="17" creationId="{EB094A89-819C-45E0-BB0A-0D29B82B6505}"/>
          </ac:spMkLst>
        </pc:spChg>
        <pc:spChg chg="mod">
          <ac:chgData name="Ilham Alloui" userId="68fc43d7-0d5d-45b6-9507-975e2c114c32" providerId="ADAL" clId="{1B6C2A56-0BA2-5643-9198-4210332351AD}" dt="2025-04-18T13:43:12.594" v="195" actId="20577"/>
          <ac:spMkLst>
            <pc:docMk/>
            <pc:sldMk cId="1542843860" sldId="261"/>
            <ac:spMk id="19" creationId="{1DBBCF91-9750-DA92-0990-494FE77C8C77}"/>
          </ac:spMkLst>
        </pc:spChg>
      </pc:sldChg>
      <pc:sldChg chg="addSp delSp modSp mod">
        <pc:chgData name="Ilham Alloui" userId="68fc43d7-0d5d-45b6-9507-975e2c114c32" providerId="ADAL" clId="{1B6C2A56-0BA2-5643-9198-4210332351AD}" dt="2025-04-18T13:49:17.646" v="252" actId="20577"/>
        <pc:sldMkLst>
          <pc:docMk/>
          <pc:sldMk cId="2766914940" sldId="262"/>
        </pc:sldMkLst>
        <pc:spChg chg="mod">
          <ac:chgData name="Ilham Alloui" userId="68fc43d7-0d5d-45b6-9507-975e2c114c32" providerId="ADAL" clId="{1B6C2A56-0BA2-5643-9198-4210332351AD}" dt="2025-04-18T13:38:25.404" v="119" actId="20577"/>
          <ac:spMkLst>
            <pc:docMk/>
            <pc:sldMk cId="2766914940" sldId="262"/>
            <ac:spMk id="2" creationId="{120BE6C5-C445-D8AB-4C49-F06327F3D35A}"/>
          </ac:spMkLst>
        </pc:spChg>
        <pc:spChg chg="del">
          <ac:chgData name="Ilham Alloui" userId="68fc43d7-0d5d-45b6-9507-975e2c114c32" providerId="ADAL" clId="{1B6C2A56-0BA2-5643-9198-4210332351AD}" dt="2025-04-18T13:36:23.669" v="95" actId="478"/>
          <ac:spMkLst>
            <pc:docMk/>
            <pc:sldMk cId="2766914940" sldId="262"/>
            <ac:spMk id="4" creationId="{0B39C6AD-AF35-BE97-714E-47D414B85D41}"/>
          </ac:spMkLst>
        </pc:spChg>
        <pc:spChg chg="mod">
          <ac:chgData name="Ilham Alloui" userId="68fc43d7-0d5d-45b6-9507-975e2c114c32" providerId="ADAL" clId="{1B6C2A56-0BA2-5643-9198-4210332351AD}" dt="2025-04-18T13:44:27.931" v="200" actId="113"/>
          <ac:spMkLst>
            <pc:docMk/>
            <pc:sldMk cId="2766914940" sldId="262"/>
            <ac:spMk id="5" creationId="{C6F84988-4303-5FAC-598E-97F238A8472F}"/>
          </ac:spMkLst>
        </pc:spChg>
        <pc:spChg chg="mod">
          <ac:chgData name="Ilham Alloui" userId="68fc43d7-0d5d-45b6-9507-975e2c114c32" providerId="ADAL" clId="{1B6C2A56-0BA2-5643-9198-4210332351AD}" dt="2025-04-18T13:45:57.510" v="220" actId="12"/>
          <ac:spMkLst>
            <pc:docMk/>
            <pc:sldMk cId="2766914940" sldId="262"/>
            <ac:spMk id="9" creationId="{3FD9CD12-2037-DE8F-6A9E-95825825CA7C}"/>
          </ac:spMkLst>
        </pc:spChg>
        <pc:spChg chg="mod">
          <ac:chgData name="Ilham Alloui" userId="68fc43d7-0d5d-45b6-9507-975e2c114c32" providerId="ADAL" clId="{1B6C2A56-0BA2-5643-9198-4210332351AD}" dt="2025-04-18T13:45:04.359" v="210" actId="113"/>
          <ac:spMkLst>
            <pc:docMk/>
            <pc:sldMk cId="2766914940" sldId="262"/>
            <ac:spMk id="11" creationId="{AA84D950-1711-5A10-D96F-03D2E5D98B73}"/>
          </ac:spMkLst>
        </pc:spChg>
        <pc:spChg chg="mod">
          <ac:chgData name="Ilham Alloui" userId="68fc43d7-0d5d-45b6-9507-975e2c114c32" providerId="ADAL" clId="{1B6C2A56-0BA2-5643-9198-4210332351AD}" dt="2025-04-18T13:45:28.626" v="218" actId="20577"/>
          <ac:spMkLst>
            <pc:docMk/>
            <pc:sldMk cId="2766914940" sldId="262"/>
            <ac:spMk id="14" creationId="{A9010F20-576C-4615-CAFD-D7C2E038ABC5}"/>
          </ac:spMkLst>
        </pc:spChg>
        <pc:spChg chg="mod">
          <ac:chgData name="Ilham Alloui" userId="68fc43d7-0d5d-45b6-9507-975e2c114c32" providerId="ADAL" clId="{1B6C2A56-0BA2-5643-9198-4210332351AD}" dt="2025-04-18T13:45:20.060" v="212" actId="20577"/>
          <ac:spMkLst>
            <pc:docMk/>
            <pc:sldMk cId="2766914940" sldId="262"/>
            <ac:spMk id="15" creationId="{E92A6767-BEC8-73FB-0CBD-5BC233E484A5}"/>
          </ac:spMkLst>
        </pc:spChg>
        <pc:spChg chg="mod">
          <ac:chgData name="Ilham Alloui" userId="68fc43d7-0d5d-45b6-9507-975e2c114c32" providerId="ADAL" clId="{1B6C2A56-0BA2-5643-9198-4210332351AD}" dt="2025-04-18T13:45:24.461" v="216" actId="20577"/>
          <ac:spMkLst>
            <pc:docMk/>
            <pc:sldMk cId="2766914940" sldId="262"/>
            <ac:spMk id="16" creationId="{5A8468A6-FBAF-9CD0-C2AD-314A992AC17A}"/>
          </ac:spMkLst>
        </pc:spChg>
        <pc:spChg chg="add mod">
          <ac:chgData name="Ilham Alloui" userId="68fc43d7-0d5d-45b6-9507-975e2c114c32" providerId="ADAL" clId="{1B6C2A56-0BA2-5643-9198-4210332351AD}" dt="2025-04-18T13:49:17.646" v="252" actId="20577"/>
          <ac:spMkLst>
            <pc:docMk/>
            <pc:sldMk cId="2766914940" sldId="262"/>
            <ac:spMk id="17" creationId="{79141E1E-B104-5F8E-7AF7-A4F2DB0656B4}"/>
          </ac:spMkLst>
        </pc:spChg>
        <pc:spChg chg="mod">
          <ac:chgData name="Ilham Alloui" userId="68fc43d7-0d5d-45b6-9507-975e2c114c32" providerId="ADAL" clId="{1B6C2A56-0BA2-5643-9198-4210332351AD}" dt="2025-04-18T13:44:52.377" v="207" actId="113"/>
          <ac:spMkLst>
            <pc:docMk/>
            <pc:sldMk cId="2766914940" sldId="262"/>
            <ac:spMk id="19" creationId="{1DBBCF91-9750-DA92-0990-494FE77C8C77}"/>
          </ac:spMkLst>
        </pc:spChg>
      </pc:sldChg>
      <pc:sldChg chg="addSp delSp modSp mod">
        <pc:chgData name="Ilham Alloui" userId="68fc43d7-0d5d-45b6-9507-975e2c114c32" providerId="ADAL" clId="{1B6C2A56-0BA2-5643-9198-4210332351AD}" dt="2025-04-18T13:48:47.019" v="244" actId="20577"/>
        <pc:sldMkLst>
          <pc:docMk/>
          <pc:sldMk cId="3484003430" sldId="263"/>
        </pc:sldMkLst>
        <pc:spChg chg="del mod">
          <ac:chgData name="Ilham Alloui" userId="68fc43d7-0d5d-45b6-9507-975e2c114c32" providerId="ADAL" clId="{1B6C2A56-0BA2-5643-9198-4210332351AD}" dt="2025-04-18T13:36:33.838" v="99" actId="478"/>
          <ac:spMkLst>
            <pc:docMk/>
            <pc:sldMk cId="3484003430" sldId="263"/>
            <ac:spMk id="4" creationId="{0B39C6AD-AF35-BE97-714E-47D414B85D41}"/>
          </ac:spMkLst>
        </pc:spChg>
        <pc:spChg chg="mod">
          <ac:chgData name="Ilham Alloui" userId="68fc43d7-0d5d-45b6-9507-975e2c114c32" providerId="ADAL" clId="{1B6C2A56-0BA2-5643-9198-4210332351AD}" dt="2025-04-18T13:47:08.226" v="231" actId="113"/>
          <ac:spMkLst>
            <pc:docMk/>
            <pc:sldMk cId="3484003430" sldId="263"/>
            <ac:spMk id="5" creationId="{C6F84988-4303-5FAC-598E-97F238A8472F}"/>
          </ac:spMkLst>
        </pc:spChg>
        <pc:spChg chg="mod">
          <ac:chgData name="Ilham Alloui" userId="68fc43d7-0d5d-45b6-9507-975e2c114c32" providerId="ADAL" clId="{1B6C2A56-0BA2-5643-9198-4210332351AD}" dt="2025-04-18T13:47:51.684" v="242" actId="113"/>
          <ac:spMkLst>
            <pc:docMk/>
            <pc:sldMk cId="3484003430" sldId="263"/>
            <ac:spMk id="11" creationId="{AA84D950-1711-5A10-D96F-03D2E5D98B73}"/>
          </ac:spMkLst>
        </pc:spChg>
        <pc:spChg chg="mod">
          <ac:chgData name="Ilham Alloui" userId="68fc43d7-0d5d-45b6-9507-975e2c114c32" providerId="ADAL" clId="{1B6C2A56-0BA2-5643-9198-4210332351AD}" dt="2025-04-18T13:46:38.629" v="222" actId="20577"/>
          <ac:spMkLst>
            <pc:docMk/>
            <pc:sldMk cId="3484003430" sldId="263"/>
            <ac:spMk id="14" creationId="{A9010F20-576C-4615-CAFD-D7C2E038ABC5}"/>
          </ac:spMkLst>
        </pc:spChg>
        <pc:spChg chg="mod">
          <ac:chgData name="Ilham Alloui" userId="68fc43d7-0d5d-45b6-9507-975e2c114c32" providerId="ADAL" clId="{1B6C2A56-0BA2-5643-9198-4210332351AD}" dt="2025-04-18T13:46:42.460" v="224" actId="20577"/>
          <ac:spMkLst>
            <pc:docMk/>
            <pc:sldMk cId="3484003430" sldId="263"/>
            <ac:spMk id="15" creationId="{E92A6767-BEC8-73FB-0CBD-5BC233E484A5}"/>
          </ac:spMkLst>
        </pc:spChg>
        <pc:spChg chg="mod">
          <ac:chgData name="Ilham Alloui" userId="68fc43d7-0d5d-45b6-9507-975e2c114c32" providerId="ADAL" clId="{1B6C2A56-0BA2-5643-9198-4210332351AD}" dt="2025-04-18T13:46:45.072" v="226" actId="20577"/>
          <ac:spMkLst>
            <pc:docMk/>
            <pc:sldMk cId="3484003430" sldId="263"/>
            <ac:spMk id="16" creationId="{5A8468A6-FBAF-9CD0-C2AD-314A992AC17A}"/>
          </ac:spMkLst>
        </pc:spChg>
        <pc:spChg chg="add mod">
          <ac:chgData name="Ilham Alloui" userId="68fc43d7-0d5d-45b6-9507-975e2c114c32" providerId="ADAL" clId="{1B6C2A56-0BA2-5643-9198-4210332351AD}" dt="2025-04-18T13:48:47.019" v="244" actId="20577"/>
          <ac:spMkLst>
            <pc:docMk/>
            <pc:sldMk cId="3484003430" sldId="263"/>
            <ac:spMk id="17" creationId="{3AC5AE8B-5EF6-45FD-5D71-7444E7BDFE87}"/>
          </ac:spMkLst>
        </pc:spChg>
        <pc:spChg chg="mod">
          <ac:chgData name="Ilham Alloui" userId="68fc43d7-0d5d-45b6-9507-975e2c114c32" providerId="ADAL" clId="{1B6C2A56-0BA2-5643-9198-4210332351AD}" dt="2025-04-18T13:47:29.775" v="237" actId="113"/>
          <ac:spMkLst>
            <pc:docMk/>
            <pc:sldMk cId="3484003430" sldId="263"/>
            <ac:spMk id="19" creationId="{1DBBCF91-9750-DA92-0990-494FE77C8C77}"/>
          </ac:spMkLst>
        </pc:spChg>
      </pc:sldChg>
    </pc:docChg>
  </pc:docChgLst>
  <pc:docChgLst>
    <pc:chgData name="Ilham Alloui" userId="S::ilham.alloui@univ-smb.fr::68fc43d7-0d5d-45b6-9507-975e2c114c32" providerId="AD" clId="Web-{9BB6C0CD-6B39-4B92-86F1-A18A448A40C3}"/>
    <pc:docChg chg="modSld">
      <pc:chgData name="Ilham Alloui" userId="S::ilham.alloui@univ-smb.fr::68fc43d7-0d5d-45b6-9507-975e2c114c32" providerId="AD" clId="Web-{9BB6C0CD-6B39-4B92-86F1-A18A448A40C3}" dt="2025-03-23T17:17:41.592" v="25" actId="20577"/>
      <pc:docMkLst>
        <pc:docMk/>
      </pc:docMkLst>
      <pc:sldChg chg="modSp">
        <pc:chgData name="Ilham Alloui" userId="S::ilham.alloui@univ-smb.fr::68fc43d7-0d5d-45b6-9507-975e2c114c32" providerId="AD" clId="Web-{9BB6C0CD-6B39-4B92-86F1-A18A448A40C3}" dt="2025-03-23T17:15:06.586" v="2" actId="20577"/>
        <pc:sldMkLst>
          <pc:docMk/>
          <pc:sldMk cId="2680925107" sldId="260"/>
        </pc:sldMkLst>
        <pc:spChg chg="mod">
          <ac:chgData name="Ilham Alloui" userId="S::ilham.alloui@univ-smb.fr::68fc43d7-0d5d-45b6-9507-975e2c114c32" providerId="AD" clId="Web-{9BB6C0CD-6B39-4B92-86F1-A18A448A40C3}" dt="2025-03-23T17:15:06.586" v="2" actId="20577"/>
          <ac:spMkLst>
            <pc:docMk/>
            <pc:sldMk cId="2680925107" sldId="260"/>
            <ac:spMk id="7" creationId="{C7304A67-8B2E-B3E3-31CF-722C5F9D66A3}"/>
          </ac:spMkLst>
        </pc:spChg>
      </pc:sldChg>
      <pc:sldChg chg="modSp">
        <pc:chgData name="Ilham Alloui" userId="S::ilham.alloui@univ-smb.fr::68fc43d7-0d5d-45b6-9507-975e2c114c32" providerId="AD" clId="Web-{9BB6C0CD-6B39-4B92-86F1-A18A448A40C3}" dt="2025-03-23T17:15:46.994" v="6" actId="20577"/>
        <pc:sldMkLst>
          <pc:docMk/>
          <pc:sldMk cId="1542843860" sldId="261"/>
        </pc:sldMkLst>
        <pc:spChg chg="mod">
          <ac:chgData name="Ilham Alloui" userId="S::ilham.alloui@univ-smb.fr::68fc43d7-0d5d-45b6-9507-975e2c114c32" providerId="AD" clId="Web-{9BB6C0CD-6B39-4B92-86F1-A18A448A40C3}" dt="2025-03-23T17:15:30.978" v="4" actId="20577"/>
          <ac:spMkLst>
            <pc:docMk/>
            <pc:sldMk cId="1542843860" sldId="261"/>
            <ac:spMk id="11" creationId="{AA84D950-1711-5A10-D96F-03D2E5D98B73}"/>
          </ac:spMkLst>
        </pc:spChg>
        <pc:spChg chg="mod">
          <ac:chgData name="Ilham Alloui" userId="S::ilham.alloui@univ-smb.fr::68fc43d7-0d5d-45b6-9507-975e2c114c32" providerId="AD" clId="Web-{9BB6C0CD-6B39-4B92-86F1-A18A448A40C3}" dt="2025-03-23T17:15:46.994" v="6" actId="20577"/>
          <ac:spMkLst>
            <pc:docMk/>
            <pc:sldMk cId="1542843860" sldId="261"/>
            <ac:spMk id="19" creationId="{1DBBCF91-9750-DA92-0990-494FE77C8C77}"/>
          </ac:spMkLst>
        </pc:spChg>
      </pc:sldChg>
      <pc:sldChg chg="modSp">
        <pc:chgData name="Ilham Alloui" userId="S::ilham.alloui@univ-smb.fr::68fc43d7-0d5d-45b6-9507-975e2c114c32" providerId="AD" clId="Web-{9BB6C0CD-6B39-4B92-86F1-A18A448A40C3}" dt="2025-03-23T17:16:16.026" v="13" actId="20577"/>
        <pc:sldMkLst>
          <pc:docMk/>
          <pc:sldMk cId="2766914940" sldId="262"/>
        </pc:sldMkLst>
        <pc:spChg chg="mod">
          <ac:chgData name="Ilham Alloui" userId="S::ilham.alloui@univ-smb.fr::68fc43d7-0d5d-45b6-9507-975e2c114c32" providerId="AD" clId="Web-{9BB6C0CD-6B39-4B92-86F1-A18A448A40C3}" dt="2025-03-23T17:16:07.932" v="11" actId="20577"/>
          <ac:spMkLst>
            <pc:docMk/>
            <pc:sldMk cId="2766914940" sldId="262"/>
            <ac:spMk id="5" creationId="{C6F84988-4303-5FAC-598E-97F238A8472F}"/>
          </ac:spMkLst>
        </pc:spChg>
        <pc:spChg chg="mod">
          <ac:chgData name="Ilham Alloui" userId="S::ilham.alloui@univ-smb.fr::68fc43d7-0d5d-45b6-9507-975e2c114c32" providerId="AD" clId="Web-{9BB6C0CD-6B39-4B92-86F1-A18A448A40C3}" dt="2025-03-23T17:16:16.026" v="13" actId="20577"/>
          <ac:spMkLst>
            <pc:docMk/>
            <pc:sldMk cId="2766914940" sldId="262"/>
            <ac:spMk id="19" creationId="{1DBBCF91-9750-DA92-0990-494FE77C8C77}"/>
          </ac:spMkLst>
        </pc:spChg>
      </pc:sldChg>
      <pc:sldChg chg="modSp">
        <pc:chgData name="Ilham Alloui" userId="S::ilham.alloui@univ-smb.fr::68fc43d7-0d5d-45b6-9507-975e2c114c32" providerId="AD" clId="Web-{9BB6C0CD-6B39-4B92-86F1-A18A448A40C3}" dt="2025-03-23T17:17:41.592" v="25" actId="20577"/>
        <pc:sldMkLst>
          <pc:docMk/>
          <pc:sldMk cId="3484003430" sldId="263"/>
        </pc:sldMkLst>
        <pc:spChg chg="mod">
          <ac:chgData name="Ilham Alloui" userId="S::ilham.alloui@univ-smb.fr::68fc43d7-0d5d-45b6-9507-975e2c114c32" providerId="AD" clId="Web-{9BB6C0CD-6B39-4B92-86F1-A18A448A40C3}" dt="2025-03-23T17:17:17.982" v="18" actId="20577"/>
          <ac:spMkLst>
            <pc:docMk/>
            <pc:sldMk cId="3484003430" sldId="263"/>
            <ac:spMk id="5" creationId="{C6F84988-4303-5FAC-598E-97F238A8472F}"/>
          </ac:spMkLst>
        </pc:spChg>
        <pc:spChg chg="mod">
          <ac:chgData name="Ilham Alloui" userId="S::ilham.alloui@univ-smb.fr::68fc43d7-0d5d-45b6-9507-975e2c114c32" providerId="AD" clId="Web-{9BB6C0CD-6B39-4B92-86F1-A18A448A40C3}" dt="2025-03-23T17:17:41.592" v="25" actId="20577"/>
          <ac:spMkLst>
            <pc:docMk/>
            <pc:sldMk cId="3484003430" sldId="263"/>
            <ac:spMk id="11" creationId="{AA84D950-1711-5A10-D96F-03D2E5D98B73}"/>
          </ac:spMkLst>
        </pc:spChg>
        <pc:spChg chg="mod">
          <ac:chgData name="Ilham Alloui" userId="S::ilham.alloui@univ-smb.fr::68fc43d7-0d5d-45b6-9507-975e2c114c32" providerId="AD" clId="Web-{9BB6C0CD-6B39-4B92-86F1-A18A448A40C3}" dt="2025-03-23T17:17:23.497" v="20" actId="20577"/>
          <ac:spMkLst>
            <pc:docMk/>
            <pc:sldMk cId="3484003430" sldId="263"/>
            <ac:spMk id="19" creationId="{1DBBCF91-9750-DA92-0990-494FE77C8C77}"/>
          </ac:spMkLst>
        </pc:spChg>
      </pc:sldChg>
    </pc:docChg>
  </pc:docChgLst>
  <pc:docChgLst>
    <pc:chgData name="Marc Skerrett" userId="S::marc.skerrett@univ-smb.fr::5838212c-6006-4602-b097-e4ba2e4953e8" providerId="AD" clId="Web-{E77C216C-A3F3-DF1A-9DA3-08298704800A}"/>
    <pc:docChg chg="mod">
      <pc:chgData name="Marc Skerrett" userId="S::marc.skerrett@univ-smb.fr::5838212c-6006-4602-b097-e4ba2e4953e8" providerId="AD" clId="Web-{E77C216C-A3F3-DF1A-9DA3-08298704800A}" dt="2024-12-11T14:51:38.376" v="0"/>
      <pc:docMkLst>
        <pc:docMk/>
      </pc:docMkLst>
    </pc:docChg>
  </pc:docChgLst>
  <pc:docChgLst>
    <pc:chgData name="Alexandre Benoit" userId="S::alexandre.benoit@univ-smb.fr::6df9aa32-a14a-472e-8bde-bfc12acf4fff" providerId="AD" clId="Web-{9662086F-6E56-42D8-32D2-3ED72889D8D6}"/>
    <pc:docChg chg="modSld">
      <pc:chgData name="Alexandre Benoit" userId="S::alexandre.benoit@univ-smb.fr::6df9aa32-a14a-472e-8bde-bfc12acf4fff" providerId="AD" clId="Web-{9662086F-6E56-42D8-32D2-3ED72889D8D6}" dt="2024-09-12T13:15:04.117" v="123" actId="20577"/>
      <pc:docMkLst>
        <pc:docMk/>
      </pc:docMkLst>
      <pc:sldChg chg="modSp">
        <pc:chgData name="Alexandre Benoit" userId="S::alexandre.benoit@univ-smb.fr::6df9aa32-a14a-472e-8bde-bfc12acf4fff" providerId="AD" clId="Web-{9662086F-6E56-42D8-32D2-3ED72889D8D6}" dt="2024-09-12T13:15:04.117" v="123" actId="20577"/>
        <pc:sldMkLst>
          <pc:docMk/>
          <pc:sldMk cId="3484003430" sldId="263"/>
        </pc:sldMkLst>
      </pc:sldChg>
    </pc:docChg>
  </pc:docChgLst>
  <pc:docChgLst>
    <pc:chgData name="Adrien Badel" userId="d14d62ed-19bc-4dc3-9902-d0d3dba6bde9" providerId="ADAL" clId="{F612A9EF-85FC-9241-96BB-1354E0404616}"/>
    <pc:docChg chg="undo custSel modSld">
      <pc:chgData name="Adrien Badel" userId="d14d62ed-19bc-4dc3-9902-d0d3dba6bde9" providerId="ADAL" clId="{F612A9EF-85FC-9241-96BB-1354E0404616}" dt="2024-10-15T12:37:20.193" v="1" actId="20577"/>
      <pc:docMkLst>
        <pc:docMk/>
      </pc:docMkLst>
      <pc:sldChg chg="modSp mod">
        <pc:chgData name="Adrien Badel" userId="d14d62ed-19bc-4dc3-9902-d0d3dba6bde9" providerId="ADAL" clId="{F612A9EF-85FC-9241-96BB-1354E0404616}" dt="2024-10-15T12:37:20.193" v="1" actId="20577"/>
        <pc:sldMkLst>
          <pc:docMk/>
          <pc:sldMk cId="2680925107" sldId="260"/>
        </pc:sldMkLst>
      </pc:sldChg>
    </pc:docChg>
  </pc:docChgLst>
</pc:chgInfo>
</file>

<file path=ppt/comments/modernComment_107_CFA9AC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7E8CD3-F1DF-4F75-B6CA-826DFCAB4F4B}" authorId="{2B820C88-A42F-0467-4C37-4A53AA7EA36D}" created="2024-12-11T14:51:38.3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84003430" sldId="263"/>
      <ac:spMk id="5" creationId="{C6F84988-4303-5FAC-598E-97F238A8472F}"/>
      <ac:txMk cp="104" len="56">
        <ac:context len="386" hash="1383026173"/>
      </ac:txMk>
    </ac:txMkLst>
    <p188:pos x="2619910" y="995308"/>
    <p188:txBody>
      <a:bodyPr/>
      <a:lstStyle/>
      <a:p>
        <a:r>
          <a:rPr lang="fr-FR"/>
          <a:t>Concevoir un algorithme pour résoudre un problème  / Implémenter un algorithme dans un programme informatique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89A47-5BF3-4B44-81D3-893BBF96D9C5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D1FBA-2D90-FE43-B3C9-47908B9100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48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D1FBA-2D90-FE43-B3C9-47908B91009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65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97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67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44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11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02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  <p:pic>
        <p:nvPicPr>
          <p:cNvPr id="6" name="Image 7">
            <a:extLst>
              <a:ext uri="{FF2B5EF4-FFF2-40B4-BE49-F238E27FC236}">
                <a16:creationId xmlns:a16="http://schemas.microsoft.com/office/drawing/2014/main" id="{2562921F-EF9C-41C1-9438-35B3201006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050256" y="7899771"/>
            <a:ext cx="1807744" cy="115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3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89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9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58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77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425F2-F0E4-1D4B-BFA0-799A02AE676D}" type="datetimeFigureOut">
              <a:rPr lang="fr-FR" smtClean="0"/>
              <a:t>18/04/2025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D948C-A121-A74A-9582-4454DDF3EA0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94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CFA9AC6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CB4965-E3CC-A257-0CA1-2FCCE798A106}"/>
              </a:ext>
            </a:extLst>
          </p:cNvPr>
          <p:cNvSpPr/>
          <p:nvPr/>
        </p:nvSpPr>
        <p:spPr>
          <a:xfrm>
            <a:off x="1472917" y="2152109"/>
            <a:ext cx="1850571" cy="15935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 dirty="0">
                <a:solidFill>
                  <a:schemeClr val="bg1"/>
                </a:solidFill>
                <a:ea typeface="+mn-lt"/>
                <a:cs typeface="Segoe UI"/>
              </a:rPr>
              <a:t>CONCEVOIR UN SYSTÈME D'ACQUISITION </a:t>
            </a:r>
            <a:endParaRPr lang="fr-FR" sz="1600" b="1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endParaRPr lang="fr-FR" sz="1200" cap="all" dirty="0"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>
                <a:latin typeface="Calibri"/>
                <a:ea typeface="Calibri"/>
                <a:cs typeface="Calibri"/>
              </a:rPr>
              <a:t>RNCP35711BC01</a:t>
            </a:r>
            <a:r>
              <a:rPr lang="fr-FR" sz="1200" cap="all" dirty="0">
                <a:ea typeface="+mn-lt"/>
                <a:cs typeface="+mn-lt"/>
              </a:rPr>
              <a:t>  </a:t>
            </a:r>
          </a:p>
          <a:p>
            <a:pPr algn="ctr">
              <a:spcAft>
                <a:spcPts val="600"/>
              </a:spcAft>
            </a:pPr>
            <a:r>
              <a:rPr lang="fr-FR" sz="1200" cap="all" dirty="0">
                <a:ea typeface="+mn-lt"/>
                <a:cs typeface="+mn-lt"/>
              </a:rPr>
              <a:t>RNCP35711BC05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7B3F2-CEC8-417B-12A7-9B8523FDC72C}"/>
              </a:ext>
            </a:extLst>
          </p:cNvPr>
          <p:cNvSpPr/>
          <p:nvPr/>
        </p:nvSpPr>
        <p:spPr>
          <a:xfrm>
            <a:off x="3541863" y="2152109"/>
            <a:ext cx="1850571" cy="15935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 dirty="0">
                <a:solidFill>
                  <a:schemeClr val="bg1"/>
                </a:solidFill>
                <a:ea typeface="+mn-lt"/>
                <a:cs typeface="+mn-lt"/>
              </a:rPr>
              <a:t>traiter </a:t>
            </a:r>
            <a:r>
              <a:rPr lang="fr-FR" sz="1200" b="1" cap="all" dirty="0" err="1">
                <a:solidFill>
                  <a:schemeClr val="bg1"/>
                </a:solidFill>
                <a:ea typeface="+mn-lt"/>
                <a:cs typeface="+mn-lt"/>
              </a:rPr>
              <a:t>DEs</a:t>
            </a:r>
            <a:r>
              <a:rPr lang="fr-FR" sz="1200" b="1" cap="all" dirty="0">
                <a:solidFill>
                  <a:schemeClr val="bg1"/>
                </a:solidFill>
                <a:ea typeface="+mn-lt"/>
                <a:cs typeface="+mn-lt"/>
              </a:rPr>
              <a:t> DONNÉES issues de capteurs </a:t>
            </a:r>
            <a:endParaRPr lang="fr-FR" sz="1200" cap="all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endParaRPr lang="fr-FR" sz="1200" cap="all" dirty="0">
              <a:latin typeface="Myriad Pro" panose="020B0503030403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>
                <a:latin typeface="Calibri"/>
                <a:ea typeface="Calibri"/>
                <a:cs typeface="Calibri"/>
              </a:rPr>
              <a:t>RNCP35711BC02  </a:t>
            </a:r>
          </a:p>
          <a:p>
            <a:pPr algn="ctr">
              <a:spcAft>
                <a:spcPts val="600"/>
              </a:spcAft>
            </a:pPr>
            <a:r>
              <a:rPr lang="fr-FR" sz="1200" cap="all" dirty="0">
                <a:latin typeface="Calibri"/>
                <a:ea typeface="Calibri"/>
                <a:cs typeface="Calibri"/>
              </a:rPr>
              <a:t>RNCP35711BC05 </a:t>
            </a:r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25E8AB-A55E-7EBF-291F-B181B69A8BD6}"/>
              </a:ext>
            </a:extLst>
          </p:cNvPr>
          <p:cNvSpPr/>
          <p:nvPr/>
        </p:nvSpPr>
        <p:spPr>
          <a:xfrm>
            <a:off x="1472917" y="4128846"/>
            <a:ext cx="1850571" cy="15935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r>
              <a:rPr lang="fr-FR" sz="1200" b="1" cap="all" dirty="0">
                <a:solidFill>
                  <a:schemeClr val="bg1"/>
                </a:solidFill>
                <a:ea typeface="+mn-lt"/>
                <a:cs typeface="Segoe UI"/>
              </a:rPr>
              <a:t>Élaborer des structures de commande et de pilotage de systèmes automatisés</a:t>
            </a:r>
          </a:p>
          <a:p>
            <a:pPr algn="ctr">
              <a:spcAft>
                <a:spcPts val="600"/>
              </a:spcAft>
            </a:pPr>
            <a:br>
              <a:rPr lang="fr-FR" sz="1200" b="1" cap="all" dirty="0">
                <a:solidFill>
                  <a:schemeClr val="bg1"/>
                </a:solidFill>
                <a:ea typeface="+mn-lt"/>
                <a:cs typeface="Segoe UI"/>
              </a:rPr>
            </a:br>
            <a:r>
              <a:rPr lang="fr-FR" sz="1200" cap="all" dirty="0">
                <a:solidFill>
                  <a:schemeClr val="bg1"/>
                </a:solidFill>
                <a:ea typeface="+mn-lt"/>
                <a:cs typeface="Calibri"/>
              </a:rPr>
              <a:t>RNCP35711BC03</a:t>
            </a:r>
            <a:r>
              <a:rPr lang="fr-FR" sz="1200" cap="all" dirty="0"/>
              <a:t> RNCP35711BC05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F9A382-DCE3-E467-095C-0B198C15F7B1}"/>
              </a:ext>
            </a:extLst>
          </p:cNvPr>
          <p:cNvSpPr/>
          <p:nvPr/>
        </p:nvSpPr>
        <p:spPr>
          <a:xfrm>
            <a:off x="3541863" y="4128846"/>
            <a:ext cx="1850571" cy="15935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 dirty="0">
                <a:solidFill>
                  <a:schemeClr val="bg1"/>
                </a:solidFill>
                <a:ea typeface="+mn-lt"/>
                <a:cs typeface="+mn-lt"/>
              </a:rPr>
              <a:t>DÉVELOPPER UN SYSTÈME </a:t>
            </a:r>
            <a:br>
              <a:rPr lang="fr-FR" sz="1200" b="1" cap="all" dirty="0">
                <a:ea typeface="+mn-lt"/>
                <a:cs typeface="+mn-lt"/>
              </a:rPr>
            </a:br>
            <a:r>
              <a:rPr lang="fr-FR" sz="1200" b="1" cap="all" dirty="0">
                <a:solidFill>
                  <a:schemeClr val="bg1"/>
                </a:solidFill>
                <a:ea typeface="+mn-lt"/>
                <a:cs typeface="+mn-lt"/>
              </a:rPr>
              <a:t>INFORMATIQUE </a:t>
            </a:r>
            <a:br>
              <a:rPr lang="fr-FR" sz="1200" b="1" cap="all" dirty="0">
                <a:ea typeface="+mn-lt"/>
                <a:cs typeface="+mn-lt"/>
              </a:rPr>
            </a:br>
            <a:r>
              <a:rPr lang="fr-FR" sz="1200" b="1" cap="all" dirty="0">
                <a:solidFill>
                  <a:schemeClr val="bg1"/>
                </a:solidFill>
                <a:ea typeface="+mn-lt"/>
                <a:cs typeface="+mn-lt"/>
              </a:rPr>
              <a:t>embarqué</a:t>
            </a:r>
          </a:p>
          <a:p>
            <a:pPr algn="ctr"/>
            <a:endParaRPr lang="fr-FR" sz="1200" cap="all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/>
              <a:t>RNCP35711BC04 RNCP35711BC05</a:t>
            </a:r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4102A85-DE7E-D222-A6BB-351E1ADD0520}"/>
              </a:ext>
            </a:extLst>
          </p:cNvPr>
          <p:cNvSpPr txBox="1"/>
          <p:nvPr/>
        </p:nvSpPr>
        <p:spPr>
          <a:xfrm>
            <a:off x="917971" y="766560"/>
            <a:ext cx="5027658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fr-FR" dirty="0"/>
              <a:t>VUE D’ENSEMBLE DES COMPÉTENCES</a:t>
            </a:r>
            <a:br>
              <a:rPr lang="fr-FR" dirty="0"/>
            </a:br>
            <a:r>
              <a:rPr lang="fr-FR" dirty="0">
                <a:ea typeface="Calibri"/>
                <a:cs typeface="Calibri"/>
              </a:rPr>
              <a:t>Spécialité : Systèmes Numériques - Instrumentation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EF488-0DC5-EFE0-4CE1-31506D55603B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Systèmes Numériques - Instrumentation	 (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sni</a:t>
            </a:r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)	Polytech  Annecy-Chambéry</a:t>
            </a:r>
          </a:p>
        </p:txBody>
      </p:sp>
    </p:spTree>
    <p:extLst>
      <p:ext uri="{BB962C8B-B14F-4D97-AF65-F5344CB8AC3E}">
        <p14:creationId xmlns:p14="http://schemas.microsoft.com/office/powerpoint/2010/main" val="304438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1000" dirty="0">
                <a:solidFill>
                  <a:schemeClr val="tx1"/>
                </a:solidFill>
              </a:rPr>
              <a:t>Composantes essentielles</a:t>
            </a:r>
          </a:p>
          <a:p>
            <a:pPr marL="171450" indent="-171450" algn="just">
              <a:buFont typeface="Arial,Sans-Serif"/>
              <a:buChar char="•"/>
            </a:pPr>
            <a:r>
              <a:rPr lang="fr-FR" sz="1000" dirty="0">
                <a:solidFill>
                  <a:schemeClr val="tx1"/>
                </a:solidFill>
                <a:cs typeface="Calibri"/>
              </a:rPr>
              <a:t>En répondant à l'expression des besoins de façon pertinente </a:t>
            </a:r>
            <a:endParaRPr lang="en-US" sz="1000" dirty="0">
              <a:solidFill>
                <a:schemeClr val="tx1"/>
              </a:solidFill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1000" dirty="0">
                <a:solidFill>
                  <a:schemeClr val="tx1"/>
                </a:solidFill>
                <a:cs typeface="Calibri"/>
              </a:rPr>
              <a:t>En prenant en compte ou en maitrisant les impacts environnementaux et sociétaux</a:t>
            </a:r>
            <a:endParaRPr lang="fr-FR" sz="1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1000" dirty="0">
                <a:solidFill>
                  <a:schemeClr val="tx1"/>
                </a:solidFill>
                <a:cs typeface="Calibri"/>
              </a:rPr>
              <a:t>En argumentant les phénomènes physiques étudiés</a:t>
            </a:r>
            <a:endParaRPr lang="fr-FR" sz="1000" strike="sngStrike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fr-FR" sz="1000" dirty="0">
                <a:solidFill>
                  <a:schemeClr val="tx1"/>
                </a:solidFill>
              </a:rPr>
              <a:t>En caractérisant de façon appropriée la source des données </a:t>
            </a:r>
            <a:endParaRPr lang="fr-FR" sz="1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1000" dirty="0">
                <a:solidFill>
                  <a:schemeClr val="tx1"/>
                </a:solidFill>
              </a:rPr>
              <a:t>En effectuant des traitements adaptés </a:t>
            </a:r>
            <a:endParaRPr lang="fr-FR" sz="1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1000" dirty="0">
                <a:solidFill>
                  <a:schemeClr val="tx1"/>
                </a:solidFill>
              </a:rPr>
              <a:t>En utilisant des supports et modes </a:t>
            </a:r>
            <a:r>
              <a:rPr lang="fr-FR" sz="1000" dirty="0">
                <a:solidFill>
                  <a:schemeClr val="tx1"/>
                </a:solidFill>
                <a:ea typeface="+mn-lt"/>
                <a:cs typeface="+mn-lt"/>
              </a:rPr>
              <a:t>adaptés </a:t>
            </a:r>
            <a:r>
              <a:rPr lang="fr-FR" sz="1000" dirty="0">
                <a:solidFill>
                  <a:schemeClr val="tx1"/>
                </a:solidFill>
              </a:rPr>
              <a:t>pour la transmission de signaux</a:t>
            </a:r>
            <a:endParaRPr lang="fr-FR" sz="1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1000" dirty="0">
                <a:solidFill>
                  <a:schemeClr val="tx1"/>
                </a:solidFill>
                <a:ea typeface="Calibri"/>
                <a:cs typeface="Calibri"/>
              </a:rPr>
              <a:t>En communiquant de manière précise et adaptée aux différentes parties prenantes</a:t>
            </a:r>
          </a:p>
          <a:p>
            <a:pPr marL="171450" indent="-171450" algn="just">
              <a:buFont typeface="Arial"/>
              <a:buChar char="•"/>
            </a:pPr>
            <a:endParaRPr lang="fr-FR" sz="1000">
              <a:solidFill>
                <a:schemeClr val="tx1"/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pPr algn="just"/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fr-FR" sz="10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  <a:ea typeface="Calibri"/>
                <a:cs typeface="Calibri"/>
              </a:rPr>
              <a:t>Conception et mise en œuvre de bancs de test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  <a:ea typeface="Calibri"/>
                <a:cs typeface="Calibri"/>
              </a:rPr>
              <a:t>Conception et développement de maquettes / prototypes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  <a:ea typeface="Calibri"/>
                <a:cs typeface="Calibri"/>
              </a:rPr>
              <a:t>Contrôle qualité et surveillance de procédés</a:t>
            </a:r>
          </a:p>
          <a:p>
            <a:pPr marL="171450" indent="-171450">
              <a:buFont typeface="Calibri"/>
              <a:buChar char="-"/>
            </a:pPr>
            <a:endParaRPr lang="fr-FR" sz="1000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fr-FR" sz="10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59700" y="4823102"/>
            <a:ext cx="4689078" cy="151332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394326"/>
            <a:ext cx="4689078" cy="8523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200">
                <a:solidFill>
                  <a:schemeClr val="tx1"/>
                </a:solidFill>
                <a:latin typeface="Myriad Pro"/>
              </a:rPr>
              <a:t>Système d'acquisition de grandeurs physiques  avec capteur </a:t>
            </a:r>
            <a:r>
              <a:rPr lang="fr-FR" sz="1200" err="1">
                <a:solidFill>
                  <a:schemeClr val="tx1"/>
                </a:solidFill>
                <a:latin typeface="Myriad Pro"/>
              </a:rPr>
              <a:t>monovarié</a:t>
            </a:r>
            <a:endParaRPr lang="fr-FR" sz="1200" b="1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200">
                <a:ea typeface="+mn-lt"/>
                <a:cs typeface="+mn-lt"/>
              </a:rPr>
              <a:t>Système d'acquisition de grandeurs physiques avec capteurs multivariés </a:t>
            </a:r>
            <a:endParaRPr lang="fr-FR" sz="2500">
              <a:cs typeface="Calibri" panose="020F0502020204030204"/>
            </a:endParaRP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429491"/>
            <a:ext cx="18505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200">
                <a:ea typeface="+mn-lt"/>
                <a:cs typeface="+mn-lt"/>
              </a:rPr>
              <a:t>Système d'acquisition de grandeurs physiques multivariées avec réseau de capteurs </a:t>
            </a:r>
            <a:endParaRPr lang="fr-FR" sz="1200">
              <a:cs typeface="Calibri"/>
            </a:endParaRP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 dirty="0">
                <a:solidFill>
                  <a:schemeClr val="bg1"/>
                </a:solidFill>
                <a:ea typeface="+mn-lt"/>
                <a:cs typeface="Calibri"/>
              </a:rPr>
              <a:t>CONCEVOIR UN SYSTÈME D'ACQUISITION </a:t>
            </a:r>
            <a:endParaRPr lang="fr-FR" sz="1200" cap="all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endParaRPr lang="fr-FR" sz="1200" cap="all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/>
              <a:t>RNCP35711BC01</a:t>
            </a:r>
          </a:p>
          <a:p>
            <a:pPr algn="ctr">
              <a:spcAft>
                <a:spcPts val="600"/>
              </a:spcAft>
            </a:pPr>
            <a:r>
              <a:rPr lang="fr-FR" sz="1200" cap="all" dirty="0"/>
              <a:t>RNCP35711BC05 </a:t>
            </a:r>
            <a:endParaRPr lang="en-US" sz="1200" cap="all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058211" y="3709551"/>
            <a:ext cx="468461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>
                <a:ea typeface="+mn-lt"/>
                <a:cs typeface="+mn-lt"/>
              </a:rPr>
              <a:t>AC 1.1 </a:t>
            </a:r>
            <a:r>
              <a:rPr lang="fr-FR" sz="900" dirty="0">
                <a:ea typeface="+mn-lt"/>
                <a:cs typeface="+mn-lt"/>
              </a:rPr>
              <a:t>Réaliser un circuit électrique avec les calculs associés  (lois de comportement courant -tension, puissances) et les mesures appropriées à son étude</a:t>
            </a:r>
            <a:endParaRPr lang="fr-FR" sz="900" dirty="0"/>
          </a:p>
          <a:p>
            <a:r>
              <a:rPr lang="fr-FR" sz="900" b="1" dirty="0">
                <a:ea typeface="+mn-lt"/>
                <a:cs typeface="+mn-lt"/>
              </a:rPr>
              <a:t>AC </a:t>
            </a:r>
            <a:r>
              <a:rPr lang="fr-FR" sz="900" b="1" dirty="0"/>
              <a:t>1.2 </a:t>
            </a:r>
            <a:r>
              <a:rPr lang="fr-FR" sz="900" dirty="0"/>
              <a:t>Analyser les relations entre les structures des matériaux utilisés dans les capteurs et leurs propriétés physiques</a:t>
            </a:r>
            <a:endParaRPr lang="fr-FR" sz="900" dirty="0">
              <a:ea typeface="Calibri"/>
              <a:cs typeface="Calibri"/>
            </a:endParaRPr>
          </a:p>
          <a:p>
            <a:r>
              <a:rPr lang="fr-FR" sz="900" b="1" dirty="0">
                <a:ea typeface="+mn-lt"/>
                <a:cs typeface="+mn-lt"/>
              </a:rPr>
              <a:t>AC </a:t>
            </a:r>
            <a:r>
              <a:rPr lang="fr-FR" sz="900" b="1" dirty="0"/>
              <a:t>1.3 </a:t>
            </a:r>
            <a:r>
              <a:rPr lang="fr-FR" sz="900" dirty="0"/>
              <a:t>Modéliser des systèmes électromagnétiques simples</a:t>
            </a:r>
            <a:endParaRPr lang="fr-FR" sz="900" dirty="0">
              <a:cs typeface="Calibri" panose="020F0502020204030204"/>
            </a:endParaRPr>
          </a:p>
          <a:p>
            <a:r>
              <a:rPr lang="fr-FR" sz="900" b="1" dirty="0">
                <a:ea typeface="Calibri" panose="020F0502020204030204"/>
                <a:cs typeface="Calibri" panose="020F0502020204030204"/>
              </a:rPr>
              <a:t>AC 1.4 </a:t>
            </a:r>
            <a:r>
              <a:rPr lang="fr-FR" sz="900" dirty="0">
                <a:ea typeface="+mn-lt"/>
                <a:cs typeface="+mn-lt"/>
              </a:rPr>
              <a:t>Identifier les propriétés fonctionnelles mises en jeu dans les capteurs/transducteurs</a:t>
            </a:r>
          </a:p>
          <a:p>
            <a:endParaRPr lang="fr-FR" sz="9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46886" y="4839307"/>
            <a:ext cx="4683128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>
                <a:ea typeface="+mn-lt"/>
                <a:cs typeface="+mn-lt"/>
              </a:rPr>
              <a:t>AC </a:t>
            </a:r>
            <a:r>
              <a:rPr lang="fr-FR" sz="900" b="1" dirty="0"/>
              <a:t>1.5 </a:t>
            </a:r>
            <a:r>
              <a:rPr lang="fr-FR" sz="900" dirty="0"/>
              <a:t>Spécifier l’instrumentation en fonction des usages et contraintes de l’environnement du système</a:t>
            </a:r>
            <a:endParaRPr lang="en-US" sz="900" dirty="0">
              <a:cs typeface="Calibri"/>
            </a:endParaRPr>
          </a:p>
          <a:p>
            <a:r>
              <a:rPr lang="fr-FR" sz="900" b="1" dirty="0">
                <a:ea typeface="+mn-lt"/>
                <a:cs typeface="+mn-lt"/>
              </a:rPr>
              <a:t>AC 1.6 </a:t>
            </a:r>
            <a:r>
              <a:rPr lang="fr-FR" sz="900" dirty="0">
                <a:ea typeface="+mn-lt"/>
                <a:cs typeface="+mn-lt"/>
              </a:rPr>
              <a:t>Analyser les différents blocs électroniques (analogiques et numériques) constituant une chaîne de mesure</a:t>
            </a:r>
          </a:p>
          <a:p>
            <a:r>
              <a:rPr lang="fr-FR" sz="900" b="1" dirty="0">
                <a:ea typeface="+mn-lt"/>
                <a:cs typeface="+mn-lt"/>
              </a:rPr>
              <a:t>AC 1.7 </a:t>
            </a:r>
            <a:r>
              <a:rPr lang="fr-FR" sz="900" dirty="0">
                <a:ea typeface="+mn-lt"/>
                <a:cs typeface="+mn-lt"/>
              </a:rPr>
              <a:t>Réaliser les montages électroniques adaptés à la nature des données</a:t>
            </a:r>
          </a:p>
          <a:p>
            <a:r>
              <a:rPr lang="fr-FR" sz="900" b="1" dirty="0">
                <a:ea typeface="+mn-lt"/>
                <a:cs typeface="+mn-lt"/>
              </a:rPr>
              <a:t>AC </a:t>
            </a:r>
            <a:r>
              <a:rPr lang="fr-FR" sz="900" b="1" dirty="0"/>
              <a:t>1.8 </a:t>
            </a:r>
            <a:r>
              <a:rPr lang="fr-FR" sz="900" dirty="0"/>
              <a:t>Dimensionner et mettre en œuvre une chaîne de mesure (adaptation, calibrage, réglage, acquisition, interfaçage) </a:t>
            </a:r>
            <a:endParaRPr lang="fr-FR" sz="900" dirty="0">
              <a:cs typeface="Calibri"/>
            </a:endParaRPr>
          </a:p>
          <a:p>
            <a:r>
              <a:rPr lang="fr-FR" sz="900" b="1" dirty="0">
                <a:ea typeface="+mn-lt"/>
                <a:cs typeface="+mn-lt"/>
              </a:rPr>
              <a:t>AC </a:t>
            </a:r>
            <a:r>
              <a:rPr lang="fr-FR" sz="900" b="1" dirty="0"/>
              <a:t>1.9 </a:t>
            </a:r>
            <a:r>
              <a:rPr lang="fr-FR" sz="900" dirty="0"/>
              <a:t>Exploiter les données d'une chaîne de mesures</a:t>
            </a:r>
            <a:endParaRPr lang="fr-FR" sz="900" dirty="0">
              <a:ea typeface="Calibri"/>
              <a:cs typeface="Calibri"/>
            </a:endParaRPr>
          </a:p>
          <a:p>
            <a:r>
              <a:rPr lang="fr-FR" sz="900" b="1" dirty="0">
                <a:ea typeface="+mn-lt"/>
                <a:cs typeface="+mn-lt"/>
              </a:rPr>
              <a:t>AC </a:t>
            </a:r>
            <a:r>
              <a:rPr lang="fr-FR" sz="900" b="1" dirty="0">
                <a:cs typeface="Calibri"/>
              </a:rPr>
              <a:t>1.10 </a:t>
            </a:r>
            <a:r>
              <a:rPr lang="fr-FR" sz="900" dirty="0">
                <a:cs typeface="Calibri"/>
              </a:rPr>
              <a:t>Appliquer une </a:t>
            </a:r>
            <a:r>
              <a:rPr lang="fr-FR" sz="900" dirty="0">
                <a:ea typeface="+mn-lt"/>
                <a:cs typeface="+mn-lt"/>
              </a:rPr>
              <a:t>méthode créative et centrée sur l'utilisateur (design </a:t>
            </a:r>
            <a:r>
              <a:rPr lang="fr-FR" sz="900" dirty="0" err="1">
                <a:ea typeface="+mn-lt"/>
                <a:cs typeface="+mn-lt"/>
              </a:rPr>
              <a:t>thinking</a:t>
            </a:r>
            <a:r>
              <a:rPr lang="fr-FR" sz="900" dirty="0">
                <a:ea typeface="+mn-lt"/>
                <a:cs typeface="+mn-lt"/>
              </a:rPr>
              <a:t>)</a:t>
            </a:r>
          </a:p>
          <a:p>
            <a:r>
              <a:rPr lang="fr-FR" sz="900" b="1" dirty="0">
                <a:cs typeface="Calibri"/>
              </a:rPr>
              <a:t>AC 1.11 </a:t>
            </a:r>
            <a:r>
              <a:rPr lang="fr-FR" sz="900" dirty="0">
                <a:cs typeface="Calibri"/>
              </a:rPr>
              <a:t>Rendre compte d'un travail scientifique sur un dispositif de mesure</a:t>
            </a:r>
            <a:endParaRPr lang="fr-FR" sz="900" dirty="0">
              <a:ea typeface="Calibri"/>
              <a:cs typeface="Calibri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66564" y="6427500"/>
            <a:ext cx="4663451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>
                <a:ea typeface="+mn-lt"/>
                <a:cs typeface="+mn-lt"/>
              </a:rPr>
              <a:t>AC 1.12 </a:t>
            </a:r>
            <a:r>
              <a:rPr lang="fr-FR" sz="900" dirty="0">
                <a:ea typeface="+mn-lt"/>
                <a:cs typeface="+mn-lt"/>
              </a:rPr>
              <a:t>Concevoir</a:t>
            </a:r>
            <a:r>
              <a:rPr lang="fr-FR" sz="900" dirty="0">
                <a:solidFill>
                  <a:srgbClr val="000000"/>
                </a:solidFill>
                <a:ea typeface="+mn-lt"/>
                <a:cs typeface="+mn-lt"/>
              </a:rPr>
              <a:t> un réseau de capteurs communicants en prenant en compte les contraintes énergétiques</a:t>
            </a:r>
            <a:endParaRPr lang="fr-FR" sz="900" dirty="0"/>
          </a:p>
          <a:p>
            <a:r>
              <a:rPr lang="fr-FR" sz="900" b="1" dirty="0">
                <a:solidFill>
                  <a:srgbClr val="000000"/>
                </a:solidFill>
                <a:ea typeface="+mn-lt"/>
                <a:cs typeface="+mn-lt"/>
              </a:rPr>
              <a:t>AC </a:t>
            </a:r>
            <a:r>
              <a:rPr lang="fr-FR" sz="900" b="1" dirty="0">
                <a:ea typeface="+mn-lt"/>
                <a:cs typeface="+mn-lt"/>
              </a:rPr>
              <a:t>1.13 </a:t>
            </a:r>
            <a:r>
              <a:rPr lang="fr-FR" sz="900" dirty="0">
                <a:ea typeface="+mn-lt"/>
                <a:cs typeface="+mn-lt"/>
              </a:rPr>
              <a:t>Prendre des décisions justifiées à partir de mesures, d’observations sur l’environnement, de modèles et de critères</a:t>
            </a:r>
            <a:endParaRPr lang="en-US" sz="9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1.14 </a:t>
            </a:r>
            <a:r>
              <a:rPr lang="fr-FR" sz="900" dirty="0">
                <a:ea typeface="+mn-lt"/>
                <a:cs typeface="+mn-lt"/>
              </a:rPr>
              <a:t>Rédiger des spécifications techniques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61A9C3-E608-16DF-DE8E-C6754C9610CA}"/>
              </a:ext>
            </a:extLst>
          </p:cNvPr>
          <p:cNvSpPr/>
          <p:nvPr/>
        </p:nvSpPr>
        <p:spPr>
          <a:xfrm>
            <a:off x="115172" y="113568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Systèmes Numériques - Instrumentation	 (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sni</a:t>
            </a:r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)	Polytech  Annecy-Chambéry</a:t>
            </a:r>
          </a:p>
        </p:txBody>
      </p:sp>
    </p:spTree>
    <p:extLst>
      <p:ext uri="{BB962C8B-B14F-4D97-AF65-F5344CB8AC3E}">
        <p14:creationId xmlns:p14="http://schemas.microsoft.com/office/powerpoint/2010/main" val="268092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0197" y="548888"/>
            <a:ext cx="4695445" cy="13726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1400">
                <a:solidFill>
                  <a:schemeClr val="tx1"/>
                </a:solidFill>
                <a:latin typeface="Myriad Pro"/>
              </a:rPr>
              <a:t>Composantes essentielles</a:t>
            </a: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</a:rPr>
              <a:t>En analysant des signaux naturels en accord avec la physique du milieu</a:t>
            </a:r>
            <a:endParaRPr lang="fr-FR" sz="1000">
              <a:solidFill>
                <a:schemeClr val="tx1"/>
              </a:solidFill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modélisant de manière appropriée le signal utile et le bruit des données</a:t>
            </a: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construisant une chaine de traitement adaptée aux besoins des clients</a:t>
            </a:r>
          </a:p>
          <a:p>
            <a:pPr marL="171450" indent="-171450">
              <a:buFont typeface="Arial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intégrant les contraintes d’exploitation des données</a:t>
            </a: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prenant en compte la dimension DDRS</a:t>
            </a:r>
            <a:endParaRPr lang="en-US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1000">
                <a:solidFill>
                  <a:schemeClr val="tx1"/>
                </a:solidFill>
                <a:ea typeface="Calibri"/>
                <a:cs typeface="Calibri"/>
              </a:rPr>
              <a:t>En rendant compte en interne et en externe par une communication technique et scientifique adaptée</a:t>
            </a:r>
          </a:p>
          <a:p>
            <a:pPr marL="171450" indent="-171450">
              <a:buFont typeface="Arial"/>
              <a:buChar char="•"/>
            </a:pP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Surveillance de phénomènes naturels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Étude de l’environnement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Gestion des énergies renouvelables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Développement de l’habitat intelligent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>
                <a:solidFill>
                  <a:schemeClr val="tx1"/>
                </a:solidFill>
              </a:rPr>
              <a:t>Monitoring de grands ouvrages ou d'installations industrielles</a:t>
            </a:r>
            <a:endParaRPr lang="fr-FR" sz="1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07872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23102"/>
            <a:ext cx="4682214" cy="151332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451138"/>
            <a:ext cx="4689078" cy="13727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200">
                <a:latin typeface="Myriad Pro"/>
              </a:rPr>
              <a:t>À partir de signaux temporels 1D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200" dirty="0">
                <a:cs typeface="Calibri"/>
              </a:rPr>
              <a:t>À partir de signaux 1D ou d'images 2D/3D</a:t>
            </a:r>
          </a:p>
          <a:p>
            <a:pPr algn="ctr"/>
            <a:endParaRPr lang="fr-FR" sz="1200" b="1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429491"/>
            <a:ext cx="1850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200">
                <a:cs typeface="Calibri"/>
              </a:rPr>
              <a:t>À partir d'ensembles de signaux et d’images</a:t>
            </a:r>
          </a:p>
          <a:p>
            <a:pPr algn="ctr"/>
            <a:endParaRPr lang="fr-FR" sz="1200" b="1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  <a:p>
            <a:pPr algn="ctr"/>
            <a:endParaRPr lang="fr-FR" sz="120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 dirty="0">
                <a:solidFill>
                  <a:schemeClr val="bg1"/>
                </a:solidFill>
                <a:ea typeface="+mn-lt"/>
                <a:cs typeface="+mn-lt"/>
              </a:rPr>
              <a:t>traiter </a:t>
            </a:r>
            <a:r>
              <a:rPr lang="fr-FR" sz="1200" b="1" cap="all" dirty="0" err="1">
                <a:solidFill>
                  <a:schemeClr val="bg1"/>
                </a:solidFill>
                <a:ea typeface="+mn-lt"/>
                <a:cs typeface="+mn-lt"/>
              </a:rPr>
              <a:t>DEs</a:t>
            </a:r>
            <a:r>
              <a:rPr lang="fr-FR" sz="1200" b="1" cap="all" dirty="0">
                <a:solidFill>
                  <a:schemeClr val="bg1"/>
                </a:solidFill>
                <a:ea typeface="+mn-lt"/>
                <a:cs typeface="+mn-lt"/>
              </a:rPr>
              <a:t> DONNÉES issues de capteurs </a:t>
            </a:r>
            <a:endParaRPr lang="fr-FR" sz="1200" cap="all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endParaRPr lang="fr-FR" sz="1200" cap="all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 dirty="0">
                <a:ea typeface="Calibri"/>
                <a:cs typeface="Calibri"/>
              </a:rPr>
              <a:t>RNCP35711BC02 RNCP35711BC05 </a:t>
            </a:r>
            <a:endParaRPr lang="fr-FR" sz="1200" cap="all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058211" y="3709551"/>
            <a:ext cx="4684618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>
                <a:ea typeface="+mn-lt"/>
                <a:cs typeface="+mn-lt"/>
              </a:rPr>
              <a:t>AC 2.1</a:t>
            </a:r>
            <a:r>
              <a:rPr lang="fr-FR" sz="900" dirty="0">
                <a:ea typeface="+mn-lt"/>
                <a:cs typeface="+mn-lt"/>
              </a:rPr>
              <a:t> Choisir une représentation déterministe signal/image</a:t>
            </a:r>
          </a:p>
          <a:p>
            <a:r>
              <a:rPr lang="fr-FR" sz="900" b="1" dirty="0">
                <a:ea typeface="+mn-lt"/>
                <a:cs typeface="+mn-lt"/>
              </a:rPr>
              <a:t>AC 2.2</a:t>
            </a:r>
            <a:r>
              <a:rPr lang="fr-FR" sz="900" dirty="0">
                <a:ea typeface="+mn-lt"/>
                <a:cs typeface="+mn-lt"/>
              </a:rPr>
              <a:t> Mettre en œuvre un échantillonnage d’un signal analogique</a:t>
            </a:r>
            <a:endParaRPr lang="fr-FR" sz="2500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fr-FR" sz="900" b="1" dirty="0">
                <a:ea typeface="+mn-lt"/>
                <a:cs typeface="+mn-lt"/>
              </a:rPr>
              <a:t>AC 2.3 </a:t>
            </a:r>
            <a:r>
              <a:rPr lang="fr-FR" sz="900" dirty="0">
                <a:ea typeface="+mn-lt"/>
                <a:cs typeface="+mn-lt"/>
              </a:rPr>
              <a:t>Effectuer une analyse temporelle et fréquentielle d’un signal déterministe </a:t>
            </a:r>
            <a:endParaRPr lang="fr-FR" sz="2500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fr-FR" sz="900" b="1" dirty="0">
                <a:ea typeface="+mn-lt"/>
                <a:cs typeface="+mn-lt"/>
              </a:rPr>
              <a:t>AC 2.4  </a:t>
            </a:r>
            <a:r>
              <a:rPr lang="fr-FR" sz="900" dirty="0">
                <a:ea typeface="+mn-lt"/>
                <a:cs typeface="+mn-lt"/>
              </a:rPr>
              <a:t>Réaliser un filtre linéaire d'un signal déterministe</a:t>
            </a:r>
          </a:p>
          <a:p>
            <a:pPr>
              <a:buFont typeface="Arial"/>
            </a:pPr>
            <a:r>
              <a:rPr lang="fr-FR" sz="900" b="1" dirty="0">
                <a:ea typeface="+mn-lt"/>
                <a:cs typeface="+mn-lt"/>
              </a:rPr>
              <a:t>AC 2.5  </a:t>
            </a:r>
            <a:r>
              <a:rPr lang="fr-FR" sz="900" dirty="0">
                <a:ea typeface="+mn-lt"/>
                <a:cs typeface="+mn-lt"/>
              </a:rPr>
              <a:t>Evaluer l'impact environnemental des solutions proposées</a:t>
            </a:r>
          </a:p>
          <a:p>
            <a:pPr>
              <a:buFont typeface="Arial"/>
            </a:pPr>
            <a:r>
              <a:rPr lang="fr-FR" sz="900" b="1" dirty="0">
                <a:ea typeface="+mn-lt"/>
                <a:cs typeface="+mn-lt"/>
              </a:rPr>
              <a:t>AC 2.6  </a:t>
            </a:r>
            <a:r>
              <a:rPr lang="fr-FR" sz="900" dirty="0">
                <a:ea typeface="+mn-lt"/>
                <a:cs typeface="+mn-lt"/>
              </a:rPr>
              <a:t>Présenter des bilans d'études sur les choix techniques et les résultats obtenus</a:t>
            </a:r>
          </a:p>
          <a:p>
            <a:pPr>
              <a:buFont typeface="Arial"/>
            </a:pPr>
            <a:endParaRPr lang="fr-FR" sz="900" dirty="0">
              <a:ea typeface="+mn-lt"/>
              <a:cs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60616" y="4824083"/>
            <a:ext cx="4695862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>
                <a:ea typeface="+mn-lt"/>
                <a:cs typeface="+mn-lt"/>
              </a:rPr>
              <a:t>AC 2.7 </a:t>
            </a:r>
            <a:r>
              <a:rPr lang="fr-FR" sz="900" dirty="0">
                <a:ea typeface="+mn-lt"/>
                <a:cs typeface="+mn-lt"/>
              </a:rPr>
              <a:t>Choisir une représentation d’un signal aléatoire</a:t>
            </a:r>
            <a:endParaRPr lang="fr-FR" sz="2500" dirty="0">
              <a:latin typeface="Arial"/>
              <a:ea typeface="+mn-lt"/>
              <a:cs typeface="Arial"/>
            </a:endParaRPr>
          </a:p>
          <a:p>
            <a:r>
              <a:rPr lang="fr-FR" sz="900" b="1" dirty="0">
                <a:ea typeface="+mn-lt"/>
                <a:cs typeface="+mn-lt"/>
              </a:rPr>
              <a:t>AC 2.8 </a:t>
            </a:r>
            <a:r>
              <a:rPr lang="fr-FR" sz="900" dirty="0">
                <a:ea typeface="+mn-lt"/>
                <a:cs typeface="+mn-lt"/>
              </a:rPr>
              <a:t>Réaliser une estimation de l'autocorrélation et de la densité spectrale d'un signal aléatoire et effectuer un filtre adaptatif </a:t>
            </a:r>
            <a:endParaRPr lang="fr-FR" sz="2500" dirty="0">
              <a:latin typeface="Arial"/>
              <a:ea typeface="+mn-lt"/>
              <a:cs typeface="Arial"/>
            </a:endParaRPr>
          </a:p>
          <a:p>
            <a:r>
              <a:rPr lang="fr-FR" sz="900" b="1" dirty="0">
                <a:ea typeface="+mn-lt"/>
                <a:cs typeface="+mn-lt"/>
              </a:rPr>
              <a:t>AC 2.9 </a:t>
            </a:r>
            <a:r>
              <a:rPr lang="fr-FR" sz="900" dirty="0">
                <a:ea typeface="+mn-lt"/>
                <a:cs typeface="+mn-lt"/>
              </a:rPr>
              <a:t>Effectuer des opérations de filtrage linéaire, d’ordre ou morphologique sur des images</a:t>
            </a:r>
            <a:endParaRPr lang="fr-FR" sz="2500" dirty="0">
              <a:latin typeface="Arial"/>
              <a:ea typeface="+mn-lt"/>
              <a:cs typeface="Arial"/>
            </a:endParaRPr>
          </a:p>
          <a:p>
            <a:r>
              <a:rPr lang="fr-FR" sz="900" b="1" dirty="0">
                <a:ea typeface="+mn-lt"/>
                <a:cs typeface="+mn-lt"/>
              </a:rPr>
              <a:t>AC 2.10 </a:t>
            </a:r>
            <a:r>
              <a:rPr lang="fr-FR" sz="900" dirty="0">
                <a:ea typeface="+mn-lt"/>
                <a:cs typeface="+mn-lt"/>
              </a:rPr>
              <a:t>Réaliser une détection d’objets, une segmentation d’images</a:t>
            </a:r>
          </a:p>
          <a:p>
            <a:r>
              <a:rPr lang="fr-FR" sz="900" b="1" dirty="0">
                <a:ea typeface="+mn-lt"/>
                <a:cs typeface="+mn-lt"/>
              </a:rPr>
              <a:t>AC 2.11 </a:t>
            </a:r>
            <a:r>
              <a:rPr lang="fr-FR" sz="900" dirty="0">
                <a:ea typeface="+mn-lt"/>
                <a:cs typeface="+mn-lt"/>
              </a:rPr>
              <a:t>Estimer les mouvements d’objets dans les séries d’images</a:t>
            </a:r>
            <a:endParaRPr lang="fr-FR" sz="2500" dirty="0">
              <a:latin typeface="Arial"/>
              <a:ea typeface="+mn-lt"/>
              <a:cs typeface="Arial"/>
            </a:endParaRPr>
          </a:p>
          <a:p>
            <a:r>
              <a:rPr lang="fr-FR" sz="900" b="1" dirty="0">
                <a:ea typeface="+mn-lt"/>
                <a:cs typeface="+mn-lt"/>
              </a:rPr>
              <a:t>AC 2.12 </a:t>
            </a:r>
            <a:r>
              <a:rPr lang="fr-FR" sz="900" dirty="0">
                <a:ea typeface="+mn-lt"/>
                <a:cs typeface="+mn-lt"/>
              </a:rPr>
              <a:t>Adapter les traitements aux données issues de l’observation de l’environnement</a:t>
            </a:r>
            <a:endParaRPr lang="fr-FR" sz="2500" dirty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fr-FR" sz="900" b="1" dirty="0">
                <a:ea typeface="Calibri"/>
                <a:cs typeface="Calibri"/>
              </a:rPr>
              <a:t>AC 2.13 </a:t>
            </a:r>
            <a:r>
              <a:rPr lang="fr-FR" sz="900" dirty="0">
                <a:ea typeface="Calibri"/>
                <a:cs typeface="Calibri"/>
              </a:rPr>
              <a:t>Caractériser les incertitudes liées aux données, modèles et méthodes utilisés</a:t>
            </a:r>
          </a:p>
          <a:p>
            <a:r>
              <a:rPr lang="fr-FR" sz="900" b="1" dirty="0">
                <a:ea typeface="Calibri"/>
                <a:cs typeface="Calibri"/>
              </a:rPr>
              <a:t>AC 2.14 </a:t>
            </a:r>
            <a:r>
              <a:rPr lang="fr-FR" sz="900" dirty="0">
                <a:ea typeface="Calibri"/>
                <a:cs typeface="Calibri"/>
              </a:rPr>
              <a:t>Synthétiser des ressources bibliographiques pour se positionner par rapport à l'état de l'art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92191" y="6453035"/>
            <a:ext cx="4663451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>
                <a:ea typeface="+mn-lt"/>
                <a:cs typeface="+mn-lt"/>
              </a:rPr>
              <a:t>AC 2.15 </a:t>
            </a:r>
            <a:r>
              <a:rPr lang="fr-FR" sz="900" dirty="0">
                <a:ea typeface="+mn-lt"/>
                <a:cs typeface="+mn-lt"/>
              </a:rPr>
              <a:t>Réaliser des traitements d’apprentissage non-supervisé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2.16 </a:t>
            </a:r>
            <a:r>
              <a:rPr lang="fr-FR" sz="900" dirty="0">
                <a:ea typeface="+mn-lt"/>
                <a:cs typeface="+mn-lt"/>
              </a:rPr>
              <a:t>Mettre en œuvre des stratégies d’apprentissage supervisé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2.17 </a:t>
            </a:r>
            <a:r>
              <a:rPr lang="fr-FR" sz="900" dirty="0">
                <a:ea typeface="+mn-lt"/>
                <a:cs typeface="+mn-lt"/>
              </a:rPr>
              <a:t>Concevoir des traitements pour mesurer les conséquences du changement climatique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dirty="0">
                <a:ea typeface="+mn-lt"/>
                <a:cs typeface="+mn-lt"/>
              </a:rPr>
              <a:t>avec différentes sources de données issues de la télédétection</a:t>
            </a:r>
          </a:p>
          <a:p>
            <a:r>
              <a:rPr lang="fr-FR" sz="900" b="1" dirty="0">
                <a:ea typeface="+mn-lt"/>
                <a:cs typeface="+mn-lt"/>
              </a:rPr>
              <a:t>AC 2.18 </a:t>
            </a:r>
            <a:r>
              <a:rPr lang="fr-FR" sz="900" dirty="0">
                <a:ea typeface="+mn-lt"/>
                <a:cs typeface="+mn-lt"/>
              </a:rPr>
              <a:t>Élaborer un cahier des charges</a:t>
            </a:r>
            <a:endParaRPr lang="fr-FR" sz="900" i="1" strike="sngStrike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2.19 </a:t>
            </a:r>
            <a:r>
              <a:rPr lang="fr-FR" sz="900" dirty="0">
                <a:ea typeface="+mn-lt"/>
                <a:cs typeface="+mn-lt"/>
              </a:rPr>
              <a:t>Mettre en place une méthode de gestion de projet de type DMAIC ou PDCA</a:t>
            </a:r>
          </a:p>
          <a:p>
            <a:r>
              <a:rPr lang="fr-FR" sz="900" b="1" dirty="0">
                <a:cs typeface="Calibri"/>
              </a:rPr>
              <a:t>AC 2.20 </a:t>
            </a:r>
            <a:r>
              <a:rPr lang="fr-FR" sz="900" dirty="0">
                <a:cs typeface="Calibri"/>
              </a:rPr>
              <a:t>Présenter un rapport technique complet comportant les aspects du sujet d'étude </a:t>
            </a:r>
            <a:endParaRPr lang="fr-FR" sz="900" dirty="0"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094A89-819C-45E0-BB0A-0D29B82B6505}"/>
              </a:ext>
            </a:extLst>
          </p:cNvPr>
          <p:cNvSpPr/>
          <p:nvPr/>
        </p:nvSpPr>
        <p:spPr>
          <a:xfrm>
            <a:off x="115172" y="46955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Systèmes Numériques - Instrumentation	 (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sni</a:t>
            </a:r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)	Polytech  Annecy-Chambéry</a:t>
            </a:r>
          </a:p>
        </p:txBody>
      </p:sp>
    </p:spTree>
    <p:extLst>
      <p:ext uri="{BB962C8B-B14F-4D97-AF65-F5344CB8AC3E}">
        <p14:creationId xmlns:p14="http://schemas.microsoft.com/office/powerpoint/2010/main" val="154284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900">
                <a:solidFill>
                  <a:schemeClr val="tx1"/>
                </a:solidFill>
              </a:rPr>
              <a:t>Composantes essentielles</a:t>
            </a:r>
          </a:p>
          <a:p>
            <a:pPr marL="171450" indent="-171450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 adoptant une approche systémique</a:t>
            </a:r>
            <a:endParaRPr lang="fr-FR" sz="900">
              <a:solidFill>
                <a:schemeClr val="tx1"/>
              </a:solidFill>
              <a:ea typeface="Calibri" panose="020F0502020204030204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 utilisant des méthodes et outils adaptés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 répondant à l'expression des besoins de façon pertinente  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 communiquant de manière adaptée, étayée et précise</a:t>
            </a:r>
            <a:endParaRPr lang="fr-FR" sz="900">
              <a:solidFill>
                <a:schemeClr val="tx1"/>
              </a:solidFill>
              <a:ea typeface="Calibri" panose="020F0502020204030204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fr-FR" sz="900">
                <a:solidFill>
                  <a:schemeClr val="tx1"/>
                </a:solidFill>
                <a:ea typeface="Calibri" panose="020F0502020204030204"/>
                <a:cs typeface="Calibri"/>
              </a:rPr>
              <a:t>En prenant en compte ou en maitrisant les impacts environnementaux et sociétaux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  <a:ea typeface="Calibri"/>
                <a:cs typeface="Segoe UI"/>
              </a:rPr>
              <a:t>Tests et prototypage</a:t>
            </a:r>
            <a:endParaRPr lang="fr-FR" sz="9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  <a:ea typeface="Calibri"/>
                <a:cs typeface="Calibri"/>
              </a:rPr>
              <a:t>Surveillance et diagnostic </a:t>
            </a:r>
            <a:endParaRPr lang="fr-FR" sz="900" dirty="0">
              <a:solidFill>
                <a:schemeClr val="tx1"/>
              </a:solidFill>
              <a:ea typeface="Calibri"/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  <a:ea typeface="Calibri"/>
                <a:cs typeface="Calibri"/>
              </a:rPr>
              <a:t>Conception et développement de machines et machines spéciales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  <a:ea typeface="Calibri"/>
                <a:cs typeface="Calibri"/>
              </a:rPr>
              <a:t>Pilotage et contrôle de procédés industriels ou de lignes de production 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84691" y="3724791"/>
            <a:ext cx="1865812" cy="406177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200" dirty="0">
                <a:latin typeface="Calibri"/>
                <a:ea typeface="Calibri"/>
                <a:cs typeface="Calibri"/>
              </a:rPr>
              <a:t>Pour la commande d'un système simple continu ou discret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200" dirty="0">
                <a:latin typeface="Calibri"/>
                <a:ea typeface="Calibri"/>
                <a:cs typeface="Calibri"/>
              </a:rPr>
              <a:t>Pour le contrôle d'un système centralisé ou réparti (appuyé par des modèles, des simulations)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536171"/>
            <a:ext cx="1850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200" dirty="0">
                <a:latin typeface="Calibri"/>
                <a:ea typeface="Calibri"/>
                <a:cs typeface="Calibri"/>
              </a:rPr>
              <a:t>Pour le contrôle et le pilotage d'un système par des techniques avancées d'automatique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Aft>
                <a:spcPts val="600"/>
              </a:spcAft>
            </a:pPr>
            <a:r>
              <a:rPr lang="fr-FR" sz="1200" b="1" cap="all" dirty="0">
                <a:solidFill>
                  <a:schemeClr val="bg1"/>
                </a:solidFill>
                <a:ea typeface="+mn-lt"/>
                <a:cs typeface="Calibri"/>
              </a:rPr>
              <a:t>Élaborer des structures de commande et de pilotage de systèmes automatisés</a:t>
            </a:r>
            <a:br>
              <a:rPr lang="fr-FR" sz="1200" b="1" cap="all" dirty="0">
                <a:solidFill>
                  <a:schemeClr val="bg1"/>
                </a:solidFill>
                <a:ea typeface="+mn-lt"/>
                <a:cs typeface="Calibri"/>
              </a:rPr>
            </a:br>
            <a:r>
              <a:rPr lang="fr-FR" sz="1200" cap="all" dirty="0">
                <a:solidFill>
                  <a:schemeClr val="bg1"/>
                </a:solidFill>
                <a:ea typeface="+mn-lt"/>
                <a:cs typeface="Calibri"/>
              </a:rPr>
              <a:t>RNCP35711BC03 </a:t>
            </a:r>
            <a:r>
              <a:rPr lang="fr-FR" sz="1200" cap="all" dirty="0"/>
              <a:t>RNCP35711BC05</a:t>
            </a:r>
            <a:endParaRPr lang="fr-FR" sz="1200" cap="all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071024" y="3692163"/>
            <a:ext cx="4684618" cy="1061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>
                <a:latin typeface="Myriad Pro"/>
                <a:ea typeface="+mn-lt"/>
                <a:cs typeface="+mn-lt"/>
              </a:rPr>
              <a:t>AC 3.1 </a:t>
            </a:r>
            <a:r>
              <a:rPr lang="fr-FR" sz="900" dirty="0">
                <a:latin typeface="Myriad Pro"/>
                <a:ea typeface="+mn-lt"/>
                <a:cs typeface="+mn-lt"/>
              </a:rPr>
              <a:t>Mettre en œuvre une démarche d'analyse pour la modélisation et l'identification d'un système 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3.2  </a:t>
            </a:r>
            <a:r>
              <a:rPr lang="fr-FR" sz="900" dirty="0">
                <a:latin typeface="Myriad Pro"/>
                <a:ea typeface="+mn-lt"/>
                <a:cs typeface="+mn-lt"/>
              </a:rPr>
              <a:t>Analyser des signaux et des systèmes continus ou échantillonnés </a:t>
            </a: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3.3 </a:t>
            </a:r>
            <a:r>
              <a:rPr lang="fr-FR" sz="900" dirty="0">
                <a:latin typeface="Myriad Pro"/>
                <a:ea typeface="+mn-lt"/>
                <a:cs typeface="+mn-lt"/>
              </a:rPr>
              <a:t>Simuler et mettre en œuvre une solution de commande en boucle ouverte 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3.4 </a:t>
            </a:r>
            <a:r>
              <a:rPr lang="fr-FR" sz="900" dirty="0">
                <a:latin typeface="Myriad Pro"/>
                <a:ea typeface="+mn-lt"/>
                <a:cs typeface="+mn-lt"/>
              </a:rPr>
              <a:t>Utiliser les outils de modélisation de l'automatisation (GEMMA, GRAFCET) 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 3.5 </a:t>
            </a:r>
            <a:r>
              <a:rPr lang="fr-FR" sz="900" dirty="0">
                <a:solidFill>
                  <a:srgbClr val="333333"/>
                </a:solidFill>
                <a:latin typeface="Myriad Pro"/>
                <a:ea typeface="+mn-lt"/>
                <a:cs typeface="Segoe UI"/>
              </a:rPr>
              <a:t>Organiser la modularisation et hiérarchisation d’une solution de commande d‘un automatisme simple et la mettre en œuvre</a:t>
            </a:r>
            <a:endParaRPr lang="fr-FR" sz="900" dirty="0">
              <a:latin typeface="Myriad Pro"/>
              <a:ea typeface="+mn-lt"/>
              <a:cs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72970" y="6251379"/>
            <a:ext cx="4676264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900" b="1" dirty="0">
                <a:latin typeface="Myriad Pro"/>
                <a:ea typeface="+mn-lt"/>
                <a:cs typeface="+mn-lt"/>
              </a:rPr>
              <a:t>AC 3.14 </a:t>
            </a:r>
            <a:r>
              <a:rPr lang="fr-FR" sz="900" dirty="0">
                <a:latin typeface="Myriad Pro"/>
                <a:ea typeface="+mn-lt"/>
                <a:cs typeface="+mn-lt"/>
              </a:rPr>
              <a:t>Construire des modèles de type représentation d’état de systèmes multi-entrées multi-sorties 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3.15 </a:t>
            </a:r>
            <a:r>
              <a:rPr lang="fr-FR" sz="900" dirty="0">
                <a:latin typeface="Myriad Pro"/>
                <a:ea typeface="+mn-lt"/>
                <a:cs typeface="+mn-lt"/>
              </a:rPr>
              <a:t>Construire des observateurs pour obtenir des informations sur l'état d'un système</a:t>
            </a: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3.16 </a:t>
            </a:r>
            <a:r>
              <a:rPr lang="fr-FR" sz="900" dirty="0">
                <a:latin typeface="Myriad Pro"/>
                <a:ea typeface="+mn-lt"/>
                <a:cs typeface="+mn-lt"/>
              </a:rPr>
              <a:t>Concevoir des structures de commande avancée</a:t>
            </a:r>
            <a:endParaRPr lang="en-US" sz="900" dirty="0">
              <a:latin typeface="Myriad Pro"/>
              <a:cs typeface="Calibri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64137" y="4872711"/>
            <a:ext cx="4678691" cy="12926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45720" rIns="91440" bIns="0" rtlCol="0" anchor="t">
            <a:spAutoFit/>
          </a:bodyPr>
          <a:lstStyle/>
          <a:p>
            <a:r>
              <a:rPr lang="fr-FR" sz="900" b="1" dirty="0">
                <a:latin typeface="Myriad Pro"/>
                <a:ea typeface="+mn-lt"/>
                <a:cs typeface="+mn-lt"/>
              </a:rPr>
              <a:t>AC 3.7 </a:t>
            </a:r>
            <a:r>
              <a:rPr lang="fr-FR" sz="900" dirty="0">
                <a:latin typeface="Myriad Pro"/>
                <a:ea typeface="+mn-lt"/>
                <a:cs typeface="+mn-lt"/>
              </a:rPr>
              <a:t>Synthétiser un correcteur standard en s'assurant de la stabilité du système bouclé;  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3.8 </a:t>
            </a:r>
            <a:r>
              <a:rPr lang="fr-FR" sz="900" dirty="0">
                <a:latin typeface="Myriad Pro"/>
                <a:ea typeface="+mn-lt"/>
                <a:cs typeface="+mn-lt"/>
              </a:rPr>
              <a:t>Simuler et mettre en œuvre une solution de commande en boucle fermée   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3.9 </a:t>
            </a:r>
            <a:r>
              <a:rPr lang="fr-FR" sz="900" dirty="0">
                <a:latin typeface="Myriad Pro"/>
                <a:ea typeface="+mn-lt"/>
                <a:cs typeface="+mn-lt"/>
              </a:rPr>
              <a:t>Evaluer les performances </a:t>
            </a:r>
            <a:r>
              <a:rPr lang="fr-FR" sz="900" dirty="0">
                <a:solidFill>
                  <a:srgbClr val="333333"/>
                </a:solidFill>
                <a:latin typeface="Myriad Pro"/>
                <a:ea typeface="+mn-lt"/>
                <a:cs typeface="Segoe UI"/>
              </a:rPr>
              <a:t>de la solution de commande en boucle fermée</a:t>
            </a:r>
            <a:r>
              <a:rPr lang="fr-FR" sz="900" dirty="0">
                <a:latin typeface="Myriad Pro"/>
                <a:ea typeface="+mn-lt"/>
                <a:cs typeface="+mn-lt"/>
              </a:rPr>
              <a:t> 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3.10 </a:t>
            </a:r>
            <a:r>
              <a:rPr lang="fr-FR" sz="900" dirty="0">
                <a:latin typeface="Myriad Pro"/>
                <a:ea typeface="+mn-lt"/>
                <a:cs typeface="+mn-lt"/>
              </a:rPr>
              <a:t>Caractériser la solution centralisée / décentralisée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3.11 </a:t>
            </a:r>
            <a:r>
              <a:rPr lang="fr-FR" sz="900" dirty="0">
                <a:latin typeface="Myriad Pro"/>
                <a:ea typeface="+mn-lt"/>
                <a:cs typeface="+mn-lt"/>
              </a:rPr>
              <a:t>Organiser la démarche de décentralisation de la commande,  la modularisation, la hiérarchisation de la solution et la mettre en œuvre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3.12 </a:t>
            </a:r>
            <a:r>
              <a:rPr lang="fr-FR" sz="900" dirty="0">
                <a:latin typeface="Myriad Pro"/>
                <a:ea typeface="+mn-lt"/>
                <a:cs typeface="+mn-lt"/>
              </a:rPr>
              <a:t>Collaborer sur un projet en équipe </a:t>
            </a:r>
            <a:endParaRPr lang="en-US" sz="900" dirty="0">
              <a:latin typeface="Myriad Pro"/>
              <a:ea typeface="+mn-lt"/>
              <a:cs typeface="+mn-lt"/>
            </a:endParaRPr>
          </a:p>
          <a:p>
            <a:r>
              <a:rPr lang="fr-FR" sz="900" b="1" dirty="0">
                <a:latin typeface="Myriad Pro"/>
                <a:ea typeface="+mn-lt"/>
                <a:cs typeface="+mn-lt"/>
              </a:rPr>
              <a:t>AC 3.13 </a:t>
            </a:r>
            <a:r>
              <a:rPr lang="fr-FR" sz="900" dirty="0">
                <a:latin typeface="Myriad Pro"/>
                <a:ea typeface="+mn-lt"/>
                <a:cs typeface="+mn-lt"/>
              </a:rPr>
              <a:t>Présenter les résultats de son travail  </a:t>
            </a:r>
            <a:endParaRPr lang="en-US" sz="900" dirty="0">
              <a:latin typeface="Myriad Pro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141E1E-B104-5F8E-7AF7-A4F2DB0656B4}"/>
              </a:ext>
            </a:extLst>
          </p:cNvPr>
          <p:cNvSpPr/>
          <p:nvPr/>
        </p:nvSpPr>
        <p:spPr>
          <a:xfrm>
            <a:off x="115172" y="68719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Systèmes Numériques - Instrumentation	 (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sni</a:t>
            </a:r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)	Polytech  Annecy-Chambéry</a:t>
            </a:r>
          </a:p>
        </p:txBody>
      </p:sp>
    </p:spTree>
    <p:extLst>
      <p:ext uri="{BB962C8B-B14F-4D97-AF65-F5344CB8AC3E}">
        <p14:creationId xmlns:p14="http://schemas.microsoft.com/office/powerpoint/2010/main" val="276691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7C2E-25C5-7103-B26E-F2CF56CB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304A67-8B2E-B3E3-31CF-722C5F9D66A3}"/>
              </a:ext>
            </a:extLst>
          </p:cNvPr>
          <p:cNvSpPr/>
          <p:nvPr/>
        </p:nvSpPr>
        <p:spPr>
          <a:xfrm>
            <a:off x="2066564" y="542521"/>
            <a:ext cx="4689078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fr-FR" sz="900">
                <a:solidFill>
                  <a:schemeClr val="tx1"/>
                </a:solidFill>
              </a:rPr>
              <a:t>Composantes essentielles</a:t>
            </a:r>
          </a:p>
          <a:p>
            <a:pPr marL="171450" indent="-171450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  <a:cs typeface="Calibri" panose="020F0502020204030204"/>
              </a:rPr>
              <a:t>En répondant à l'expression des besoins de façon pertinente </a:t>
            </a:r>
            <a:endParaRPr lang="fr-FR" sz="900">
              <a:solidFill>
                <a:schemeClr val="tx1"/>
              </a:solidFill>
              <a:ea typeface="Calibri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 utilisant de manière critique des méthodes et outils assurant la qualité du système (gestion de projet informatique, </a:t>
            </a:r>
            <a:r>
              <a:rPr lang="fr-FR" sz="900">
                <a:solidFill>
                  <a:schemeClr val="tx1"/>
                </a:solidFill>
                <a:ea typeface="Calibri"/>
                <a:cs typeface="Arial"/>
              </a:rPr>
              <a:t>standards qualité, sûreté, sécurité, amélioration continue</a:t>
            </a:r>
            <a:r>
              <a:rPr lang="fr-FR" sz="900">
                <a:solidFill>
                  <a:schemeClr val="tx1"/>
                </a:solidFill>
              </a:rPr>
              <a:t>)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</a:rPr>
              <a:t>En </a:t>
            </a:r>
            <a:r>
              <a:rPr lang="fr-FR" sz="900">
                <a:solidFill>
                  <a:schemeClr val="tx1"/>
                </a:solidFill>
                <a:ea typeface="Calibri"/>
                <a:cs typeface="Arial"/>
              </a:rPr>
              <a:t>adoptant une approche systémique (aspects matériels et logiciels)</a:t>
            </a:r>
            <a:endParaRPr lang="fr-FR" sz="900">
              <a:solidFill>
                <a:schemeClr val="tx1"/>
              </a:solidFill>
              <a:cs typeface="Calibri" panose="020F0502020204030204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  <a:cs typeface="Segoe UI"/>
              </a:rPr>
              <a:t>En communiquant de manière adaptée, étayée et précise</a:t>
            </a:r>
            <a:endParaRPr lang="fr-FR" sz="900">
              <a:solidFill>
                <a:schemeClr val="tx1"/>
              </a:solidFill>
              <a:ea typeface="Calibri"/>
              <a:cs typeface="Arial"/>
            </a:endParaRPr>
          </a:p>
          <a:p>
            <a:pPr marL="171450" indent="-171450" algn="just">
              <a:buFont typeface="Arial"/>
              <a:buChar char="•"/>
            </a:pPr>
            <a:r>
              <a:rPr lang="fr-FR" sz="900">
                <a:solidFill>
                  <a:schemeClr val="tx1"/>
                </a:solidFill>
                <a:ea typeface="+mn-lt"/>
                <a:cs typeface="+mn-lt"/>
              </a:rPr>
              <a:t>En adoptant une démarche </a:t>
            </a:r>
            <a:r>
              <a:rPr lang="fr-FR" sz="900">
                <a:solidFill>
                  <a:schemeClr val="tx1"/>
                </a:solidFill>
                <a:ea typeface="+mn-lt"/>
                <a:cs typeface="Calibri"/>
              </a:rPr>
              <a:t>respectueuse de la règlementation, </a:t>
            </a:r>
            <a:r>
              <a:rPr lang="fr-FR" sz="900">
                <a:solidFill>
                  <a:schemeClr val="tx1"/>
                </a:solidFill>
                <a:ea typeface="+mn-lt"/>
                <a:cs typeface="Segoe UI"/>
              </a:rPr>
              <a:t>du développement durable et de la responsabilité sociétale </a:t>
            </a:r>
            <a:r>
              <a:rPr lang="fr-FR" sz="900">
                <a:solidFill>
                  <a:schemeClr val="tx1"/>
                </a:solidFill>
                <a:ea typeface="+mn-lt"/>
                <a:cs typeface="+mn-lt"/>
              </a:rPr>
              <a:t> (frugalité numérique, accessibilité, RGPD, licences, ...)</a:t>
            </a:r>
            <a:endParaRPr lang="fr-FR" sz="900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endParaRPr lang="fr-FR" sz="900">
              <a:solidFill>
                <a:schemeClr val="tx1"/>
              </a:solidFill>
              <a:highlight>
                <a:srgbClr val="00FF00"/>
              </a:highlight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9CD12-2037-DE8F-6A9E-95825825CA7C}"/>
              </a:ext>
            </a:extLst>
          </p:cNvPr>
          <p:cNvSpPr/>
          <p:nvPr/>
        </p:nvSpPr>
        <p:spPr>
          <a:xfrm>
            <a:off x="2066564" y="1980480"/>
            <a:ext cx="4689078" cy="11036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Conception et mise en œuvre de l'Internet des Objets (Internet of Things, IoT)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Conception et réalisation d'applications logicielles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Conception et réalisation d'un système informatique d'acquisition et de traitement de données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A0BF5BA-02F0-CAEF-B55D-D10743D07B41}"/>
              </a:ext>
            </a:extLst>
          </p:cNvPr>
          <p:cNvSpPr txBox="1"/>
          <p:nvPr/>
        </p:nvSpPr>
        <p:spPr>
          <a:xfrm>
            <a:off x="115171" y="1980480"/>
            <a:ext cx="18806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b="1">
                <a:latin typeface="Myriad Pro" panose="020B0503030403020204" pitchFamily="34" charset="0"/>
              </a:rPr>
              <a:t>Situations professionnelles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8DDAEA-5EAB-8B33-030A-71CEA82ABC09}"/>
              </a:ext>
            </a:extLst>
          </p:cNvPr>
          <p:cNvSpPr/>
          <p:nvPr/>
        </p:nvSpPr>
        <p:spPr>
          <a:xfrm>
            <a:off x="2066564" y="3709551"/>
            <a:ext cx="4689078" cy="110668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B6D710-E0A0-E469-2EC9-0C7D72E6CC9D}"/>
              </a:ext>
            </a:extLst>
          </p:cNvPr>
          <p:cNvSpPr/>
          <p:nvPr/>
        </p:nvSpPr>
        <p:spPr>
          <a:xfrm>
            <a:off x="2066564" y="4892972"/>
            <a:ext cx="4689078" cy="118864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1F8F7-3B12-EC8D-4424-D149104818B2}"/>
              </a:ext>
            </a:extLst>
          </p:cNvPr>
          <p:cNvSpPr/>
          <p:nvPr/>
        </p:nvSpPr>
        <p:spPr>
          <a:xfrm>
            <a:off x="2066564" y="6182399"/>
            <a:ext cx="4689078" cy="126413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900">
              <a:solidFill>
                <a:schemeClr val="tx1"/>
              </a:solidFill>
              <a:latin typeface="Myriad Pro" panose="020B0503030403020204" pitchFamily="34" charset="0"/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BA9DC19-8C43-2F07-D6C3-D9FBD553DB6B}"/>
              </a:ext>
            </a:extLst>
          </p:cNvPr>
          <p:cNvGrpSpPr/>
          <p:nvPr/>
        </p:nvGrpSpPr>
        <p:grpSpPr>
          <a:xfrm>
            <a:off x="115171" y="3709551"/>
            <a:ext cx="1850572" cy="3955093"/>
            <a:chOff x="2638730" y="3612188"/>
            <a:chExt cx="1850572" cy="3955093"/>
          </a:xfrm>
        </p:grpSpPr>
        <p:sp>
          <p:nvSpPr>
            <p:cNvPr id="8" name="Chevron 7">
              <a:extLst>
                <a:ext uri="{FF2B5EF4-FFF2-40B4-BE49-F238E27FC236}">
                  <a16:creationId xmlns:a16="http://schemas.microsoft.com/office/drawing/2014/main" id="{77AB3678-109B-F125-2779-B4B152E962B3}"/>
                </a:ext>
              </a:extLst>
            </p:cNvPr>
            <p:cNvSpPr/>
            <p:nvPr/>
          </p:nvSpPr>
          <p:spPr>
            <a:xfrm rot="5400000">
              <a:off x="2788216" y="4596848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0" name="Chevron 9">
              <a:extLst>
                <a:ext uri="{FF2B5EF4-FFF2-40B4-BE49-F238E27FC236}">
                  <a16:creationId xmlns:a16="http://schemas.microsoft.com/office/drawing/2014/main" id="{C545B399-7E15-DA81-2411-FD1AF0EFFFCD}"/>
                </a:ext>
              </a:extLst>
            </p:cNvPr>
            <p:cNvSpPr/>
            <p:nvPr/>
          </p:nvSpPr>
          <p:spPr>
            <a:xfrm rot="5400000">
              <a:off x="2788216" y="5866195"/>
              <a:ext cx="1551600" cy="1850571"/>
            </a:xfrm>
            <a:prstGeom prst="chevron">
              <a:avLst>
                <a:gd name="adj" fmla="val 21677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3" name="Signalisation droite 12">
              <a:extLst>
                <a:ext uri="{FF2B5EF4-FFF2-40B4-BE49-F238E27FC236}">
                  <a16:creationId xmlns:a16="http://schemas.microsoft.com/office/drawing/2014/main" id="{869B42AE-192E-30A2-CA01-FAE5B6ED176C}"/>
                </a:ext>
              </a:extLst>
            </p:cNvPr>
            <p:cNvSpPr/>
            <p:nvPr/>
          </p:nvSpPr>
          <p:spPr>
            <a:xfrm rot="5400000">
              <a:off x="2855409" y="3395510"/>
              <a:ext cx="1417215" cy="1850571"/>
            </a:xfrm>
            <a:prstGeom prst="homePlate">
              <a:avLst>
                <a:gd name="adj" fmla="val 23531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fr-FR" sz="1200">
                <a:latin typeface="Myriad Pro" panose="020B0503030403020204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A9010F20-576C-4615-CAFD-D7C2E038ABC5}"/>
              </a:ext>
            </a:extLst>
          </p:cNvPr>
          <p:cNvSpPr txBox="1"/>
          <p:nvPr/>
        </p:nvSpPr>
        <p:spPr>
          <a:xfrm>
            <a:off x="115171" y="3692721"/>
            <a:ext cx="18505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1</a:t>
            </a:r>
          </a:p>
          <a:p>
            <a:pPr algn="ctr"/>
            <a:r>
              <a:rPr lang="fr-FR" sz="1000" dirty="0">
                <a:latin typeface="Calibri"/>
                <a:ea typeface="Calibri"/>
                <a:cs typeface="Calibri"/>
              </a:rPr>
              <a:t>Pour une application simple 3-tiers intégrant une base de données et programmée, en langage procédural ou obje</a:t>
            </a:r>
            <a:r>
              <a:rPr lang="fr-FR" sz="1000" dirty="0">
                <a:latin typeface="Myriad Pro"/>
              </a:rPr>
              <a:t>t</a:t>
            </a:r>
            <a:endParaRPr lang="fr-FR" sz="1000" dirty="0">
              <a:latin typeface="Myriad Pro" panose="020B0503030403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2A6767-BEC8-73FB-0CBD-5BC233E484A5}"/>
              </a:ext>
            </a:extLst>
          </p:cNvPr>
          <p:cNvSpPr txBox="1"/>
          <p:nvPr/>
        </p:nvSpPr>
        <p:spPr>
          <a:xfrm>
            <a:off x="115171" y="5153040"/>
            <a:ext cx="185057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2</a:t>
            </a:r>
          </a:p>
          <a:p>
            <a:pPr algn="ctr"/>
            <a:r>
              <a:rPr lang="fr-FR" sz="1000" dirty="0">
                <a:latin typeface="Myriad Pro"/>
                <a:ea typeface="Calibri"/>
                <a:cs typeface="Times New Roman"/>
              </a:rPr>
              <a:t>Pour des applications informatiques embarquées avec une architecture N-tiers, en langage procédural ou objet</a:t>
            </a:r>
            <a:endParaRPr lang="fr-FR" sz="1000" dirty="0">
              <a:latin typeface="Myriad Pro"/>
              <a:ea typeface="Calibri"/>
              <a:cs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468A6-FBAF-9CD0-C2AD-314A992AC17A}"/>
              </a:ext>
            </a:extLst>
          </p:cNvPr>
          <p:cNvSpPr txBox="1"/>
          <p:nvPr/>
        </p:nvSpPr>
        <p:spPr>
          <a:xfrm>
            <a:off x="102358" y="6429491"/>
            <a:ext cx="1850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Myriad Pro" panose="020B0503030403020204" pitchFamily="34" charset="0"/>
              </a:rPr>
              <a:t>Niveau 3</a:t>
            </a:r>
          </a:p>
          <a:p>
            <a:pPr algn="ctr"/>
            <a:r>
              <a:rPr lang="fr-FR" sz="1000" dirty="0">
                <a:ea typeface="Calibri"/>
                <a:cs typeface="Times New Roman"/>
              </a:rPr>
              <a:t>Pour des applications informatiques intégrant  des systèmes  embarqués communicants</a:t>
            </a:r>
            <a:r>
              <a:rPr lang="fr-FR" sz="1000" dirty="0">
                <a:cs typeface="Times New Roman"/>
              </a:rPr>
              <a:t> </a:t>
            </a:r>
            <a:endParaRPr lang="fr-FR" sz="1000" dirty="0">
              <a:cs typeface="Calibri" panose="020F0502020204030204"/>
            </a:endParaRPr>
          </a:p>
          <a:p>
            <a:pPr algn="ctr"/>
            <a:endParaRPr lang="fr-FR" sz="1200" b="1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  <a:p>
            <a:pPr algn="ctr"/>
            <a:endParaRPr lang="fr-FR" sz="1200" dirty="0">
              <a:latin typeface="Myriad Pro" panose="020B0503030403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5BC66E-038E-6729-98EE-570916A290C1}"/>
              </a:ext>
            </a:extLst>
          </p:cNvPr>
          <p:cNvSpPr txBox="1"/>
          <p:nvPr/>
        </p:nvSpPr>
        <p:spPr>
          <a:xfrm>
            <a:off x="1965743" y="3384089"/>
            <a:ext cx="365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1600" b="1" i="1"/>
              <a:t>Apprentissages critiques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BE6C5-C445-D8AB-4C49-F06327F3D35A}"/>
              </a:ext>
            </a:extLst>
          </p:cNvPr>
          <p:cNvSpPr/>
          <p:nvPr/>
        </p:nvSpPr>
        <p:spPr>
          <a:xfrm>
            <a:off x="115172" y="561160"/>
            <a:ext cx="1850571" cy="132805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DÉVELOPPER UN SYSTÈME 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INFORMATIQUE </a:t>
            </a:r>
            <a:b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</a:br>
            <a:r>
              <a:rPr lang="fr-FR" sz="1200" b="1" cap="all">
                <a:solidFill>
                  <a:schemeClr val="bg1"/>
                </a:solidFill>
                <a:ea typeface="+mn-lt"/>
                <a:cs typeface="+mn-lt"/>
              </a:rPr>
              <a:t>embarqué</a:t>
            </a:r>
            <a:endParaRPr lang="fr-FR" sz="1200" cap="all">
              <a:solidFill>
                <a:schemeClr val="bg1"/>
              </a:solidFill>
              <a:ea typeface="+mn-lt"/>
              <a:cs typeface="+mn-lt"/>
            </a:endParaRPr>
          </a:p>
          <a:p>
            <a:pPr algn="ctr">
              <a:spcAft>
                <a:spcPts val="600"/>
              </a:spcAft>
            </a:pPr>
            <a:r>
              <a:rPr lang="fr-FR" sz="1200" cap="all">
                <a:ea typeface="Calibri"/>
                <a:cs typeface="Calibri"/>
              </a:rPr>
              <a:t>RNCP35711BC04 </a:t>
            </a:r>
            <a:r>
              <a:rPr lang="fr-FR" sz="1200" cap="all"/>
              <a:t>RNCP35711BC05</a:t>
            </a:r>
            <a:endParaRPr lang="fr-FR" sz="1200" cap="all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F84988-4303-5FAC-598E-97F238A8472F}"/>
              </a:ext>
            </a:extLst>
          </p:cNvPr>
          <p:cNvSpPr txBox="1"/>
          <p:nvPr/>
        </p:nvSpPr>
        <p:spPr>
          <a:xfrm>
            <a:off x="2170415" y="3739208"/>
            <a:ext cx="4684618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>
                <a:latin typeface="Calibri"/>
                <a:cs typeface="Calibri"/>
              </a:rPr>
              <a:t>AC 4.1 </a:t>
            </a:r>
            <a:r>
              <a:rPr lang="fr-FR" sz="900" dirty="0">
                <a:latin typeface="Calibri"/>
                <a:cs typeface="Calibri"/>
              </a:rPr>
              <a:t>Concevoir, gérer et utiliser une base de données  </a:t>
            </a:r>
            <a:endParaRPr lang="en-US" sz="900" dirty="0">
              <a:latin typeface="Calibri"/>
              <a:cs typeface="Calibri"/>
            </a:endParaRPr>
          </a:p>
          <a:p>
            <a:r>
              <a:rPr lang="fr-FR" sz="900" b="1" dirty="0">
                <a:latin typeface="Calibri"/>
                <a:cs typeface="Calibri"/>
              </a:rPr>
              <a:t>AC 4.2 </a:t>
            </a:r>
            <a:r>
              <a:rPr lang="fr-FR" sz="900" dirty="0">
                <a:latin typeface="Calibri"/>
                <a:cs typeface="Calibri"/>
              </a:rPr>
              <a:t>Concevoir et implémenter un algorithme dans un programme informatique pour résoudre un problème</a:t>
            </a:r>
            <a:endParaRPr lang="en-US" sz="900" dirty="0">
              <a:latin typeface="Calibri"/>
              <a:ea typeface="Calibri"/>
              <a:cs typeface="Calibri"/>
            </a:endParaRPr>
          </a:p>
          <a:p>
            <a:r>
              <a:rPr lang="fr-FR" sz="900" b="1" dirty="0">
                <a:latin typeface="Calibri"/>
                <a:cs typeface="Calibri"/>
              </a:rPr>
              <a:t>AC 4.3 </a:t>
            </a:r>
            <a:r>
              <a:rPr lang="fr-FR" sz="900" dirty="0">
                <a:latin typeface="Calibri"/>
                <a:cs typeface="Calibri"/>
              </a:rPr>
              <a:t>Concevoir et implémenter une application logicielle avec un nombre limité de fonctionnalités </a:t>
            </a:r>
            <a:endParaRPr lang="en-US" sz="900" dirty="0">
              <a:latin typeface="Calibri"/>
              <a:ea typeface="Calibri"/>
              <a:cs typeface="Calibri"/>
            </a:endParaRPr>
          </a:p>
          <a:p>
            <a:r>
              <a:rPr lang="fr-FR" sz="900" b="1" dirty="0">
                <a:latin typeface="Calibri"/>
                <a:cs typeface="Calibri"/>
              </a:rPr>
              <a:t>AC 4.4 </a:t>
            </a:r>
            <a:r>
              <a:rPr lang="fr-FR" sz="900" dirty="0">
                <a:solidFill>
                  <a:srgbClr val="333333"/>
                </a:solidFill>
                <a:latin typeface="Segoe UI"/>
                <a:cs typeface="Segoe UI"/>
              </a:rPr>
              <a:t>Développer une application Web intégrant une base de données relationnelle</a:t>
            </a:r>
            <a:r>
              <a:rPr lang="fr-FR" sz="900" dirty="0">
                <a:latin typeface="Calibri"/>
                <a:cs typeface="Calibri"/>
              </a:rPr>
              <a:t>  </a:t>
            </a:r>
            <a:endParaRPr lang="en-US" sz="900" dirty="0">
              <a:latin typeface="Calibri"/>
              <a:cs typeface="Calibri"/>
            </a:endParaRPr>
          </a:p>
          <a:p>
            <a:r>
              <a:rPr lang="fr-FR" sz="900" b="1" dirty="0">
                <a:latin typeface="Calibri"/>
                <a:cs typeface="Calibri"/>
              </a:rPr>
              <a:t>AC 4.5 </a:t>
            </a:r>
            <a:r>
              <a:rPr lang="fr-FR" sz="900" dirty="0">
                <a:latin typeface="Calibri"/>
                <a:cs typeface="Calibri"/>
              </a:rPr>
              <a:t>Définir le périmètre d'un projet</a:t>
            </a:r>
            <a:endParaRPr lang="fr-FR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84D950-1711-5A10-D96F-03D2E5D98B73}"/>
              </a:ext>
            </a:extLst>
          </p:cNvPr>
          <p:cNvSpPr txBox="1"/>
          <p:nvPr/>
        </p:nvSpPr>
        <p:spPr>
          <a:xfrm>
            <a:off x="2072970" y="6160213"/>
            <a:ext cx="4676264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>
                <a:ea typeface="+mn-lt"/>
                <a:cs typeface="+mn-lt"/>
              </a:rPr>
              <a:t>AC 4.12 </a:t>
            </a:r>
            <a:r>
              <a:rPr lang="fr-FR" sz="900" dirty="0">
                <a:ea typeface="+mn-lt"/>
                <a:cs typeface="+mn-lt"/>
              </a:rPr>
              <a:t>Définir et mettre en œuvre une architecture pour les systèmes embarqués communicants (organisation matérielle et logicielle, IoT..) </a:t>
            </a:r>
            <a:endParaRPr lang="en-US" sz="9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4.13 </a:t>
            </a:r>
            <a:r>
              <a:rPr lang="fr-FR" sz="900" dirty="0">
                <a:ea typeface="+mn-lt"/>
                <a:cs typeface="+mn-lt"/>
              </a:rPr>
              <a:t>Caractériser et choisir les moyens de communication entre les sous-systèmes 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4.14 </a:t>
            </a:r>
            <a:r>
              <a:rPr lang="fr-FR" sz="900" dirty="0">
                <a:ea typeface="+mn-lt"/>
                <a:cs typeface="+mn-lt"/>
              </a:rPr>
              <a:t>Identifier les critères garantissant la sûreté, la fiabilité et la sécurité d'un système embarqué  (production d'une documentation technique) à mettre à part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4.15 </a:t>
            </a:r>
            <a:r>
              <a:rPr lang="fr-FR" sz="900" dirty="0">
                <a:ea typeface="+mn-lt"/>
                <a:cs typeface="+mn-lt"/>
              </a:rPr>
              <a:t>Concevoir des applications multitâches et temps réel 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4.16 </a:t>
            </a:r>
            <a:r>
              <a:rPr lang="fr-FR" sz="900" dirty="0">
                <a:ea typeface="+mn-lt"/>
                <a:cs typeface="+mn-lt"/>
              </a:rPr>
              <a:t>Évaluer et optimiser les performances énergétiques d'un système embarqué </a:t>
            </a:r>
            <a:endParaRPr lang="en-US" sz="2500" dirty="0">
              <a:ea typeface="+mn-lt"/>
              <a:cs typeface="+mn-lt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BBCF91-9750-DA92-0990-494FE77C8C77}"/>
              </a:ext>
            </a:extLst>
          </p:cNvPr>
          <p:cNvSpPr txBox="1"/>
          <p:nvPr/>
        </p:nvSpPr>
        <p:spPr>
          <a:xfrm>
            <a:off x="2094318" y="4978813"/>
            <a:ext cx="4663451" cy="10618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dirty="0">
                <a:ea typeface="+mn-lt"/>
                <a:cs typeface="+mn-lt"/>
              </a:rPr>
              <a:t>AC 4.6 </a:t>
            </a:r>
            <a:r>
              <a:rPr lang="fr-FR" sz="900" dirty="0">
                <a:ea typeface="+mn-lt"/>
                <a:cs typeface="+mn-lt"/>
              </a:rPr>
              <a:t>Intégrer les exigences du RGPD et du droit de la propriété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4.7 </a:t>
            </a:r>
            <a:r>
              <a:rPr lang="fr-FR" sz="900" dirty="0">
                <a:ea typeface="+mn-lt"/>
                <a:cs typeface="+mn-lt"/>
              </a:rPr>
              <a:t>Spécifier et concevoir un système embarqué 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4.8 </a:t>
            </a:r>
            <a:r>
              <a:rPr lang="fr-FR" sz="900" dirty="0">
                <a:ea typeface="+mn-lt"/>
                <a:cs typeface="+mn-lt"/>
              </a:rPr>
              <a:t>Intégrer la dimension qualité dans le développement du système embarqué 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4.9 </a:t>
            </a:r>
            <a:r>
              <a:rPr lang="fr-FR" sz="900" dirty="0">
                <a:ea typeface="+mn-lt"/>
                <a:cs typeface="+mn-lt"/>
              </a:rPr>
              <a:t>Adopter une démarche de gestion de projet adaptée au développement d'un système informatique embarqué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4.10 </a:t>
            </a:r>
            <a:r>
              <a:rPr lang="fr-FR" sz="900" dirty="0">
                <a:ea typeface="+mn-lt"/>
                <a:cs typeface="+mn-lt"/>
              </a:rPr>
              <a:t>Appliquer une méthode créative et centrée sur l'utilisateur (design </a:t>
            </a:r>
            <a:r>
              <a:rPr lang="fr-FR" sz="900" dirty="0" err="1">
                <a:ea typeface="+mn-lt"/>
                <a:cs typeface="+mn-lt"/>
              </a:rPr>
              <a:t>thinking</a:t>
            </a:r>
            <a:r>
              <a:rPr lang="fr-FR" sz="900" dirty="0">
                <a:ea typeface="+mn-lt"/>
                <a:cs typeface="+mn-lt"/>
              </a:rPr>
              <a:t> )</a:t>
            </a:r>
            <a:endParaRPr lang="en-US" sz="2500" dirty="0">
              <a:ea typeface="+mn-lt"/>
              <a:cs typeface="+mn-lt"/>
            </a:endParaRPr>
          </a:p>
          <a:p>
            <a:r>
              <a:rPr lang="fr-FR" sz="900" b="1" dirty="0">
                <a:ea typeface="+mn-lt"/>
                <a:cs typeface="+mn-lt"/>
              </a:rPr>
              <a:t>AC 4.11 </a:t>
            </a:r>
            <a:r>
              <a:rPr lang="fr-FR" sz="900" dirty="0">
                <a:ea typeface="+mn-lt"/>
                <a:cs typeface="+mn-lt"/>
              </a:rPr>
              <a:t>Développer une application s'appuyant sur un système N-tiers</a:t>
            </a:r>
            <a:endParaRPr lang="en-US" sz="2500" dirty="0">
              <a:ea typeface="+mn-lt"/>
              <a:cs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C5AE8B-5EF6-45FD-5D71-7444E7BDFE87}"/>
              </a:ext>
            </a:extLst>
          </p:cNvPr>
          <p:cNvSpPr/>
          <p:nvPr/>
        </p:nvSpPr>
        <p:spPr>
          <a:xfrm>
            <a:off x="115172" y="77232"/>
            <a:ext cx="6640470" cy="3190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Systèmes Numériques - Instrumentation	 (</a:t>
            </a:r>
            <a:r>
              <a:rPr lang="fr-FR" sz="800" b="1" cap="all" dirty="0" err="1">
                <a:solidFill>
                  <a:schemeClr val="bg1"/>
                </a:solidFill>
                <a:latin typeface="Myriad Pro" panose="020B0503030403020204" pitchFamily="34" charset="0"/>
              </a:rPr>
              <a:t>sni</a:t>
            </a:r>
            <a:r>
              <a:rPr lang="fr-FR" sz="800" b="1" cap="all" dirty="0">
                <a:solidFill>
                  <a:schemeClr val="bg1"/>
                </a:solidFill>
                <a:latin typeface="Myriad Pro" panose="020B0503030403020204" pitchFamily="34" charset="0"/>
              </a:rPr>
              <a:t>)	Polytech  Annecy-Chambéry</a:t>
            </a:r>
          </a:p>
        </p:txBody>
      </p:sp>
    </p:spTree>
    <p:extLst>
      <p:ext uri="{BB962C8B-B14F-4D97-AF65-F5344CB8AC3E}">
        <p14:creationId xmlns:p14="http://schemas.microsoft.com/office/powerpoint/2010/main" val="34840034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a932de8-014e-4395-a210-acace869bdb6">
      <Terms xmlns="http://schemas.microsoft.com/office/infopath/2007/PartnerControls"/>
    </lcf76f155ced4ddcb4097134ff3c332f>
    <TaxCatchAll xmlns="64984f8b-2057-4450-93f2-8aa5e6a062c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ef141f578fb95b0eb90a671c5647a193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4d25ba230db756f9eb4d095c14916fc9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7DD30F-A297-4FC9-B9BE-64DF109F2300}">
  <ds:schemaRefs>
    <ds:schemaRef ds:uri="5a932de8-014e-4395-a210-acace869bdb6"/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64984f8b-2057-4450-93f2-8aa5e6a062c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B3699C8-6372-4A5C-BD5F-9D45EF57FB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5E29F8-B616-4054-B999-1B598A1BBA85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1540</Words>
  <Application>Microsoft Macintosh PowerPoint</Application>
  <PresentationFormat>Affichage à l'écran (4:3)</PresentationFormat>
  <Paragraphs>176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4" baseType="lpstr">
      <vt:lpstr>Aptos</vt:lpstr>
      <vt:lpstr>Arial</vt:lpstr>
      <vt:lpstr>Arial,Sans-Serif</vt:lpstr>
      <vt:lpstr>Calibri</vt:lpstr>
      <vt:lpstr>Calibri Light</vt:lpstr>
      <vt:lpstr>Myriad Pro</vt:lpstr>
      <vt:lpstr>Segoe UI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Arnaud Stolz</dc:creator>
  <cp:lastModifiedBy>Ilham Alloui</cp:lastModifiedBy>
  <cp:revision>21</cp:revision>
  <dcterms:created xsi:type="dcterms:W3CDTF">2024-01-30T16:46:58Z</dcterms:created>
  <dcterms:modified xsi:type="dcterms:W3CDTF">2025-04-18T13:49:27Z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