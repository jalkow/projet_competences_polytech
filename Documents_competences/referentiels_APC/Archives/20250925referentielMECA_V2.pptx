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12_13F2518E.xml" ContentType="application/vnd.ms-powerpoint.comments+xml"/>
  <Override PartName="/ppt/notesSlides/notesSlide2.xml" ContentType="application/vnd.openxmlformats-officedocument.presentationml.notesSlide+xml"/>
  <Override PartName="/ppt/comments/modernComment_118_4A22B922.xml" ContentType="application/vnd.ms-powerpoint.comments+xml"/>
  <Override PartName="/ppt/notesSlides/notesSlide3.xml" ContentType="application/vnd.openxmlformats-officedocument.presentationml.notesSlide+xml"/>
  <Override PartName="/ppt/comments/modernComment_119_F5B48DE7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17_9FD27F94.xml" ContentType="application/vnd.ms-powerpoint.comments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2"/>
  </p:notesMasterIdLst>
  <p:sldIdLst>
    <p:sldId id="276" r:id="rId5"/>
    <p:sldId id="274" r:id="rId6"/>
    <p:sldId id="280" r:id="rId7"/>
    <p:sldId id="281" r:id="rId8"/>
    <p:sldId id="278" r:id="rId9"/>
    <p:sldId id="279" r:id="rId10"/>
    <p:sldId id="277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FB27403-22C7-DB71-00DF-BB8B80B891D7}" name="Adrien Badel" initials="AB" userId="S::adrien.badel@univ-smb.fr::d14d62ed-19bc-4dc3-9902-d0d3dba6bde9" providerId="AD"/>
  <p188:author id="{D967E918-EB53-4B17-93F6-974E2AA2605D}" name="David Gibus" initials="DG" userId="S::david.gibus@univ-smb.fr::05f4bf82-704b-4c8c-8b03-1ded53405e0a" providerId="AD"/>
  <p188:author id="{C2F43BCA-2251-B4EB-B568-0B94C774C5B8}" name="Marc Villetard" initials="MV" userId="S::marc.villetard@univ-smb.fr::2c939e4c-f782-47cc-8796-fa0d748d6c3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4BE2"/>
    <a:srgbClr val="F49831"/>
    <a:srgbClr val="4FA954"/>
    <a:srgbClr val="FEF3C2"/>
    <a:srgbClr val="7F7F7F"/>
    <a:srgbClr val="1D7ACC"/>
    <a:srgbClr val="369FE3"/>
    <a:srgbClr val="FAD632"/>
    <a:srgbClr val="FCDF51"/>
    <a:srgbClr val="FFE9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EE60B2-FF9D-4DC8-7282-A7515F37A268}" v="32" dt="2025-10-23T09:02:30.9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 Skerrett" userId="S::marc.skerrett@univ-smb.fr::5838212c-6006-4602-b097-e4ba2e4953e8" providerId="AD" clId="Web-{F8259087-D830-E345-DCCB-9ECAE5CAA696}"/>
    <pc:docChg chg="modSld">
      <pc:chgData name="Marc Skerrett" userId="S::marc.skerrett@univ-smb.fr::5838212c-6006-4602-b097-e4ba2e4953e8" providerId="AD" clId="Web-{F8259087-D830-E345-DCCB-9ECAE5CAA696}" dt="2025-10-17T11:54:29.281" v="36" actId="20577"/>
      <pc:docMkLst>
        <pc:docMk/>
      </pc:docMkLst>
      <pc:sldChg chg="modSp">
        <pc:chgData name="Marc Skerrett" userId="S::marc.skerrett@univ-smb.fr::5838212c-6006-4602-b097-e4ba2e4953e8" providerId="AD" clId="Web-{F8259087-D830-E345-DCCB-9ECAE5CAA696}" dt="2025-10-17T11:54:29.281" v="36" actId="20577"/>
        <pc:sldMkLst>
          <pc:docMk/>
          <pc:sldMk cId="2681372564" sldId="279"/>
        </pc:sldMkLst>
        <pc:spChg chg="mod">
          <ac:chgData name="Marc Skerrett" userId="S::marc.skerrett@univ-smb.fr::5838212c-6006-4602-b097-e4ba2e4953e8" providerId="AD" clId="Web-{F8259087-D830-E345-DCCB-9ECAE5CAA696}" dt="2025-10-17T11:54:29.281" v="36" actId="20577"/>
          <ac:spMkLst>
            <pc:docMk/>
            <pc:sldMk cId="2681372564" sldId="279"/>
            <ac:spMk id="6" creationId="{FFE3588B-8C13-D619-E556-6A0A6E2ECB63}"/>
          </ac:spMkLst>
        </pc:spChg>
      </pc:sldChg>
    </pc:docChg>
  </pc:docChgLst>
  <pc:docChgLst>
    <pc:chgData name="Marc Skerrett" userId="S::marc.skerrett@univ-smb.fr::5838212c-6006-4602-b097-e4ba2e4953e8" providerId="AD" clId="Web-{AF93D5E7-384E-B869-F01C-E12148A4B21D}"/>
    <pc:docChg chg="modSld">
      <pc:chgData name="Marc Skerrett" userId="S::marc.skerrett@univ-smb.fr::5838212c-6006-4602-b097-e4ba2e4953e8" providerId="AD" clId="Web-{AF93D5E7-384E-B869-F01C-E12148A4B21D}" dt="2025-10-15T08:16:51.170" v="6" actId="20577"/>
      <pc:docMkLst>
        <pc:docMk/>
      </pc:docMkLst>
      <pc:sldChg chg="modSp">
        <pc:chgData name="Marc Skerrett" userId="S::marc.skerrett@univ-smb.fr::5838212c-6006-4602-b097-e4ba2e4953e8" providerId="AD" clId="Web-{AF93D5E7-384E-B869-F01C-E12148A4B21D}" dt="2025-10-15T08:16:51.170" v="6" actId="20577"/>
        <pc:sldMkLst>
          <pc:docMk/>
          <pc:sldMk cId="4122250727" sldId="281"/>
        </pc:sldMkLst>
        <pc:spChg chg="mod">
          <ac:chgData name="Marc Skerrett" userId="S::marc.skerrett@univ-smb.fr::5838212c-6006-4602-b097-e4ba2e4953e8" providerId="AD" clId="Web-{AF93D5E7-384E-B869-F01C-E12148A4B21D}" dt="2025-10-15T08:16:51.170" v="6" actId="20577"/>
          <ac:spMkLst>
            <pc:docMk/>
            <pc:sldMk cId="4122250727" sldId="281"/>
            <ac:spMk id="3" creationId="{619F5B6A-C1FE-7D9F-42A5-D9BF09A39373}"/>
          </ac:spMkLst>
        </pc:spChg>
      </pc:sldChg>
    </pc:docChg>
  </pc:docChgLst>
  <pc:docChgLst>
    <pc:chgData name="Marc Skerrett" userId="S::marc.skerrett@univ-smb.fr::5838212c-6006-4602-b097-e4ba2e4953e8" providerId="AD" clId="Web-{F0FC7D7C-B103-C3B4-7FB1-1420E8469674}"/>
    <pc:docChg chg="modSld">
      <pc:chgData name="Marc Skerrett" userId="S::marc.skerrett@univ-smb.fr::5838212c-6006-4602-b097-e4ba2e4953e8" providerId="AD" clId="Web-{F0FC7D7C-B103-C3B4-7FB1-1420E8469674}" dt="2025-09-29T18:14:51.615" v="19" actId="20577"/>
      <pc:docMkLst>
        <pc:docMk/>
      </pc:docMkLst>
      <pc:sldChg chg="modSp">
        <pc:chgData name="Marc Skerrett" userId="S::marc.skerrett@univ-smb.fr::5838212c-6006-4602-b097-e4ba2e4953e8" providerId="AD" clId="Web-{F0FC7D7C-B103-C3B4-7FB1-1420E8469674}" dt="2025-09-29T18:14:51.615" v="19" actId="20577"/>
        <pc:sldMkLst>
          <pc:docMk/>
          <pc:sldMk cId="1243789602" sldId="280"/>
        </pc:sldMkLst>
        <pc:spChg chg="mod">
          <ac:chgData name="Marc Skerrett" userId="S::marc.skerrett@univ-smb.fr::5838212c-6006-4602-b097-e4ba2e4953e8" providerId="AD" clId="Web-{F0FC7D7C-B103-C3B4-7FB1-1420E8469674}" dt="2025-09-29T18:14:51.615" v="19" actId="20577"/>
          <ac:spMkLst>
            <pc:docMk/>
            <pc:sldMk cId="1243789602" sldId="280"/>
            <ac:spMk id="4" creationId="{951E2583-75B9-67EE-CABB-180C418F8983}"/>
          </ac:spMkLst>
        </pc:spChg>
      </pc:sldChg>
    </pc:docChg>
  </pc:docChgLst>
  <pc:docChgLst>
    <pc:chgData name="Marc Skerrett" userId="S::marc.skerrett@univ-smb.fr::5838212c-6006-4602-b097-e4ba2e4953e8" providerId="AD" clId="Web-{E9541DEB-E690-CD6A-8CFE-C6B02E2D0C4E}"/>
    <pc:docChg chg="modSld">
      <pc:chgData name="Marc Skerrett" userId="S::marc.skerrett@univ-smb.fr::5838212c-6006-4602-b097-e4ba2e4953e8" providerId="AD" clId="Web-{E9541DEB-E690-CD6A-8CFE-C6B02E2D0C4E}" dt="2025-10-15T18:55:54.253" v="43" actId="20577"/>
      <pc:docMkLst>
        <pc:docMk/>
      </pc:docMkLst>
      <pc:sldChg chg="addSp modSp">
        <pc:chgData name="Marc Skerrett" userId="S::marc.skerrett@univ-smb.fr::5838212c-6006-4602-b097-e4ba2e4953e8" providerId="AD" clId="Web-{E9541DEB-E690-CD6A-8CFE-C6B02E2D0C4E}" dt="2025-10-15T18:55:54.253" v="43" actId="20577"/>
        <pc:sldMkLst>
          <pc:docMk/>
          <pc:sldMk cId="3477544508" sldId="277"/>
        </pc:sldMkLst>
        <pc:spChg chg="add mod">
          <ac:chgData name="Marc Skerrett" userId="S::marc.skerrett@univ-smb.fr::5838212c-6006-4602-b097-e4ba2e4953e8" providerId="AD" clId="Web-{E9541DEB-E690-CD6A-8CFE-C6B02E2D0C4E}" dt="2025-10-15T18:55:45.425" v="42" actId="20577"/>
          <ac:spMkLst>
            <pc:docMk/>
            <pc:sldMk cId="3477544508" sldId="277"/>
            <ac:spMk id="2" creationId="{427F486D-B72E-0A6A-AA64-DB58A7D4D3D4}"/>
          </ac:spMkLst>
        </pc:spChg>
        <pc:spChg chg="mod">
          <ac:chgData name="Marc Skerrett" userId="S::marc.skerrett@univ-smb.fr::5838212c-6006-4602-b097-e4ba2e4953e8" providerId="AD" clId="Web-{E9541DEB-E690-CD6A-8CFE-C6B02E2D0C4E}" dt="2025-10-15T18:55:54.253" v="43" actId="20577"/>
          <ac:spMkLst>
            <pc:docMk/>
            <pc:sldMk cId="3477544508" sldId="277"/>
            <ac:spMk id="5" creationId="{E5983739-1EF8-673A-CCF1-4E78FCC87864}"/>
          </ac:spMkLst>
        </pc:spChg>
      </pc:sldChg>
    </pc:docChg>
  </pc:docChgLst>
  <pc:docChgLst>
    <pc:chgData name="Marc Skerrett" userId="S::marc.skerrett@univ-smb.fr::5838212c-6006-4602-b097-e4ba2e4953e8" providerId="AD" clId="Web-{90C87393-45C7-7079-CC83-011197A8DBEE}"/>
    <pc:docChg chg="modSld">
      <pc:chgData name="Marc Skerrett" userId="S::marc.skerrett@univ-smb.fr::5838212c-6006-4602-b097-e4ba2e4953e8" providerId="AD" clId="Web-{90C87393-45C7-7079-CC83-011197A8DBEE}" dt="2025-09-25T19:13:08.884" v="4" actId="20577"/>
      <pc:docMkLst>
        <pc:docMk/>
      </pc:docMkLst>
      <pc:sldChg chg="modSp">
        <pc:chgData name="Marc Skerrett" userId="S::marc.skerrett@univ-smb.fr::5838212c-6006-4602-b097-e4ba2e4953e8" providerId="AD" clId="Web-{90C87393-45C7-7079-CC83-011197A8DBEE}" dt="2025-09-25T19:13:08.884" v="4" actId="20577"/>
        <pc:sldMkLst>
          <pc:docMk/>
          <pc:sldMk cId="1243789602" sldId="280"/>
        </pc:sldMkLst>
        <pc:spChg chg="mod">
          <ac:chgData name="Marc Skerrett" userId="S::marc.skerrett@univ-smb.fr::5838212c-6006-4602-b097-e4ba2e4953e8" providerId="AD" clId="Web-{90C87393-45C7-7079-CC83-011197A8DBEE}" dt="2025-09-25T19:13:08.884" v="4" actId="20577"/>
          <ac:spMkLst>
            <pc:docMk/>
            <pc:sldMk cId="1243789602" sldId="280"/>
            <ac:spMk id="19" creationId="{0513233B-A3AC-F818-3DFD-54ED917E651D}"/>
          </ac:spMkLst>
        </pc:spChg>
      </pc:sldChg>
    </pc:docChg>
  </pc:docChgLst>
  <pc:docChgLst>
    <pc:chgData name="Marc Skerrett" userId="S::marc.skerrett@univ-smb.fr::5838212c-6006-4602-b097-e4ba2e4953e8" providerId="AD" clId="Web-{9CEE60B2-FF9D-4DC8-7282-A7515F37A268}"/>
    <pc:docChg chg="modSld">
      <pc:chgData name="Marc Skerrett" userId="S::marc.skerrett@univ-smb.fr::5838212c-6006-4602-b097-e4ba2e4953e8" providerId="AD" clId="Web-{9CEE60B2-FF9D-4DC8-7282-A7515F37A268}" dt="2025-10-23T09:02:30.926" v="24"/>
      <pc:docMkLst>
        <pc:docMk/>
      </pc:docMkLst>
      <pc:sldChg chg="addSp delSp modSp mod setBg">
        <pc:chgData name="Marc Skerrett" userId="S::marc.skerrett@univ-smb.fr::5838212c-6006-4602-b097-e4ba2e4953e8" providerId="AD" clId="Web-{9CEE60B2-FF9D-4DC8-7282-A7515F37A268}" dt="2025-10-23T08:57:51.190" v="12" actId="1076"/>
        <pc:sldMkLst>
          <pc:docMk/>
          <pc:sldMk cId="2631965568" sldId="276"/>
        </pc:sldMkLst>
        <pc:spChg chg="del">
          <ac:chgData name="Marc Skerrett" userId="S::marc.skerrett@univ-smb.fr::5838212c-6006-4602-b097-e4ba2e4953e8" providerId="AD" clId="Web-{9CEE60B2-FF9D-4DC8-7282-A7515F37A268}" dt="2025-10-23T08:57:08.358" v="5"/>
          <ac:spMkLst>
            <pc:docMk/>
            <pc:sldMk cId="2631965568" sldId="276"/>
            <ac:spMk id="2" creationId="{EA3CAC48-F166-E463-2AA6-EEAE39511694}"/>
          </ac:spMkLst>
        </pc:spChg>
        <pc:spChg chg="del">
          <ac:chgData name="Marc Skerrett" userId="S::marc.skerrett@univ-smb.fr::5838212c-6006-4602-b097-e4ba2e4953e8" providerId="AD" clId="Web-{9CEE60B2-FF9D-4DC8-7282-A7515F37A268}" dt="2025-10-23T08:57:08.358" v="4"/>
          <ac:spMkLst>
            <pc:docMk/>
            <pc:sldMk cId="2631965568" sldId="276"/>
            <ac:spMk id="3" creationId="{B28E28F3-9231-FEA8-98AA-E5B94B8527D8}"/>
          </ac:spMkLst>
        </pc:spChg>
        <pc:spChg chg="del">
          <ac:chgData name="Marc Skerrett" userId="S::marc.skerrett@univ-smb.fr::5838212c-6006-4602-b097-e4ba2e4953e8" providerId="AD" clId="Web-{9CEE60B2-FF9D-4DC8-7282-A7515F37A268}" dt="2025-10-23T08:57:08.358" v="3"/>
          <ac:spMkLst>
            <pc:docMk/>
            <pc:sldMk cId="2631965568" sldId="276"/>
            <ac:spMk id="4" creationId="{9BE62CE6-7313-D3E0-3541-34E758A69D5D}"/>
          </ac:spMkLst>
        </pc:spChg>
        <pc:spChg chg="del">
          <ac:chgData name="Marc Skerrett" userId="S::marc.skerrett@univ-smb.fr::5838212c-6006-4602-b097-e4ba2e4953e8" providerId="AD" clId="Web-{9CEE60B2-FF9D-4DC8-7282-A7515F37A268}" dt="2025-10-23T08:57:08.358" v="2"/>
          <ac:spMkLst>
            <pc:docMk/>
            <pc:sldMk cId="2631965568" sldId="276"/>
            <ac:spMk id="5" creationId="{742CB49A-835B-A3F7-7AE8-5311CCD85E4E}"/>
          </ac:spMkLst>
        </pc:spChg>
        <pc:spChg chg="del">
          <ac:chgData name="Marc Skerrett" userId="S::marc.skerrett@univ-smb.fr::5838212c-6006-4602-b097-e4ba2e4953e8" providerId="AD" clId="Web-{9CEE60B2-FF9D-4DC8-7282-A7515F37A268}" dt="2025-10-23T08:57:08.358" v="1"/>
          <ac:spMkLst>
            <pc:docMk/>
            <pc:sldMk cId="2631965568" sldId="276"/>
            <ac:spMk id="6" creationId="{21997579-E936-C4D4-E455-FA754FAFFC2B}"/>
          </ac:spMkLst>
        </pc:spChg>
        <pc:spChg chg="del">
          <ac:chgData name="Marc Skerrett" userId="S::marc.skerrett@univ-smb.fr::5838212c-6006-4602-b097-e4ba2e4953e8" providerId="AD" clId="Web-{9CEE60B2-FF9D-4DC8-7282-A7515F37A268}" dt="2025-10-23T08:57:08.358" v="0"/>
          <ac:spMkLst>
            <pc:docMk/>
            <pc:sldMk cId="2631965568" sldId="276"/>
            <ac:spMk id="7" creationId="{BCDF5730-05E5-BFF5-89B9-9B5565C4FE11}"/>
          </ac:spMkLst>
        </pc:spChg>
        <pc:spChg chg="mod">
          <ac:chgData name="Marc Skerrett" userId="S::marc.skerrett@univ-smb.fr::5838212c-6006-4602-b097-e4ba2e4953e8" providerId="AD" clId="Web-{9CEE60B2-FF9D-4DC8-7282-A7515F37A268}" dt="2025-10-23T08:57:29.344" v="9"/>
          <ac:spMkLst>
            <pc:docMk/>
            <pc:sldMk cId="2631965568" sldId="276"/>
            <ac:spMk id="121" creationId="{85F193DA-4C9B-31CF-9E03-8506104987BB}"/>
          </ac:spMkLst>
        </pc:spChg>
        <pc:spChg chg="add del">
          <ac:chgData name="Marc Skerrett" userId="S::marc.skerrett@univ-smb.fr::5838212c-6006-4602-b097-e4ba2e4953e8" providerId="AD" clId="Web-{9CEE60B2-FF9D-4DC8-7282-A7515F37A268}" dt="2025-10-23T08:57:29.344" v="9"/>
          <ac:spMkLst>
            <pc:docMk/>
            <pc:sldMk cId="2631965568" sldId="276"/>
            <ac:spMk id="126" creationId="{A4AC5506-6312-4701-8D3C-40187889A947}"/>
          </ac:spMkLst>
        </pc:spChg>
        <pc:picChg chg="add mod">
          <ac:chgData name="Marc Skerrett" userId="S::marc.skerrett@univ-smb.fr::5838212c-6006-4602-b097-e4ba2e4953e8" providerId="AD" clId="Web-{9CEE60B2-FF9D-4DC8-7282-A7515F37A268}" dt="2025-10-23T08:57:51.190" v="12" actId="1076"/>
          <ac:picMkLst>
            <pc:docMk/>
            <pc:sldMk cId="2631965568" sldId="276"/>
            <ac:picMk id="8" creationId="{8464FE11-D557-707B-4FF6-B8F1A53492E2}"/>
          </ac:picMkLst>
        </pc:picChg>
      </pc:sldChg>
      <pc:sldChg chg="modSp">
        <pc:chgData name="Marc Skerrett" userId="S::marc.skerrett@univ-smb.fr::5838212c-6006-4602-b097-e4ba2e4953e8" providerId="AD" clId="Web-{9CEE60B2-FF9D-4DC8-7282-A7515F37A268}" dt="2025-10-23T09:02:30.926" v="24"/>
        <pc:sldMkLst>
          <pc:docMk/>
          <pc:sldMk cId="3477544508" sldId="277"/>
        </pc:sldMkLst>
        <pc:spChg chg="mod">
          <ac:chgData name="Marc Skerrett" userId="S::marc.skerrett@univ-smb.fr::5838212c-6006-4602-b097-e4ba2e4953e8" providerId="AD" clId="Web-{9CEE60B2-FF9D-4DC8-7282-A7515F37A268}" dt="2025-10-23T08:58:37.069" v="17"/>
          <ac:spMkLst>
            <pc:docMk/>
            <pc:sldMk cId="3477544508" sldId="277"/>
            <ac:spMk id="3" creationId="{CD3D71ED-0F9B-CB55-1CA7-06FC2839CA90}"/>
          </ac:spMkLst>
        </pc:spChg>
        <pc:spChg chg="mod">
          <ac:chgData name="Marc Skerrett" userId="S::marc.skerrett@univ-smb.fr::5838212c-6006-4602-b097-e4ba2e4953e8" providerId="AD" clId="Web-{9CEE60B2-FF9D-4DC8-7282-A7515F37A268}" dt="2025-10-23T09:02:30.926" v="24"/>
          <ac:spMkLst>
            <pc:docMk/>
            <pc:sldMk cId="3477544508" sldId="277"/>
            <ac:spMk id="4" creationId="{41CAFFAC-4E61-C6A6-40F5-FBE4157A98DA}"/>
          </ac:spMkLst>
        </pc:spChg>
      </pc:sldChg>
      <pc:sldChg chg="modSp">
        <pc:chgData name="Marc Skerrett" userId="S::marc.skerrett@univ-smb.fr::5838212c-6006-4602-b097-e4ba2e4953e8" providerId="AD" clId="Web-{9CEE60B2-FF9D-4DC8-7282-A7515F37A268}" dt="2025-10-23T09:01:07.531" v="20"/>
        <pc:sldMkLst>
          <pc:docMk/>
          <pc:sldMk cId="409562011" sldId="278"/>
        </pc:sldMkLst>
        <pc:spChg chg="mod">
          <ac:chgData name="Marc Skerrett" userId="S::marc.skerrett@univ-smb.fr::5838212c-6006-4602-b097-e4ba2e4953e8" providerId="AD" clId="Web-{9CEE60B2-FF9D-4DC8-7282-A7515F37A268}" dt="2025-10-23T08:58:25.068" v="16"/>
          <ac:spMkLst>
            <pc:docMk/>
            <pc:sldMk cId="409562011" sldId="278"/>
            <ac:spMk id="3" creationId="{CEF21B90-D57D-41AC-BA26-7FC5E9A0164B}"/>
          </ac:spMkLst>
        </pc:spChg>
        <pc:spChg chg="mod">
          <ac:chgData name="Marc Skerrett" userId="S::marc.skerrett@univ-smb.fr::5838212c-6006-4602-b097-e4ba2e4953e8" providerId="AD" clId="Web-{9CEE60B2-FF9D-4DC8-7282-A7515F37A268}" dt="2025-10-23T09:01:07.531" v="20"/>
          <ac:spMkLst>
            <pc:docMk/>
            <pc:sldMk cId="409562011" sldId="278"/>
            <ac:spMk id="4" creationId="{D6F02BD9-C926-AC9E-9D0F-7AE3797422E0}"/>
          </ac:spMkLst>
        </pc:spChg>
      </pc:sldChg>
      <pc:sldChg chg="modSp">
        <pc:chgData name="Marc Skerrett" userId="S::marc.skerrett@univ-smb.fr::5838212c-6006-4602-b097-e4ba2e4953e8" providerId="AD" clId="Web-{9CEE60B2-FF9D-4DC8-7282-A7515F37A268}" dt="2025-10-23T09:02:19.003" v="22"/>
        <pc:sldMkLst>
          <pc:docMk/>
          <pc:sldMk cId="2681372564" sldId="279"/>
        </pc:sldMkLst>
        <pc:spChg chg="mod">
          <ac:chgData name="Marc Skerrett" userId="S::marc.skerrett@univ-smb.fr::5838212c-6006-4602-b097-e4ba2e4953e8" providerId="AD" clId="Web-{9CEE60B2-FF9D-4DC8-7282-A7515F37A268}" dt="2025-10-23T09:02:19.003" v="22"/>
          <ac:spMkLst>
            <pc:docMk/>
            <pc:sldMk cId="2681372564" sldId="279"/>
            <ac:spMk id="4" creationId="{EC077E27-8E7A-F889-F253-BE71A82E0598}"/>
          </ac:spMkLst>
        </pc:spChg>
      </pc:sldChg>
      <pc:sldChg chg="modSp">
        <pc:chgData name="Marc Skerrett" userId="S::marc.skerrett@univ-smb.fr::5838212c-6006-4602-b097-e4ba2e4953e8" providerId="AD" clId="Web-{9CEE60B2-FF9D-4DC8-7282-A7515F37A268}" dt="2025-10-23T08:58:47.257" v="18"/>
        <pc:sldMkLst>
          <pc:docMk/>
          <pc:sldMk cId="1243789602" sldId="280"/>
        </pc:sldMkLst>
        <pc:spChg chg="mod">
          <ac:chgData name="Marc Skerrett" userId="S::marc.skerrett@univ-smb.fr::5838212c-6006-4602-b097-e4ba2e4953e8" providerId="AD" clId="Web-{9CEE60B2-FF9D-4DC8-7282-A7515F37A268}" dt="2025-10-23T08:58:06.176" v="13"/>
          <ac:spMkLst>
            <pc:docMk/>
            <pc:sldMk cId="1243789602" sldId="280"/>
            <ac:spMk id="2" creationId="{8907CB34-64F9-2101-EC7B-9F0D0B943E00}"/>
          </ac:spMkLst>
        </pc:spChg>
        <pc:spChg chg="mod">
          <ac:chgData name="Marc Skerrett" userId="S::marc.skerrett@univ-smb.fr::5838212c-6006-4602-b097-e4ba2e4953e8" providerId="AD" clId="Web-{9CEE60B2-FF9D-4DC8-7282-A7515F37A268}" dt="2025-10-23T08:58:47.257" v="18"/>
          <ac:spMkLst>
            <pc:docMk/>
            <pc:sldMk cId="1243789602" sldId="280"/>
            <ac:spMk id="19" creationId="{0513233B-A3AC-F818-3DFD-54ED917E651D}"/>
          </ac:spMkLst>
        </pc:spChg>
      </pc:sldChg>
      <pc:sldChg chg="modSp">
        <pc:chgData name="Marc Skerrett" userId="S::marc.skerrett@univ-smb.fr::5838212c-6006-4602-b097-e4ba2e4953e8" providerId="AD" clId="Web-{9CEE60B2-FF9D-4DC8-7282-A7515F37A268}" dt="2025-10-23T09:00:58.468" v="19"/>
        <pc:sldMkLst>
          <pc:docMk/>
          <pc:sldMk cId="4122250727" sldId="281"/>
        </pc:sldMkLst>
        <pc:spChg chg="mod">
          <ac:chgData name="Marc Skerrett" userId="S::marc.skerrett@univ-smb.fr::5838212c-6006-4602-b097-e4ba2e4953e8" providerId="AD" clId="Web-{9CEE60B2-FF9D-4DC8-7282-A7515F37A268}" dt="2025-10-23T08:58:16.708" v="14"/>
          <ac:spMkLst>
            <pc:docMk/>
            <pc:sldMk cId="4122250727" sldId="281"/>
            <ac:spMk id="2" creationId="{7EB19D80-3C42-9F28-CDB7-69220BD8D669}"/>
          </ac:spMkLst>
        </pc:spChg>
        <pc:spChg chg="mod">
          <ac:chgData name="Marc Skerrett" userId="S::marc.skerrett@univ-smb.fr::5838212c-6006-4602-b097-e4ba2e4953e8" providerId="AD" clId="Web-{9CEE60B2-FF9D-4DC8-7282-A7515F37A268}" dt="2025-10-23T09:00:58.468" v="19"/>
          <ac:spMkLst>
            <pc:docMk/>
            <pc:sldMk cId="4122250727" sldId="281"/>
            <ac:spMk id="19" creationId="{9F23E88D-0212-6E07-6030-FAF7BBF7C278}"/>
          </ac:spMkLst>
        </pc:spChg>
      </pc:sldChg>
    </pc:docChg>
  </pc:docChgLst>
  <pc:docChgLst>
    <pc:chgData name="Marc Skerrett" userId="S::marc.skerrett@univ-smb.fr::5838212c-6006-4602-b097-e4ba2e4953e8" providerId="AD" clId="Web-{DAFC5A28-AD22-A307-C804-D30F89B7D8B0}"/>
    <pc:docChg chg="modSld">
      <pc:chgData name="Marc Skerrett" userId="S::marc.skerrett@univ-smb.fr::5838212c-6006-4602-b097-e4ba2e4953e8" providerId="AD" clId="Web-{DAFC5A28-AD22-A307-C804-D30F89B7D8B0}" dt="2025-10-14T10:01:54.163" v="54" actId="20577"/>
      <pc:docMkLst>
        <pc:docMk/>
      </pc:docMkLst>
      <pc:sldChg chg="modSp">
        <pc:chgData name="Marc Skerrett" userId="S::marc.skerrett@univ-smb.fr::5838212c-6006-4602-b097-e4ba2e4953e8" providerId="AD" clId="Web-{DAFC5A28-AD22-A307-C804-D30F89B7D8B0}" dt="2025-10-14T09:59:37.976" v="22" actId="20577"/>
        <pc:sldMkLst>
          <pc:docMk/>
          <pc:sldMk cId="409562011" sldId="278"/>
        </pc:sldMkLst>
        <pc:spChg chg="mod">
          <ac:chgData name="Marc Skerrett" userId="S::marc.skerrett@univ-smb.fr::5838212c-6006-4602-b097-e4ba2e4953e8" providerId="AD" clId="Web-{DAFC5A28-AD22-A307-C804-D30F89B7D8B0}" dt="2025-10-14T09:59:37.976" v="22" actId="20577"/>
          <ac:spMkLst>
            <pc:docMk/>
            <pc:sldMk cId="409562011" sldId="278"/>
            <ac:spMk id="7" creationId="{2C148358-2148-D2E7-F73F-4EAB29F77648}"/>
          </ac:spMkLst>
        </pc:spChg>
      </pc:sldChg>
      <pc:sldChg chg="modSp">
        <pc:chgData name="Marc Skerrett" userId="S::marc.skerrett@univ-smb.fr::5838212c-6006-4602-b097-e4ba2e4953e8" providerId="AD" clId="Web-{DAFC5A28-AD22-A307-C804-D30F89B7D8B0}" dt="2025-10-14T10:01:54.163" v="54" actId="20577"/>
        <pc:sldMkLst>
          <pc:docMk/>
          <pc:sldMk cId="1243789602" sldId="280"/>
        </pc:sldMkLst>
        <pc:spChg chg="mod">
          <ac:chgData name="Marc Skerrett" userId="S::marc.skerrett@univ-smb.fr::5838212c-6006-4602-b097-e4ba2e4953e8" providerId="AD" clId="Web-{DAFC5A28-AD22-A307-C804-D30F89B7D8B0}" dt="2025-10-14T10:01:54.163" v="54" actId="20577"/>
          <ac:spMkLst>
            <pc:docMk/>
            <pc:sldMk cId="1243789602" sldId="280"/>
            <ac:spMk id="3" creationId="{17D00D0F-4B6F-20AF-CCB8-E377A2425FD0}"/>
          </ac:spMkLst>
        </pc:spChg>
        <pc:spChg chg="mod">
          <ac:chgData name="Marc Skerrett" userId="S::marc.skerrett@univ-smb.fr::5838212c-6006-4602-b097-e4ba2e4953e8" providerId="AD" clId="Web-{DAFC5A28-AD22-A307-C804-D30F89B7D8B0}" dt="2025-10-14T10:01:37.429" v="49" actId="20577"/>
          <ac:spMkLst>
            <pc:docMk/>
            <pc:sldMk cId="1243789602" sldId="280"/>
            <ac:spMk id="4" creationId="{951E2583-75B9-67EE-CABB-180C418F8983}"/>
          </ac:spMkLst>
        </pc:spChg>
        <pc:spChg chg="mod">
          <ac:chgData name="Marc Skerrett" userId="S::marc.skerrett@univ-smb.fr::5838212c-6006-4602-b097-e4ba2e4953e8" providerId="AD" clId="Web-{DAFC5A28-AD22-A307-C804-D30F89B7D8B0}" dt="2025-10-14T08:20:14.943" v="20" actId="20577"/>
          <ac:spMkLst>
            <pc:docMk/>
            <pc:sldMk cId="1243789602" sldId="280"/>
            <ac:spMk id="18" creationId="{03EEC004-B001-38FC-E7F0-93DB238B49DA}"/>
          </ac:spMkLst>
        </pc:spChg>
      </pc:sldChg>
    </pc:docChg>
  </pc:docChgLst>
  <pc:docChgLst>
    <pc:chgData name="Adrien Badel" userId="S::adrien.badel@univ-smb.fr::d14d62ed-19bc-4dc3-9902-d0d3dba6bde9" providerId="AD" clId="Web-{5B369F98-C095-3AA7-7100-C911193C9CCA}"/>
    <pc:docChg chg="mod modSld">
      <pc:chgData name="Adrien Badel" userId="S::adrien.badel@univ-smb.fr::d14d62ed-19bc-4dc3-9902-d0d3dba6bde9" providerId="AD" clId="Web-{5B369F98-C095-3AA7-7100-C911193C9CCA}" dt="2025-10-18T08:09:24.027" v="15" actId="20577"/>
      <pc:docMkLst>
        <pc:docMk/>
      </pc:docMkLst>
      <pc:sldChg chg="modSp modCm">
        <pc:chgData name="Adrien Badel" userId="S::adrien.badel@univ-smb.fr::d14d62ed-19bc-4dc3-9902-d0d3dba6bde9" providerId="AD" clId="Web-{5B369F98-C095-3AA7-7100-C911193C9CCA}" dt="2025-10-18T08:09:24.027" v="15" actId="20577"/>
        <pc:sldMkLst>
          <pc:docMk/>
          <pc:sldMk cId="2681372564" sldId="279"/>
        </pc:sldMkLst>
        <pc:spChg chg="mod">
          <ac:chgData name="Adrien Badel" userId="S::adrien.badel@univ-smb.fr::d14d62ed-19bc-4dc3-9902-d0d3dba6bde9" providerId="AD" clId="Web-{5B369F98-C095-3AA7-7100-C911193C9CCA}" dt="2025-10-18T08:07:18.380" v="6" actId="20577"/>
          <ac:spMkLst>
            <pc:docMk/>
            <pc:sldMk cId="2681372564" sldId="279"/>
            <ac:spMk id="6" creationId="{FFE3588B-8C13-D619-E556-6A0A6E2ECB63}"/>
          </ac:spMkLst>
        </pc:spChg>
        <pc:spChg chg="mod">
          <ac:chgData name="Adrien Badel" userId="S::adrien.badel@univ-smb.fr::d14d62ed-19bc-4dc3-9902-d0d3dba6bde9" providerId="AD" clId="Web-{5B369F98-C095-3AA7-7100-C911193C9CCA}" dt="2025-10-18T08:09:24.027" v="15" actId="20577"/>
          <ac:spMkLst>
            <pc:docMk/>
            <pc:sldMk cId="2681372564" sldId="279"/>
            <ac:spMk id="8" creationId="{43734BA6-B5F7-A081-D91D-CB98BAAF35C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drien Badel" userId="S::adrien.badel@univ-smb.fr::d14d62ed-19bc-4dc3-9902-d0d3dba6bde9" providerId="AD" clId="Web-{5B369F98-C095-3AA7-7100-C911193C9CCA}" dt="2025-10-18T08:08:34.713" v="14" actId="20577"/>
              <pc2:cmMkLst xmlns:pc2="http://schemas.microsoft.com/office/powerpoint/2019/9/main/command">
                <pc:docMk/>
                <pc:sldMk cId="2681372564" sldId="279"/>
                <pc2:cmMk id="{1EFF0471-7859-4F12-9B2B-ED6C6AFE0521}"/>
              </pc2:cmMkLst>
            </pc226:cmChg>
            <pc226:cmChg xmlns:pc226="http://schemas.microsoft.com/office/powerpoint/2022/06/main/command" chg="mod">
              <pc226:chgData name="Adrien Badel" userId="S::adrien.badel@univ-smb.fr::d14d62ed-19bc-4dc3-9902-d0d3dba6bde9" providerId="AD" clId="Web-{5B369F98-C095-3AA7-7100-C911193C9CCA}" dt="2025-10-18T08:07:09.661" v="5" actId="20577"/>
              <pc2:cmMkLst xmlns:pc2="http://schemas.microsoft.com/office/powerpoint/2019/9/main/command">
                <pc:docMk/>
                <pc:sldMk cId="2681372564" sldId="279"/>
                <pc2:cmMk id="{125AD499-2312-4184-BF3E-C479DF3C1194}"/>
              </pc2:cmMkLst>
            </pc226:cmChg>
            <pc226:cmChg xmlns:pc226="http://schemas.microsoft.com/office/powerpoint/2022/06/main/command" chg="mod">
              <pc226:chgData name="Adrien Badel" userId="S::adrien.badel@univ-smb.fr::d14d62ed-19bc-4dc3-9902-d0d3dba6bde9" providerId="AD" clId="Web-{5B369F98-C095-3AA7-7100-C911193C9CCA}" dt="2025-10-18T08:08:34.713" v="14" actId="20577"/>
              <pc2:cmMkLst xmlns:pc2="http://schemas.microsoft.com/office/powerpoint/2019/9/main/command">
                <pc:docMk/>
                <pc:sldMk cId="2681372564" sldId="279"/>
                <pc2:cmMk id="{8D42AAD1-8168-48CB-9918-B4823DFA5CD4}"/>
              </pc2:cmMkLst>
            </pc226:cmChg>
          </p:ext>
        </pc:extLst>
      </pc:sldChg>
    </pc:docChg>
  </pc:docChgLst>
  <pc:docChgLst>
    <pc:chgData name="Marc Villetard" userId="S::marc.villetard@univ-smb.fr::2c939e4c-f782-47cc-8796-fa0d748d6c3a" providerId="AD" clId="Web-{327042E6-460B-251E-F0F9-69A2666EC8B2}"/>
    <pc:docChg chg="mod">
      <pc:chgData name="Marc Villetard" userId="S::marc.villetard@univ-smb.fr::2c939e4c-f782-47cc-8796-fa0d748d6c3a" providerId="AD" clId="Web-{327042E6-460B-251E-F0F9-69A2666EC8B2}" dt="2025-09-29T14:51:27.469" v="0"/>
      <pc:docMkLst>
        <pc:docMk/>
      </pc:docMkLst>
    </pc:docChg>
  </pc:docChgLst>
  <pc:docChgLst>
    <pc:chgData name="Lamia Berrah" userId="S::lamia.berrah@univ-smb.fr::3fb674c7-d543-4c2e-a5e7-ff149e435b72" providerId="AD" clId="Web-{BF50FD1E-5CD9-3262-3BA3-29CEDA57607C}"/>
    <pc:docChg chg="modSld">
      <pc:chgData name="Lamia Berrah" userId="S::lamia.berrah@univ-smb.fr::3fb674c7-d543-4c2e-a5e7-ff149e435b72" providerId="AD" clId="Web-{BF50FD1E-5CD9-3262-3BA3-29CEDA57607C}" dt="2025-09-29T13:00:26.482" v="97" actId="20577"/>
      <pc:docMkLst>
        <pc:docMk/>
      </pc:docMkLst>
      <pc:sldChg chg="modSp">
        <pc:chgData name="Lamia Berrah" userId="S::lamia.berrah@univ-smb.fr::3fb674c7-d543-4c2e-a5e7-ff149e435b72" providerId="AD" clId="Web-{BF50FD1E-5CD9-3262-3BA3-29CEDA57607C}" dt="2025-09-29T13:00:26.482" v="97" actId="20577"/>
        <pc:sldMkLst>
          <pc:docMk/>
          <pc:sldMk cId="1243789602" sldId="280"/>
        </pc:sldMkLst>
        <pc:spChg chg="mod">
          <ac:chgData name="Lamia Berrah" userId="S::lamia.berrah@univ-smb.fr::3fb674c7-d543-4c2e-a5e7-ff149e435b72" providerId="AD" clId="Web-{BF50FD1E-5CD9-3262-3BA3-29CEDA57607C}" dt="2025-09-29T13:00:13.654" v="93" actId="20577"/>
          <ac:spMkLst>
            <pc:docMk/>
            <pc:sldMk cId="1243789602" sldId="280"/>
            <ac:spMk id="3" creationId="{17D00D0F-4B6F-20AF-CCB8-E377A2425FD0}"/>
          </ac:spMkLst>
        </pc:spChg>
        <pc:spChg chg="mod">
          <ac:chgData name="Lamia Berrah" userId="S::lamia.berrah@univ-smb.fr::3fb674c7-d543-4c2e-a5e7-ff149e435b72" providerId="AD" clId="Web-{BF50FD1E-5CD9-3262-3BA3-29CEDA57607C}" dt="2025-09-29T12:59:57.263" v="85" actId="20577"/>
          <ac:spMkLst>
            <pc:docMk/>
            <pc:sldMk cId="1243789602" sldId="280"/>
            <ac:spMk id="4" creationId="{951E2583-75B9-67EE-CABB-180C418F8983}"/>
          </ac:spMkLst>
        </pc:spChg>
        <pc:spChg chg="mod">
          <ac:chgData name="Lamia Berrah" userId="S::lamia.berrah@univ-smb.fr::3fb674c7-d543-4c2e-a5e7-ff149e435b72" providerId="AD" clId="Web-{BF50FD1E-5CD9-3262-3BA3-29CEDA57607C}" dt="2025-09-29T13:00:26.482" v="97" actId="20577"/>
          <ac:spMkLst>
            <pc:docMk/>
            <pc:sldMk cId="1243789602" sldId="280"/>
            <ac:spMk id="19" creationId="{0513233B-A3AC-F818-3DFD-54ED917E651D}"/>
          </ac:spMkLst>
        </pc:spChg>
      </pc:sldChg>
    </pc:docChg>
  </pc:docChgLst>
  <pc:docChgLst>
    <pc:chgData name="Marc Skerrett" userId="S::marc.skerrett@univ-smb.fr::5838212c-6006-4602-b097-e4ba2e4953e8" providerId="AD" clId="Web-{22B59825-8444-0F06-9B38-F3BED6ED306C}"/>
    <pc:docChg chg="modSld">
      <pc:chgData name="Marc Skerrett" userId="S::marc.skerrett@univ-smb.fr::5838212c-6006-4602-b097-e4ba2e4953e8" providerId="AD" clId="Web-{22B59825-8444-0F06-9B38-F3BED6ED306C}" dt="2025-10-14T15:34:34.797" v="161" actId="20577"/>
      <pc:docMkLst>
        <pc:docMk/>
      </pc:docMkLst>
      <pc:sldChg chg="modSp">
        <pc:chgData name="Marc Skerrett" userId="S::marc.skerrett@univ-smb.fr::5838212c-6006-4602-b097-e4ba2e4953e8" providerId="AD" clId="Web-{22B59825-8444-0F06-9B38-F3BED6ED306C}" dt="2025-10-14T15:19:47.010" v="34" actId="20577"/>
        <pc:sldMkLst>
          <pc:docMk/>
          <pc:sldMk cId="2631965568" sldId="276"/>
        </pc:sldMkLst>
      </pc:sldChg>
      <pc:sldChg chg="modSp">
        <pc:chgData name="Marc Skerrett" userId="S::marc.skerrett@univ-smb.fr::5838212c-6006-4602-b097-e4ba2e4953e8" providerId="AD" clId="Web-{22B59825-8444-0F06-9B38-F3BED6ED306C}" dt="2025-10-14T15:33:59.344" v="143" actId="20577"/>
        <pc:sldMkLst>
          <pc:docMk/>
          <pc:sldMk cId="3477544508" sldId="277"/>
        </pc:sldMkLst>
        <pc:spChg chg="mod">
          <ac:chgData name="Marc Skerrett" userId="S::marc.skerrett@univ-smb.fr::5838212c-6006-4602-b097-e4ba2e4953e8" providerId="AD" clId="Web-{22B59825-8444-0F06-9B38-F3BED6ED306C}" dt="2025-10-14T15:33:46.484" v="141" actId="20577"/>
          <ac:spMkLst>
            <pc:docMk/>
            <pc:sldMk cId="3477544508" sldId="277"/>
            <ac:spMk id="9" creationId="{0A7C6D86-F794-8B07-0E74-6CC2CDCBF81A}"/>
          </ac:spMkLst>
        </pc:spChg>
        <pc:spChg chg="mod">
          <ac:chgData name="Marc Skerrett" userId="S::marc.skerrett@univ-smb.fr::5838212c-6006-4602-b097-e4ba2e4953e8" providerId="AD" clId="Web-{22B59825-8444-0F06-9B38-F3BED6ED306C}" dt="2025-10-14T15:33:52.109" v="142" actId="20577"/>
          <ac:spMkLst>
            <pc:docMk/>
            <pc:sldMk cId="3477544508" sldId="277"/>
            <ac:spMk id="10" creationId="{13174D38-297B-9067-0C87-F5743A95B345}"/>
          </ac:spMkLst>
        </pc:spChg>
        <pc:spChg chg="mod">
          <ac:chgData name="Marc Skerrett" userId="S::marc.skerrett@univ-smb.fr::5838212c-6006-4602-b097-e4ba2e4953e8" providerId="AD" clId="Web-{22B59825-8444-0F06-9B38-F3BED6ED306C}" dt="2025-10-14T15:33:59.344" v="143" actId="20577"/>
          <ac:spMkLst>
            <pc:docMk/>
            <pc:sldMk cId="3477544508" sldId="277"/>
            <ac:spMk id="14" creationId="{517AF42C-939D-3268-139D-AE898A200690}"/>
          </ac:spMkLst>
        </pc:spChg>
      </pc:sldChg>
      <pc:sldChg chg="modSp">
        <pc:chgData name="Marc Skerrett" userId="S::marc.skerrett@univ-smb.fr::5838212c-6006-4602-b097-e4ba2e4953e8" providerId="AD" clId="Web-{22B59825-8444-0F06-9B38-F3BED6ED306C}" dt="2025-10-14T15:34:34.797" v="161" actId="20577"/>
        <pc:sldMkLst>
          <pc:docMk/>
          <pc:sldMk cId="409562011" sldId="278"/>
        </pc:sldMkLst>
        <pc:spChg chg="mod">
          <ac:chgData name="Marc Skerrett" userId="S::marc.skerrett@univ-smb.fr::5838212c-6006-4602-b097-e4ba2e4953e8" providerId="AD" clId="Web-{22B59825-8444-0F06-9B38-F3BED6ED306C}" dt="2025-10-14T15:34:34.797" v="161" actId="20577"/>
          <ac:spMkLst>
            <pc:docMk/>
            <pc:sldMk cId="409562011" sldId="278"/>
            <ac:spMk id="2" creationId="{BF693259-F9EF-F253-6A91-6833D6C788A9}"/>
          </ac:spMkLst>
        </pc:spChg>
        <pc:spChg chg="mod">
          <ac:chgData name="Marc Skerrett" userId="S::marc.skerrett@univ-smb.fr::5838212c-6006-4602-b097-e4ba2e4953e8" providerId="AD" clId="Web-{22B59825-8444-0F06-9B38-F3BED6ED306C}" dt="2025-10-14T15:23:02.277" v="74" actId="20577"/>
          <ac:spMkLst>
            <pc:docMk/>
            <pc:sldMk cId="409562011" sldId="278"/>
            <ac:spMk id="4" creationId="{D6F02BD9-C926-AC9E-9D0F-7AE3797422E0}"/>
          </ac:spMkLst>
        </pc:spChg>
        <pc:spChg chg="mod">
          <ac:chgData name="Marc Skerrett" userId="S::marc.skerrett@univ-smb.fr::5838212c-6006-4602-b097-e4ba2e4953e8" providerId="AD" clId="Web-{22B59825-8444-0F06-9B38-F3BED6ED306C}" dt="2025-10-14T15:28:02.952" v="100" actId="20577"/>
          <ac:spMkLst>
            <pc:docMk/>
            <pc:sldMk cId="409562011" sldId="278"/>
            <ac:spMk id="6" creationId="{ED582853-8316-3AA7-B446-9C890792606B}"/>
          </ac:spMkLst>
        </pc:spChg>
        <pc:spChg chg="mod">
          <ac:chgData name="Marc Skerrett" userId="S::marc.skerrett@univ-smb.fr::5838212c-6006-4602-b097-e4ba2e4953e8" providerId="AD" clId="Web-{22B59825-8444-0F06-9B38-F3BED6ED306C}" dt="2025-10-14T15:29:15.358" v="117" actId="20577"/>
          <ac:spMkLst>
            <pc:docMk/>
            <pc:sldMk cId="409562011" sldId="278"/>
            <ac:spMk id="7" creationId="{2C148358-2148-D2E7-F73F-4EAB29F77648}"/>
          </ac:spMkLst>
        </pc:spChg>
        <pc:spChg chg="mod">
          <ac:chgData name="Marc Skerrett" userId="S::marc.skerrett@univ-smb.fr::5838212c-6006-4602-b097-e4ba2e4953e8" providerId="AD" clId="Web-{22B59825-8444-0F06-9B38-F3BED6ED306C}" dt="2025-10-14T15:29:06.311" v="115" actId="20577"/>
          <ac:spMkLst>
            <pc:docMk/>
            <pc:sldMk cId="409562011" sldId="278"/>
            <ac:spMk id="8" creationId="{F37F1302-0150-32C4-19D2-575D7E56DC95}"/>
          </ac:spMkLst>
        </pc:spChg>
      </pc:sldChg>
      <pc:sldChg chg="modSp">
        <pc:chgData name="Marc Skerrett" userId="S::marc.skerrett@univ-smb.fr::5838212c-6006-4602-b097-e4ba2e4953e8" providerId="AD" clId="Web-{22B59825-8444-0F06-9B38-F3BED6ED306C}" dt="2025-10-14T15:33:30.140" v="140" actId="20577"/>
        <pc:sldMkLst>
          <pc:docMk/>
          <pc:sldMk cId="2681372564" sldId="279"/>
        </pc:sldMkLst>
        <pc:spChg chg="mod">
          <ac:chgData name="Marc Skerrett" userId="S::marc.skerrett@univ-smb.fr::5838212c-6006-4602-b097-e4ba2e4953e8" providerId="AD" clId="Web-{22B59825-8444-0F06-9B38-F3BED6ED306C}" dt="2025-10-14T15:32:36.156" v="131" actId="20577"/>
          <ac:spMkLst>
            <pc:docMk/>
            <pc:sldMk cId="2681372564" sldId="279"/>
            <ac:spMk id="6" creationId="{FFE3588B-8C13-D619-E556-6A0A6E2ECB63}"/>
          </ac:spMkLst>
        </pc:spChg>
        <pc:spChg chg="mod">
          <ac:chgData name="Marc Skerrett" userId="S::marc.skerrett@univ-smb.fr::5838212c-6006-4602-b097-e4ba2e4953e8" providerId="AD" clId="Web-{22B59825-8444-0F06-9B38-F3BED6ED306C}" dt="2025-10-14T15:32:27.906" v="130" actId="20577"/>
          <ac:spMkLst>
            <pc:docMk/>
            <pc:sldMk cId="2681372564" sldId="279"/>
            <ac:spMk id="7" creationId="{47CEA140-556F-3EC5-7022-79096AFD1B39}"/>
          </ac:spMkLst>
        </pc:spChg>
        <pc:spChg chg="mod">
          <ac:chgData name="Marc Skerrett" userId="S::marc.skerrett@univ-smb.fr::5838212c-6006-4602-b097-e4ba2e4953e8" providerId="AD" clId="Web-{22B59825-8444-0F06-9B38-F3BED6ED306C}" dt="2025-10-14T15:33:30.140" v="140" actId="20577"/>
          <ac:spMkLst>
            <pc:docMk/>
            <pc:sldMk cId="2681372564" sldId="279"/>
            <ac:spMk id="8" creationId="{43734BA6-B5F7-A081-D91D-CB98BAAF35C2}"/>
          </ac:spMkLst>
        </pc:spChg>
      </pc:sldChg>
      <pc:sldChg chg="modSp">
        <pc:chgData name="Marc Skerrett" userId="S::marc.skerrett@univ-smb.fr::5838212c-6006-4602-b097-e4ba2e4953e8" providerId="AD" clId="Web-{22B59825-8444-0F06-9B38-F3BED6ED306C}" dt="2025-10-14T15:18:07.276" v="8" actId="20577"/>
        <pc:sldMkLst>
          <pc:docMk/>
          <pc:sldMk cId="1243789602" sldId="280"/>
        </pc:sldMkLst>
        <pc:spChg chg="mod">
          <ac:chgData name="Marc Skerrett" userId="S::marc.skerrett@univ-smb.fr::5838212c-6006-4602-b097-e4ba2e4953e8" providerId="AD" clId="Web-{22B59825-8444-0F06-9B38-F3BED6ED306C}" dt="2025-10-14T15:18:07.276" v="8" actId="20577"/>
          <ac:spMkLst>
            <pc:docMk/>
            <pc:sldMk cId="1243789602" sldId="280"/>
            <ac:spMk id="3" creationId="{17D00D0F-4B6F-20AF-CCB8-E377A2425FD0}"/>
          </ac:spMkLst>
        </pc:spChg>
        <pc:spChg chg="mod">
          <ac:chgData name="Marc Skerrett" userId="S::marc.skerrett@univ-smb.fr::5838212c-6006-4602-b097-e4ba2e4953e8" providerId="AD" clId="Web-{22B59825-8444-0F06-9B38-F3BED6ED306C}" dt="2025-10-14T15:17:43.698" v="2" actId="20577"/>
          <ac:spMkLst>
            <pc:docMk/>
            <pc:sldMk cId="1243789602" sldId="280"/>
            <ac:spMk id="18" creationId="{03EEC004-B001-38FC-E7F0-93DB238B49DA}"/>
          </ac:spMkLst>
        </pc:spChg>
      </pc:sldChg>
      <pc:sldChg chg="modSp">
        <pc:chgData name="Marc Skerrett" userId="S::marc.skerrett@univ-smb.fr::5838212c-6006-4602-b097-e4ba2e4953e8" providerId="AD" clId="Web-{22B59825-8444-0F06-9B38-F3BED6ED306C}" dt="2025-10-14T15:24:03.215" v="79" actId="20577"/>
        <pc:sldMkLst>
          <pc:docMk/>
          <pc:sldMk cId="4122250727" sldId="281"/>
        </pc:sldMkLst>
        <pc:spChg chg="mod">
          <ac:chgData name="Marc Skerrett" userId="S::marc.skerrett@univ-smb.fr::5838212c-6006-4602-b097-e4ba2e4953e8" providerId="AD" clId="Web-{22B59825-8444-0F06-9B38-F3BED6ED306C}" dt="2025-10-14T15:18:54.526" v="11" actId="20577"/>
          <ac:spMkLst>
            <pc:docMk/>
            <pc:sldMk cId="4122250727" sldId="281"/>
            <ac:spMk id="2" creationId="{7EB19D80-3C42-9F28-CDB7-69220BD8D669}"/>
          </ac:spMkLst>
        </pc:spChg>
        <pc:spChg chg="mod">
          <ac:chgData name="Marc Skerrett" userId="S::marc.skerrett@univ-smb.fr::5838212c-6006-4602-b097-e4ba2e4953e8" providerId="AD" clId="Web-{22B59825-8444-0F06-9B38-F3BED6ED306C}" dt="2025-10-14T15:21:08.636" v="53" actId="20577"/>
          <ac:spMkLst>
            <pc:docMk/>
            <pc:sldMk cId="4122250727" sldId="281"/>
            <ac:spMk id="3" creationId="{619F5B6A-C1FE-7D9F-42A5-D9BF09A39373}"/>
          </ac:spMkLst>
        </pc:spChg>
        <pc:spChg chg="mod">
          <ac:chgData name="Marc Skerrett" userId="S::marc.skerrett@univ-smb.fr::5838212c-6006-4602-b097-e4ba2e4953e8" providerId="AD" clId="Web-{22B59825-8444-0F06-9B38-F3BED6ED306C}" dt="2025-10-14T15:21:59.042" v="61" actId="20577"/>
          <ac:spMkLst>
            <pc:docMk/>
            <pc:sldMk cId="4122250727" sldId="281"/>
            <ac:spMk id="4" creationId="{DA479696-6BE0-9C11-86B9-DF1E016DBD7B}"/>
          </ac:spMkLst>
        </pc:spChg>
        <pc:spChg chg="mod">
          <ac:chgData name="Marc Skerrett" userId="S::marc.skerrett@univ-smb.fr::5838212c-6006-4602-b097-e4ba2e4953e8" providerId="AD" clId="Web-{22B59825-8444-0F06-9B38-F3BED6ED306C}" dt="2025-10-14T15:22:33.323" v="70" actId="20577"/>
          <ac:spMkLst>
            <pc:docMk/>
            <pc:sldMk cId="4122250727" sldId="281"/>
            <ac:spMk id="18" creationId="{4C82FA3C-3FEA-221E-03E0-44F78B4DCCEB}"/>
          </ac:spMkLst>
        </pc:spChg>
        <pc:spChg chg="mod">
          <ac:chgData name="Marc Skerrett" userId="S::marc.skerrett@univ-smb.fr::5838212c-6006-4602-b097-e4ba2e4953e8" providerId="AD" clId="Web-{22B59825-8444-0F06-9B38-F3BED6ED306C}" dt="2025-10-14T15:23:49.559" v="78" actId="20577"/>
          <ac:spMkLst>
            <pc:docMk/>
            <pc:sldMk cId="4122250727" sldId="281"/>
            <ac:spMk id="19" creationId="{9F23E88D-0212-6E07-6030-FAF7BBF7C278}"/>
          </ac:spMkLst>
        </pc:spChg>
        <pc:spChg chg="mod">
          <ac:chgData name="Marc Skerrett" userId="S::marc.skerrett@univ-smb.fr::5838212c-6006-4602-b097-e4ba2e4953e8" providerId="AD" clId="Web-{22B59825-8444-0F06-9B38-F3BED6ED306C}" dt="2025-10-14T15:24:03.215" v="79" actId="20577"/>
          <ac:spMkLst>
            <pc:docMk/>
            <pc:sldMk cId="4122250727" sldId="281"/>
            <ac:spMk id="20" creationId="{00BA6169-CF2F-8C1B-7CBE-A5141A6BDD02}"/>
          </ac:spMkLst>
        </pc:spChg>
      </pc:sldChg>
    </pc:docChg>
  </pc:docChgLst>
  <pc:docChgLst>
    <pc:chgData name="David Gibus" userId="S::david.gibus@univ-smb.fr::05f4bf82-704b-4c8c-8b03-1ded53405e0a" providerId="AD" clId="Web-{040F8D51-35BA-2768-5F8F-5CFC52509BD2}"/>
    <pc:docChg chg="mod modSld">
      <pc:chgData name="David Gibus" userId="S::david.gibus@univ-smb.fr::05f4bf82-704b-4c8c-8b03-1ded53405e0a" providerId="AD" clId="Web-{040F8D51-35BA-2768-5F8F-5CFC52509BD2}" dt="2025-10-17T14:47:38.539" v="14" actId="20577"/>
      <pc:docMkLst>
        <pc:docMk/>
      </pc:docMkLst>
      <pc:sldChg chg="modSp modCm">
        <pc:chgData name="David Gibus" userId="S::david.gibus@univ-smb.fr::05f4bf82-704b-4c8c-8b03-1ded53405e0a" providerId="AD" clId="Web-{040F8D51-35BA-2768-5F8F-5CFC52509BD2}" dt="2025-10-17T14:47:38.539" v="14" actId="20577"/>
        <pc:sldMkLst>
          <pc:docMk/>
          <pc:sldMk cId="2681372564" sldId="279"/>
        </pc:sldMkLst>
        <pc:spChg chg="mod">
          <ac:chgData name="David Gibus" userId="S::david.gibus@univ-smb.fr::05f4bf82-704b-4c8c-8b03-1ded53405e0a" providerId="AD" clId="Web-{040F8D51-35BA-2768-5F8F-5CFC52509BD2}" dt="2025-10-17T14:47:17.102" v="8" actId="20577"/>
          <ac:spMkLst>
            <pc:docMk/>
            <pc:sldMk cId="2681372564" sldId="279"/>
            <ac:spMk id="6" creationId="{FFE3588B-8C13-D619-E556-6A0A6E2ECB63}"/>
          </ac:spMkLst>
        </pc:spChg>
        <pc:spChg chg="mod">
          <ac:chgData name="David Gibus" userId="S::david.gibus@univ-smb.fr::05f4bf82-704b-4c8c-8b03-1ded53405e0a" providerId="AD" clId="Web-{040F8D51-35BA-2768-5F8F-5CFC52509BD2}" dt="2025-10-17T14:47:38.539" v="14" actId="20577"/>
          <ac:spMkLst>
            <pc:docMk/>
            <pc:sldMk cId="2681372564" sldId="279"/>
            <ac:spMk id="8" creationId="{43734BA6-B5F7-A081-D91D-CB98BAAF35C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David Gibus" userId="S::david.gibus@univ-smb.fr::05f4bf82-704b-4c8c-8b03-1ded53405e0a" providerId="AD" clId="Web-{040F8D51-35BA-2768-5F8F-5CFC52509BD2}" dt="2025-10-17T14:47:00.148" v="7" actId="20577"/>
              <pc2:cmMkLst xmlns:pc2="http://schemas.microsoft.com/office/powerpoint/2019/9/main/command">
                <pc:docMk/>
                <pc:sldMk cId="2681372564" sldId="279"/>
                <pc2:cmMk id="{125AD499-2312-4184-BF3E-C479DF3C1194}"/>
              </pc2:cmMkLst>
            </pc226:cmChg>
          </p:ext>
        </pc:extLst>
      </pc:sldChg>
    </pc:docChg>
  </pc:docChgLst>
</pc:chgInfo>
</file>

<file path=ppt/comments/modernComment_112_13F2518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53CD0B6-F928-4E3B-8537-220D510BF2B2}" authorId="{D967E918-EB53-4B17-93F6-974E2AA2605D}" created="2025-10-17T15:30:04.84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4647694" sldId="274"/>
      <ac:spMk id="6" creationId="{61A725CD-40B9-4748-F7D7-CC1B1AD75865}"/>
      <ac:txMk cp="237" len="70">
        <ac:context len="509" hash="4074690906"/>
      </ac:txMk>
    </ac:txMkLst>
    <p188:pos x="7844424" y="1722328"/>
    <p188:txBody>
      <a:bodyPr/>
      <a:lstStyle/>
      <a:p>
        <a:r>
          <a:rPr lang="en-US"/>
          <a:t>J'ajouterais bien une composante sur l'environnement. Du type "en appliquant une démarche d’éco-conception"</a:t>
        </a:r>
      </a:p>
    </p188:txBody>
  </p188:cm>
</p188:cmLst>
</file>

<file path=ppt/comments/modernComment_117_9FD27F9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25AD499-2312-4184-BF3E-C479DF3C1194}" authorId="{D967E918-EB53-4B17-93F6-974E2AA2605D}" created="2025-10-17T14:45:02.85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681372564" sldId="279"/>
      <ac:spMk id="6" creationId="{FFE3588B-8C13-D619-E556-6A0A6E2ECB63}"/>
      <ac:txMk cp="0" len="249">
        <ac:context len="380" hash="1297791191"/>
      </ac:txMk>
    </ac:txMkLst>
    <p188:pos x="7390356" y="814191"/>
    <p188:replyLst>
      <p188:reply id="{63D7437D-DAE3-4E95-9FFD-EBA277CBA092}" authorId="{FFB27403-22C7-DB71-00DF-BB8B80B891D7}" created="2025-10-18T08:07:12.740">
        <p188:txBody>
          <a:bodyPr/>
          <a:lstStyle/>
          <a:p>
            <a:r>
              <a:rPr lang="fr-FR"/>
              <a:t>Oui. Proposition: "Concevoir et mettre en œuvre un montage électrique ou électronique simple, incluant le conditionnement des signaux de capteurs, la commande d’actionneurs et l’analyse des grandeurs électriques."</a:t>
            </a:r>
          </a:p>
        </p188:txBody>
      </p188:reply>
    </p188:replyLst>
    <p188:txBody>
      <a:bodyPr/>
      <a:lstStyle/>
      <a:p>
        <a:r>
          <a:rPr lang="en-US"/>
          <a:t>Ces 3 peuvent être regrouper. Peut-être par "modéliser ou réaliser ou concevoir un circuit électrique"</a:t>
        </a:r>
      </a:p>
    </p188:txBody>
  </p188:cm>
  <p188:cm id="{E927731D-E7AD-473A-9926-F0ACFEE8E4B8}" authorId="{D967E918-EB53-4B17-93F6-974E2AA2605D}" created="2025-10-17T14:49:19.57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681372564" sldId="279"/>
      <ac:spMk id="7" creationId="{47CEA140-556F-3EC5-7022-79096AFD1B39}"/>
      <ac:txMk cp="300" len="108">
        <ac:context len="409" hash="315182282"/>
      </ac:txMk>
    </ac:txMkLst>
    <p188:pos x="4164904" y="1550095"/>
    <p188:replyLst>
      <p188:reply id="{DE6CE9BC-8381-4282-8792-4FA7BA31C4A2}" authorId="{FFB27403-22C7-DB71-00DF-BB8B80B891D7}" created="2025-10-18T08:07:37.271">
        <p188:txBody>
          <a:bodyPr/>
          <a:lstStyle/>
          <a:p>
            <a:r>
              <a:rPr lang="fr-FR"/>
              <a:t>Oui !</a:t>
            </a:r>
          </a:p>
        </p188:txBody>
      </p188:reply>
    </p188:replyLst>
    <p188:txBody>
      <a:bodyPr/>
      <a:lstStyle/>
      <a:p>
        <a:r>
          <a:rPr lang="en-US"/>
          <a:t>Ces 2 peuvent être regroupés dans "concevoir une stratégie de contrôle commande" 
Ca serait davantage en 5A d'ailleurs</a:t>
        </a:r>
      </a:p>
    </p188:txBody>
  </p188:cm>
  <p188:cm id="{1EFF0471-7859-4F12-9B2B-ED6C6AFE0521}" authorId="{D967E918-EB53-4B17-93F6-974E2AA2605D}" created="2025-10-17T14:51:42.74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681372564" sldId="279"/>
      <ac:spMk id="8" creationId="{43734BA6-B5F7-A081-D91D-CB98BAAF35C2}"/>
      <ac:txMk cp="0" len="124">
        <ac:context len="270" hash="953026477"/>
      </ac:txMk>
    </ac:txMkLst>
    <p188:pos x="5558424" y="688931"/>
    <p188:replyLst>
      <p188:reply id="{7BF82CA0-5574-4378-983E-AF836F56A727}" authorId="{D967E918-EB53-4B17-93F6-974E2AA2605D}" created="2025-10-17T14:53:24.603">
        <p188:txBody>
          <a:bodyPr/>
          <a:lstStyle/>
          <a:p>
            <a:r>
              <a:rPr lang="en-US"/>
              <a:t>Par ailleurs, potentiellement redondant avec l'apprentissage critique de 4A (​spécifier et concevoir un système embarqué (entrée/sortie, registre, interruption​)</a:t>
            </a:r>
          </a:p>
        </p188:txBody>
      </p188:reply>
    </p188:replyLst>
    <p188:txBody>
      <a:bodyPr/>
      <a:lstStyle/>
      <a:p>
        <a:r>
          <a:rPr lang="en-US"/>
          <a:t>Ces 2 peuvent être regroupées en supprimant la deuxième je dirais</a:t>
        </a:r>
      </a:p>
    </p188:txBody>
  </p188:cm>
  <p188:cm id="{8D42AAD1-8168-48CB-9918-B4823DFA5CD4}" authorId="{D967E918-EB53-4B17-93F6-974E2AA2605D}" created="2025-10-17T14:52:20.61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681372564" sldId="279"/>
      <ac:spMk id="8" creationId="{43734BA6-B5F7-A081-D91D-CB98BAAF35C2}"/>
      <ac:txMk cp="227" len="42">
        <ac:context len="270" hash="953026477"/>
      </ac:txMk>
    </ac:txMkLst>
    <p188:pos x="3992671" y="1424835"/>
    <p188:replyLst>
      <p188:reply id="{2EAF8F4A-8D55-49DA-81C0-9A0B836A6C42}" authorId="{FFB27403-22C7-DB71-00DF-BB8B80B891D7}" created="2025-10-18T08:08:56.698">
        <p188:txBody>
          <a:bodyPr/>
          <a:lstStyle/>
          <a:p>
            <a:r>
              <a:rPr lang="fr-FR"/>
              <a:t>ça pourrait devenir "Piloter un système mécatronique ?"</a:t>
            </a:r>
          </a:p>
        </p188:txBody>
      </p188:reply>
    </p188:replyLst>
    <p188:txBody>
      <a:bodyPr/>
      <a:lstStyle/>
      <a:p>
        <a:r>
          <a:rPr lang="en-US"/>
          <a:t>J'ai l'impression qu'elle ne fait pas de sens en 5A. Soit 3A, soit supprimer je dirais</a:t>
        </a:r>
      </a:p>
    </p188:txBody>
  </p188:cm>
  <p188:cm id="{A0400061-DAA0-4F7D-838E-608679EE05A9}" authorId="{D967E918-EB53-4B17-93F6-974E2AA2605D}" created="2025-10-17T14:55:59.93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681372564" sldId="279"/>
      <ac:spMk id="7" creationId="{47CEA140-556F-3EC5-7022-79096AFD1B39}"/>
      <ac:txMk cp="0" len="54">
        <ac:context len="409" hash="315182282"/>
      </ac:txMk>
    </ac:txMkLst>
    <p188:pos x="4791205" y="344465"/>
    <p188:txBody>
      <a:bodyPr/>
      <a:lstStyle/>
      <a:p>
        <a:r>
          <a:rPr lang="en-US"/>
          <a:t>Potentiellement redondant avec l'"approche multi-objectifs" qui dans l'apprentissage critique de 5A</a:t>
        </a:r>
      </a:p>
    </p188:txBody>
  </p188:cm>
  <p188:cm id="{DC73D46A-3944-4BB6-AF1A-E9247B74AC47}" authorId="{D967E918-EB53-4B17-93F6-974E2AA2605D}" created="2025-10-17T15:04:11.60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681372564" sldId="279"/>
      <ac:spMk id="2" creationId="{E5F2FD61-6409-EA03-2794-3D6DAACAEB60}"/>
      <ac:txMk cp="31" len="3">
        <ac:context len="35" hash="130578859"/>
      </ac:txMk>
    </ac:txMkLst>
    <p188:pos x="1205630" y="1111684"/>
    <p188:txBody>
      <a:bodyPr/>
      <a:lstStyle/>
      <a:p>
        <a:r>
          <a:rPr lang="en-US"/>
          <a:t>Ingénieur bureau d’étude​
Ingénieur R&amp;D</a:t>
        </a:r>
      </a:p>
    </p188:txBody>
  </p188:cm>
  <p188:cm id="{ECF4DAE8-2E3E-4DB5-A6C3-056BD3A54B29}" authorId="{D967E918-EB53-4B17-93F6-974E2AA2605D}" created="2025-10-17T15:27:48.109">
    <pc:sldMkLst xmlns:pc="http://schemas.microsoft.com/office/powerpoint/2013/main/command">
      <pc:docMk/>
      <pc:sldMk cId="2681372564" sldId="279"/>
    </pc:sldMkLst>
    <p188:replyLst>
      <p188:reply id="{766E9333-2037-405C-89D3-4429DA6042C7}" authorId="{FFB27403-22C7-DB71-00DF-BB8B80B891D7}" created="2025-10-18T08:10:02.529">
        <p188:txBody>
          <a:bodyPr/>
          <a:lstStyle/>
          <a:p>
            <a:r>
              <a:rPr lang="fr-FR"/>
              <a:t>oui. Par exemple, en automatique on peut développer des lois de commande qui visent à diminuer la consommation énergétique</a:t>
            </a:r>
          </a:p>
        </p188:txBody>
      </p188:reply>
    </p188:replyLst>
    <p188:txBody>
      <a:bodyPr/>
      <a:lstStyle/>
      <a:p>
        <a:r>
          <a:rPr lang="en-US"/>
          <a:t>J'ajouterais bien une composante sur l'environnement. Du type "en appliquant une démarche d’éco-conception"</a:t>
        </a:r>
      </a:p>
    </p188:txBody>
  </p188:cm>
</p188:cmLst>
</file>

<file path=ppt/comments/modernComment_118_4A22B92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9FA5852-4F73-4290-84C7-D01D2C97C1BE}" authorId="{C2F43BCA-2251-B4EB-B568-0B94C774C5B8}" created="2025-09-29T14:51:27.46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243789602" sldId="280"/>
      <ac:spMk id="9" creationId="{86548397-B105-A17B-A892-F94B14D8057E}"/>
    </ac:deMkLst>
    <p188:txBody>
      <a:bodyPr/>
      <a:lstStyle/>
      <a:p>
        <a:r>
          <a:rPr lang="en-US"/>
          <a:t>Le découpage par année n'est pas représentatif de la réalité (en FISE notamment).</a:t>
        </a:r>
      </a:p>
    </p188:txBody>
  </p188:cm>
</p188:cmLst>
</file>

<file path=ppt/comments/modernComment_119_F5B48DE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E1CF85A-A737-4921-A818-71C3D2FC5D8C}" authorId="{D967E918-EB53-4B17-93F6-974E2AA2605D}" created="2025-10-17T15:36:21.81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122250727" sldId="281"/>
      <ac:spMk id="19" creationId="{9F23E88D-0212-6E07-6030-FAF7BBF7C278}"/>
      <ac:txMk cp="222" len="37">
        <ac:context len="659" hash="1255496986"/>
      </ac:txMk>
    </ac:txMkLst>
    <p188:pos x="9973849" y="1315232"/>
    <p188:txBody>
      <a:bodyPr/>
      <a:lstStyle/>
      <a:p>
        <a:r>
          <a:rPr lang="en-US"/>
          <a:t>On peut mettre "en tenant compte des contraintes environnementales et sociétales"
Mais il y a déjà beaucoup de composantes essentielles... On peut s'ajouter à la 3e : (coût, qualité, délais, humains, environnement, etc.)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13E81-940D-4642-9FBB-D58CCA39D57C}" type="datetimeFigureOut">
              <a:rPr lang="fr-FR" smtClean="0"/>
              <a:t>23/10/2025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12E30C-1A81-0444-AC6E-8E81B7BEE9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7191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3602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DAABE-B26A-CF1B-06B8-4E8A6274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374B544-C6CD-E18F-1135-7AFBFC9EEE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CCF3EE3-DF4D-5E41-6AD6-4413D0900B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4CDFA6C-9C30-FC8A-F490-F574371EED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3767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7A7E3-D333-5F86-1FE7-DEECF9AE8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9CAD071-183C-C23E-73F6-6063E7382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06EF91A-F8CA-DAA0-E573-D441FD5047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7AB0C5-A83B-C2A0-2ADE-4B18F9B16D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1366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BD2D6-D756-EAD1-31EE-A6E1F026B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2F34487-C2EC-DDBD-839C-E954EB0A8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045DE27-C4A1-77F3-DAD0-DD42A1E09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F981CD-90E7-B8F5-4623-CA7CD7118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8668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73038-BE08-1BA8-AF1A-71ECF9614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3D6D2E4-E3FF-23FB-E7F8-F2AA3B0E9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C2B8A0E-40CE-CBCC-A375-329A32B3E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F3075D3-4D98-5275-9FFF-C8A12B101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0779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78551-9EC9-241E-756E-7E7C5CF7B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43EF346-41CD-A87C-AD6D-EDBFEA37B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3E5EE7D-5BF3-10BA-FF77-6FFEAD58C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54772A-8221-2B7A-3C60-CA8EA0FA8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12E30C-1A81-0444-AC6E-8E81B7BEE936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6222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2_13F2518E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8_4A22B92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9_F5B48DE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7_9FD27F9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53887-F143-01A2-208D-0B30DFB7F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85F193DA-4C9B-31CF-9E03-8506104987BB}"/>
              </a:ext>
            </a:extLst>
          </p:cNvPr>
          <p:cNvSpPr/>
          <p:nvPr/>
        </p:nvSpPr>
        <p:spPr>
          <a:xfrm>
            <a:off x="0" y="740576"/>
            <a:ext cx="18287999" cy="196452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8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MECA Polytech Annecy-Chambéry</a:t>
            </a:r>
          </a:p>
        </p:txBody>
      </p:sp>
      <p:pic>
        <p:nvPicPr>
          <p:cNvPr id="8" name="Image 7" descr="Une image contenant texte, capture d’écran, Polic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8464FE11-D557-707B-4FF6-B8F1A5349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33" y="2972286"/>
            <a:ext cx="17192232" cy="689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965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7D3D8-A672-CF34-E468-B4918780C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19">
            <a:extLst>
              <a:ext uri="{FF2B5EF4-FFF2-40B4-BE49-F238E27FC236}">
                <a16:creationId xmlns:a16="http://schemas.microsoft.com/office/drawing/2014/main" id="{B302F36A-63B2-5ED3-C2E8-0A6612FC23D9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bureau d’étude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Ingénieur R&amp;D</a:t>
            </a: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24DB9B11-8866-5757-F64D-700ADA984492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marL="342900" indent="-342900">
              <a:buFontTx/>
              <a:buChar char="-"/>
            </a:pP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modéliser un produit mécanique, électrique, mécatronique. </a:t>
            </a:r>
          </a:p>
          <a:p>
            <a:pPr marL="342900" indent="-342900">
              <a:buFontTx/>
              <a:buChar char="-"/>
            </a:pP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analyser un document technique (dessin technique, schémas...)</a:t>
            </a:r>
          </a:p>
          <a:p>
            <a:pPr marL="342900" indent="-342900">
              <a:buFontTx/>
              <a:buChar char="-"/>
            </a:pP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élaborer un schéma technique </a:t>
            </a:r>
          </a:p>
          <a:p>
            <a:pPr marL="342900" indent="-342900">
              <a:buFontTx/>
              <a:buChar char="-"/>
            </a:pP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réaliser une notice de calcul</a:t>
            </a:r>
          </a:p>
          <a:p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2DA0866B-ABB3-687E-57CB-7A29C5E74551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- vérifier les comportements mécaniques du produit et de ses composants.</a:t>
            </a:r>
          </a:p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- faire un benchmark produit (veille technique règlementaire et fonctionnelle, recherche de principes)​</a:t>
            </a:r>
          </a:p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- analyser un produit existant mécanique, électrique, mécatronique.</a:t>
            </a:r>
          </a:p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- rédiger un cahier des charges</a:t>
            </a:r>
          </a:p>
          <a:p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119">
            <a:extLst>
              <a:ext uri="{FF2B5EF4-FFF2-40B4-BE49-F238E27FC236}">
                <a16:creationId xmlns:a16="http://schemas.microsoft.com/office/drawing/2014/main" id="{F1AD3F13-7C0A-7502-0403-C5465882C320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- optimiser la conception du produit en utilisant ses modèles.</a:t>
            </a:r>
          </a:p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- étudier la faisabilité technique en phase de préconception (matériaux, tolérancement...)</a:t>
            </a:r>
          </a:p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- documenter un produit (PLM, AMDEC, notice d'utilisation, gamme d’assemblage, etc.)</a:t>
            </a:r>
          </a:p>
        </p:txBody>
      </p:sp>
      <p:sp>
        <p:nvSpPr>
          <p:cNvPr id="5" name="Freeform 119">
            <a:extLst>
              <a:ext uri="{FF2B5EF4-FFF2-40B4-BE49-F238E27FC236}">
                <a16:creationId xmlns:a16="http://schemas.microsoft.com/office/drawing/2014/main" id="{57F3CB7D-4CBC-483F-FCC2-8ABF16AEBBB9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9" name="Freeform 119">
            <a:extLst>
              <a:ext uri="{FF2B5EF4-FFF2-40B4-BE49-F238E27FC236}">
                <a16:creationId xmlns:a16="http://schemas.microsoft.com/office/drawing/2014/main" id="{51583935-A8D8-A4D8-37A7-32A31C428CB2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Analyse</a:t>
            </a:r>
          </a:p>
        </p:txBody>
      </p:sp>
      <p:sp>
        <p:nvSpPr>
          <p:cNvPr id="10" name="Freeform 119">
            <a:extLst>
              <a:ext uri="{FF2B5EF4-FFF2-40B4-BE49-F238E27FC236}">
                <a16:creationId xmlns:a16="http://schemas.microsoft.com/office/drawing/2014/main" id="{9E7AEFDD-C48A-450F-4255-D56AF0A7D827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  <a:p>
            <a:pPr algn="ctr"/>
            <a:r>
              <a:rPr lang="fr-FR" sz="1600">
                <a:latin typeface="Calibri" panose="020F0502020204030204" pitchFamily="34" charset="0"/>
                <a:cs typeface="Calibri" panose="020F0502020204030204" pitchFamily="34" charset="0"/>
              </a:rPr>
              <a:t>Comparaison / spécification ?</a:t>
            </a:r>
          </a:p>
        </p:txBody>
      </p:sp>
      <p:sp>
        <p:nvSpPr>
          <p:cNvPr id="14" name="Freeform 119">
            <a:extLst>
              <a:ext uri="{FF2B5EF4-FFF2-40B4-BE49-F238E27FC236}">
                <a16:creationId xmlns:a16="http://schemas.microsoft.com/office/drawing/2014/main" id="{DFEA84A2-E282-DA50-986F-4B10C8221D48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Conception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FD6A5E65-007E-8A19-FA23-2D52DE22BD6C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Concevoir des produits manufacturés</a:t>
            </a:r>
          </a:p>
          <a:p>
            <a:pPr algn="ctr">
              <a:lnSpc>
                <a:spcPct val="150000"/>
              </a:lnSpc>
            </a:pPr>
            <a:r>
              <a:rPr lang="fr-FR" sz="3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6" name="Freeform 119">
            <a:extLst>
              <a:ext uri="{FF2B5EF4-FFF2-40B4-BE49-F238E27FC236}">
                <a16:creationId xmlns:a16="http://schemas.microsoft.com/office/drawing/2014/main" id="{61A725CD-40B9-4748-F7D7-CC1B1AD75865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1D7ACC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lvl="1"/>
            <a:r>
              <a:rPr lang="fr-FR"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prenant en compte les besoins du client.</a:t>
            </a:r>
          </a:p>
          <a:p>
            <a:pPr lvl="1"/>
            <a:r>
              <a:rPr lang="fr-FR"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s'appuyant sur l'état de l'art (solutions existantes, normes en vigueur...)</a:t>
            </a:r>
          </a:p>
          <a:p>
            <a:pPr lvl="1"/>
            <a:r>
              <a:rPr lang="fr-FR"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utilisant des méthodes et des outils adaptées (modélisation, logiciels...)</a:t>
            </a:r>
          </a:p>
          <a:p>
            <a:pPr lvl="1"/>
            <a:r>
              <a:rPr lang="fr-FR"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démontrant la pertinence des solutions proposées (fabricabilité...)</a:t>
            </a:r>
          </a:p>
          <a:p>
            <a:pPr lvl="1"/>
            <a:r>
              <a:rPr lang="fr-FR"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prenant en compte tout le cycle de vie du produit.</a:t>
            </a:r>
          </a:p>
          <a:p>
            <a:pPr lvl="1"/>
            <a:r>
              <a:rPr lang="fr-FR"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utilisant une méthode de gestion de projet adaptée (planification et suivi des tâches, analyse  du risque, gestion et suivi des coûts ...).</a:t>
            </a:r>
          </a:p>
        </p:txBody>
      </p:sp>
    </p:spTree>
    <p:extLst>
      <p:ext uri="{BB962C8B-B14F-4D97-AF65-F5344CB8AC3E}">
        <p14:creationId xmlns:p14="http://schemas.microsoft.com/office/powerpoint/2010/main" val="33464769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F9413-0C63-495E-8694-EFCB46566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19">
            <a:extLst>
              <a:ext uri="{FF2B5EF4-FFF2-40B4-BE49-F238E27FC236}">
                <a16:creationId xmlns:a16="http://schemas.microsoft.com/office/drawing/2014/main" id="{03EEC004-B001-38FC-E7F0-93DB238B49DA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Situations professionnelles :</a:t>
            </a: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Ingénieur méthodes </a:t>
            </a:r>
            <a:endParaRPr lang="fr-FR" sz="200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Ingénieur production</a:t>
            </a: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Ingénieur qualité </a:t>
            </a: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0513233B-A3AC-F818-3DFD-54ED917E651D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/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400" b="1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fr-FR" b="1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Composantes essentielles 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tenant compte des spécifications techniques du produit et des technologies existantes.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tenant compte des exigences de coût, de qualité et de délai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utilisant efficacement les outils de gestion de production (logiciels, management visuel, kanban...).</a:t>
            </a:r>
            <a:endParaRPr lang="fr-FR" sz="200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définissant des indicateurs pertinents.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prenant en compte les aspects QHSE et RSE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documentant de manière exhaustive le processus de fabrication choisi. </a:t>
            </a:r>
            <a:r>
              <a:rPr lang="fr-FR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</a:t>
            </a: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8D3E7428-926A-4CD3-3C7E-E5562493C657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• élaborer les gammes de fabrication (mise en forme, assemblage).</a:t>
            </a:r>
          </a:p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• concevoir un avant-projet d'étude de fabrication réaliste.</a:t>
            </a:r>
          </a:p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• choisir les méthodes de fabrication.</a:t>
            </a:r>
          </a:p>
          <a:p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17D00D0F-4B6F-20AF-CCB8-E377A2425FD0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définir les méthodes de vérification des pièces fabriquées.</a:t>
            </a:r>
            <a:endParaRPr lang="fr-FR" dirty="0"/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planifier la production (calcul des besoins, ordonnancement, calcul des charges...).</a:t>
            </a: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évaluer la qualité des produits.</a:t>
            </a:r>
            <a:endParaRPr lang="fr-FR" dirty="0">
              <a:ea typeface="Calibri"/>
              <a:cs typeface="Calibri"/>
            </a:endParaRPr>
          </a:p>
          <a:p>
            <a:endParaRPr lang="fr-FR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119">
            <a:extLst>
              <a:ext uri="{FF2B5EF4-FFF2-40B4-BE49-F238E27FC236}">
                <a16:creationId xmlns:a16="http://schemas.microsoft.com/office/drawing/2014/main" id="{951E2583-75B9-67EE-CABB-180C418F8983}"/>
              </a:ext>
            </a:extLst>
          </p:cNvPr>
          <p:cNvSpPr/>
          <p:nvPr/>
        </p:nvSpPr>
        <p:spPr>
          <a:xfrm>
            <a:off x="2401569" y="8417306"/>
            <a:ext cx="15486209" cy="1632396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342900" indent="-342900">
              <a:buFont typeface="Arial"/>
              <a:buChar char="•"/>
            </a:pPr>
            <a:r>
              <a:rPr lang="fr-FR" sz="2000">
                <a:latin typeface="Calibri"/>
                <a:ea typeface="Calibri"/>
                <a:cs typeface="Calibri"/>
              </a:rPr>
              <a:t>programmer les machines à commande numérique.</a:t>
            </a:r>
            <a:endParaRPr lang="fr-FR"/>
          </a:p>
          <a:p>
            <a:pPr marL="342900" indent="-342900">
              <a:buFont typeface="Arial"/>
              <a:buChar char="•"/>
            </a:pPr>
            <a:r>
              <a:rPr lang="fr-FR" sz="2000">
                <a:latin typeface="Calibri"/>
                <a:ea typeface="Calibri"/>
                <a:cs typeface="Calibri"/>
              </a:rPr>
              <a:t>synthétiser les résultats de production </a:t>
            </a:r>
          </a:p>
          <a:p>
            <a:pPr marL="342900" indent="-342900">
              <a:buFont typeface="Arial"/>
              <a:buChar char="•"/>
            </a:pPr>
            <a:r>
              <a:rPr lang="fr-FR" sz="2000">
                <a:latin typeface="Calibri"/>
                <a:ea typeface="Calibri"/>
                <a:cs typeface="Calibri"/>
              </a:rPr>
              <a:t>calculer des indicateurs de performance.</a:t>
            </a:r>
          </a:p>
          <a:p>
            <a:pPr marL="342900" indent="-342900">
              <a:buFont typeface="Arial"/>
              <a:buChar char="•"/>
            </a:pPr>
            <a:r>
              <a:rPr lang="fr-FR" sz="2000">
                <a:latin typeface="Calibri"/>
                <a:ea typeface="Calibri"/>
                <a:cs typeface="Calibri"/>
              </a:rPr>
              <a:t>organiser les maintenances pour s'assurer de la disponibilité des machines.</a:t>
            </a:r>
          </a:p>
          <a:p>
            <a:pPr marL="342900" indent="-342900">
              <a:buFont typeface="Arial"/>
              <a:buChar char="•"/>
            </a:pPr>
            <a:r>
              <a:rPr lang="fr-FR" sz="2000">
                <a:latin typeface="Calibri"/>
                <a:ea typeface="Calibri"/>
                <a:cs typeface="Calibri"/>
              </a:rPr>
              <a:t>définir des plans d'amélioration continue selon la performance atteinte.</a:t>
            </a:r>
            <a:endParaRPr lang="fr-FR" sz="200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5" name="Freeform 119">
            <a:extLst>
              <a:ext uri="{FF2B5EF4-FFF2-40B4-BE49-F238E27FC236}">
                <a16:creationId xmlns:a16="http://schemas.microsoft.com/office/drawing/2014/main" id="{BAE00493-6C3E-C42D-3670-957DDC14A878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9" name="Freeform 119">
            <a:extLst>
              <a:ext uri="{FF2B5EF4-FFF2-40B4-BE49-F238E27FC236}">
                <a16:creationId xmlns:a16="http://schemas.microsoft.com/office/drawing/2014/main" id="{86548397-B105-A17B-A892-F94B14D8057E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10" name="Freeform 119">
            <a:extLst>
              <a:ext uri="{FF2B5EF4-FFF2-40B4-BE49-F238E27FC236}">
                <a16:creationId xmlns:a16="http://schemas.microsoft.com/office/drawing/2014/main" id="{78B649FC-F92A-07B8-639B-089A3CF3EFB7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14" name="Freeform 119">
            <a:extLst>
              <a:ext uri="{FF2B5EF4-FFF2-40B4-BE49-F238E27FC236}">
                <a16:creationId xmlns:a16="http://schemas.microsoft.com/office/drawing/2014/main" id="{72575715-2581-E2C0-F6E2-305D1F3A92C0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8907CB34-64F9-2101-EC7B-9F0D0B943E00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4FA954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Industrialiser des produits manufacturés</a:t>
            </a:r>
          </a:p>
          <a:p>
            <a:pPr algn="ctr">
              <a:lnSpc>
                <a:spcPct val="150000"/>
              </a:lnSpc>
            </a:pPr>
            <a:r>
              <a:rPr lang="fr-FR" sz="3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</p:spTree>
    <p:extLst>
      <p:ext uri="{BB962C8B-B14F-4D97-AF65-F5344CB8AC3E}">
        <p14:creationId xmlns:p14="http://schemas.microsoft.com/office/powerpoint/2010/main" val="124378960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4339F-7CC9-EFBF-7138-15848263A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19">
            <a:extLst>
              <a:ext uri="{FF2B5EF4-FFF2-40B4-BE49-F238E27FC236}">
                <a16:creationId xmlns:a16="http://schemas.microsoft.com/office/drawing/2014/main" id="{4C82FA3C-3FEA-221E-03E0-44F78B4DCCEB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endParaRPr lang="fr-FR"/>
          </a:p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Situations professionnelles :</a:t>
            </a:r>
            <a:endParaRPr lang="fr-FR" dirty="0"/>
          </a:p>
          <a:p>
            <a:pPr marL="800100" indent="-342900">
              <a:buFont typeface="Arial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Chef de projet</a:t>
            </a:r>
          </a:p>
          <a:p>
            <a:pPr marL="800100" lvl="1" indent="-342900">
              <a:buFont typeface="Arial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Directeur technique</a:t>
            </a:r>
            <a:endParaRPr lang="fr-FR" dirty="0">
              <a:ea typeface="Calibri"/>
              <a:cs typeface="Calibri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fr-FR" sz="2400" i="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9" name="Freeform 119">
            <a:extLst>
              <a:ext uri="{FF2B5EF4-FFF2-40B4-BE49-F238E27FC236}">
                <a16:creationId xmlns:a16="http://schemas.microsoft.com/office/drawing/2014/main" id="{9F23E88D-0212-6E07-6030-FAF7BBF7C278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/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Composantes essentielles :</a:t>
            </a:r>
          </a:p>
          <a:p>
            <a:pPr marL="742950" indent="-285750"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tenant de compte des délais, des ressources, des objectifs, des coûts  </a:t>
            </a:r>
          </a:p>
          <a:p>
            <a:pPr marL="742950" lvl="1" indent="-285750"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adoptant une démarche structurée et rigoureuse  </a:t>
            </a:r>
            <a:endParaRPr lang="fr-FR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choisissant des indicateurs pertinents de suivi et de résultat (coût, qualité, délais, humains, etc.)</a:t>
            </a:r>
            <a:endParaRPr lang="fr-FR" dirty="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respectant les réglementations et les contraintes identifiées / applicables (économiques, techniques, HSE)  </a:t>
            </a:r>
            <a:endParaRPr lang="fr-FR" dirty="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manageant efficacement ses équipes (informer, former, motiver, organiser) et ses ressources</a:t>
            </a:r>
            <a:endParaRPr lang="fr-FR" dirty="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utilisant efficacement les outils et méthodes de conduite de projet  </a:t>
            </a:r>
            <a:endParaRPr lang="fr-FR" dirty="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fr-FR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communiquant de manière adaptée aux différentes parties prenantes dans un contexte national et international</a:t>
            </a:r>
          </a:p>
          <a:p>
            <a:pPr marL="742950" lvl="1" indent="-285750">
              <a:buFont typeface="Arial"/>
              <a:buChar char="•"/>
            </a:pPr>
            <a:r>
              <a:rPr lang="fr-FR" dirty="0">
                <a:ea typeface="Calibri"/>
                <a:cs typeface="Calibri"/>
              </a:rPr>
              <a:t>DDRS ?</a:t>
            </a: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00BA6169-CF2F-8C1B-7CBE-A5141A6BDD02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Définir le périmètre du projet. </a:t>
            </a:r>
            <a:endParaRPr lang="fr-FR" sz="20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Établir un état de l’art. </a:t>
            </a:r>
            <a:endParaRPr lang="fr-FR" sz="20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Organiser le projet (ressource, budget, humain, machine, ...).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619F5B6A-C1FE-7D9F-42A5-D9BF09A39373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Planifier le projet</a:t>
            </a:r>
            <a:endParaRPr lang="fr-FR"/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Utiliser les méthodes de résolution de problème (PDCA, etc.)  et de gestion des risques (AMDEC)</a:t>
            </a: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Collaborer dans une équipe projet (RACI, jusqu’au management, etc.) / Interagir avec les parties prenantes</a:t>
            </a: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Piloter l’avancement du projet (en s’appuyant sur le tableau de bord et les indicateurs)</a:t>
            </a:r>
          </a:p>
          <a:p>
            <a:endParaRPr lang="fr-FR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" name="Freeform 119">
            <a:extLst>
              <a:ext uri="{FF2B5EF4-FFF2-40B4-BE49-F238E27FC236}">
                <a16:creationId xmlns:a16="http://schemas.microsoft.com/office/drawing/2014/main" id="{DA479696-6BE0-9C11-86B9-DF1E016DBD7B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Évaluer les résultats (RETEX)</a:t>
            </a:r>
            <a:endParaRPr lang="fr-FR"/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Rendre compte de l’avancement du projet</a:t>
            </a: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Utiliser des méthodes de créativité dans un contexte de projet industriel</a:t>
            </a: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Identifier la contribution du projet à une problématique R&amp;D</a:t>
            </a:r>
          </a:p>
          <a:p>
            <a:endParaRPr lang="fr-FR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5" name="Freeform 119">
            <a:extLst>
              <a:ext uri="{FF2B5EF4-FFF2-40B4-BE49-F238E27FC236}">
                <a16:creationId xmlns:a16="http://schemas.microsoft.com/office/drawing/2014/main" id="{66F9030C-4F9B-7F32-B5E5-A3FD4B06FB2A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9" name="Freeform 119">
            <a:extLst>
              <a:ext uri="{FF2B5EF4-FFF2-40B4-BE49-F238E27FC236}">
                <a16:creationId xmlns:a16="http://schemas.microsoft.com/office/drawing/2014/main" id="{B5135A4A-89D9-C790-2008-6DFCC9F5FA12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10" name="Freeform 119">
            <a:extLst>
              <a:ext uri="{FF2B5EF4-FFF2-40B4-BE49-F238E27FC236}">
                <a16:creationId xmlns:a16="http://schemas.microsoft.com/office/drawing/2014/main" id="{BAC9B68A-D94B-42AC-FB53-0AC4AF71543B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14" name="Freeform 119">
            <a:extLst>
              <a:ext uri="{FF2B5EF4-FFF2-40B4-BE49-F238E27FC236}">
                <a16:creationId xmlns:a16="http://schemas.microsoft.com/office/drawing/2014/main" id="{5C2E7BC2-1D30-75AB-0361-F995D22C6A85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7EB19D80-3C42-9F28-CDB7-69220BD8D669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F49831"/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Gérer un projet dans le domaine industriel </a:t>
            </a:r>
          </a:p>
          <a:p>
            <a:pPr algn="ctr">
              <a:lnSpc>
                <a:spcPct val="150000"/>
              </a:lnSpc>
            </a:pPr>
            <a:r>
              <a:rPr lang="fr-FR" sz="3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RNCP</a:t>
            </a:r>
          </a:p>
        </p:txBody>
      </p:sp>
    </p:spTree>
    <p:extLst>
      <p:ext uri="{BB962C8B-B14F-4D97-AF65-F5344CB8AC3E}">
        <p14:creationId xmlns:p14="http://schemas.microsoft.com/office/powerpoint/2010/main" val="412225072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BA806-CF13-993C-E0E0-C099F303C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9">
            <a:extLst>
              <a:ext uri="{FF2B5EF4-FFF2-40B4-BE49-F238E27FC236}">
                <a16:creationId xmlns:a16="http://schemas.microsoft.com/office/drawing/2014/main" id="{BF693259-F9EF-F253-6A91-6833D6C788A9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400" b="1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Ingénieur production</a:t>
            </a:r>
            <a:endParaRPr lang="fr-FR" sz="240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Ingénieur qualité</a:t>
            </a:r>
            <a:endParaRPr lang="fr-FR" sz="2400" i="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6" name="Freeform 119">
            <a:extLst>
              <a:ext uri="{FF2B5EF4-FFF2-40B4-BE49-F238E27FC236}">
                <a16:creationId xmlns:a16="http://schemas.microsoft.com/office/drawing/2014/main" id="{ED582853-8316-3AA7-B446-9C890792606B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utiliser les outils qualité de résolution de problème ("outils qualité").</a:t>
            </a:r>
            <a:endParaRPr lang="fr-FR" sz="20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mesurer la performance de la production.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7" name="Freeform 119">
            <a:extLst>
              <a:ext uri="{FF2B5EF4-FFF2-40B4-BE49-F238E27FC236}">
                <a16:creationId xmlns:a16="http://schemas.microsoft.com/office/drawing/2014/main" id="{2C148358-2148-D2E7-F73F-4EAB29F77648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modéliser les flux.</a:t>
            </a:r>
            <a:endParaRPr lang="fr-FR" sz="20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identifier les paramètres influents du procédé.</a:t>
            </a:r>
          </a:p>
          <a:p>
            <a:pPr marL="342900" indent="-34290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utiliser les outils de résolution de problème pour le pilotage de la production</a:t>
            </a:r>
          </a:p>
        </p:txBody>
      </p:sp>
      <p:sp>
        <p:nvSpPr>
          <p:cNvPr id="8" name="Freeform 119">
            <a:extLst>
              <a:ext uri="{FF2B5EF4-FFF2-40B4-BE49-F238E27FC236}">
                <a16:creationId xmlns:a16="http://schemas.microsoft.com/office/drawing/2014/main" id="{F37F1302-0150-32C4-19D2-575D7E56DC95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285750" indent="-28575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optimiser les flux (implantation des postes...).</a:t>
            </a:r>
            <a:endParaRPr lang="fr-FR" sz="20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analyser les défaillances, les dysfonctionnements des procédés.</a:t>
            </a:r>
          </a:p>
          <a:p>
            <a:pPr marL="285750" indent="-28575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utiliser les outils de résolution de problème pour le pilotage de la production </a:t>
            </a:r>
          </a:p>
          <a:p>
            <a:pPr marL="285750" indent="-285750">
              <a:buFont typeface="Arial"/>
              <a:buChar char="•"/>
            </a:pPr>
            <a:r>
              <a:rPr lang="fr-FR" sz="2000" dirty="0">
                <a:latin typeface="Calibri"/>
                <a:ea typeface="Calibri"/>
                <a:cs typeface="Calibri"/>
              </a:rPr>
              <a:t>intégrer les évolutions technologiques (Industrie du futur, IA, …)</a:t>
            </a:r>
            <a:endParaRPr lang="fr-FR" sz="2000" dirty="0">
              <a:ea typeface="Calibri"/>
              <a:cs typeface="Calibri"/>
            </a:endParaRPr>
          </a:p>
          <a:p>
            <a:endParaRPr lang="fr-FR" sz="20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11" name="Freeform 119">
            <a:extLst>
              <a:ext uri="{FF2B5EF4-FFF2-40B4-BE49-F238E27FC236}">
                <a16:creationId xmlns:a16="http://schemas.microsoft.com/office/drawing/2014/main" id="{B4653456-05E2-1EF7-E5AD-9F894A3A76D2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12" name="Freeform 119">
            <a:extLst>
              <a:ext uri="{FF2B5EF4-FFF2-40B4-BE49-F238E27FC236}">
                <a16:creationId xmlns:a16="http://schemas.microsoft.com/office/drawing/2014/main" id="{855B75E0-5347-98C9-A1F8-8DCEF31ADB57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13" name="Freeform 119">
            <a:extLst>
              <a:ext uri="{FF2B5EF4-FFF2-40B4-BE49-F238E27FC236}">
                <a16:creationId xmlns:a16="http://schemas.microsoft.com/office/drawing/2014/main" id="{34202A5C-18A5-947D-17E9-1ED96B40B1A8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15" name="Freeform 119">
            <a:extLst>
              <a:ext uri="{FF2B5EF4-FFF2-40B4-BE49-F238E27FC236}">
                <a16:creationId xmlns:a16="http://schemas.microsoft.com/office/drawing/2014/main" id="{40690583-5DC5-0BBC-568B-FEE41B2D0728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CEF21B90-D57D-41AC-BA26-7FC5E9A0164B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pPr algn="ctr"/>
            <a:r>
              <a:rPr lang="fr-FR" sz="36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Optimiser les procédés de fabrication</a:t>
            </a:r>
          </a:p>
          <a:p>
            <a:pPr algn="ctr">
              <a:lnSpc>
                <a:spcPct val="150000"/>
              </a:lnSpc>
            </a:pPr>
            <a:r>
              <a:rPr lang="fr-FR" sz="3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RNCP</a:t>
            </a:r>
          </a:p>
        </p:txBody>
      </p:sp>
      <p:sp>
        <p:nvSpPr>
          <p:cNvPr id="4" name="Freeform 119">
            <a:extLst>
              <a:ext uri="{FF2B5EF4-FFF2-40B4-BE49-F238E27FC236}">
                <a16:creationId xmlns:a16="http://schemas.microsoft.com/office/drawing/2014/main" id="{D6F02BD9-C926-AC9E-9D0F-7AE3797422E0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800" b="1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Composantes essentielles :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choisissant les outils qualité adéquats.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veillant à la sobriété des procédés (énergie, matière première, déchets), aux coûts de production et à la qualité des produits.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tenant compte des évolutions technologiques.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communicant efficacement avec les personnels de production.</a:t>
            </a:r>
          </a:p>
          <a:p>
            <a:pPr lvl="1"/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en respectant les règles HSE.</a:t>
            </a:r>
          </a:p>
          <a:p>
            <a:pPr lvl="1"/>
            <a:r>
              <a:rPr lang="fr-FR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09562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D1729-E3BA-F219-DB1D-078514127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9">
            <a:extLst>
              <a:ext uri="{FF2B5EF4-FFF2-40B4-BE49-F238E27FC236}">
                <a16:creationId xmlns:a16="http://schemas.microsoft.com/office/drawing/2014/main" id="{E5F2FD61-6409-EA03-2794-3D6DAACAEB60}"/>
              </a:ext>
            </a:extLst>
          </p:cNvPr>
          <p:cNvSpPr/>
          <p:nvPr/>
        </p:nvSpPr>
        <p:spPr>
          <a:xfrm>
            <a:off x="380999" y="3361609"/>
            <a:ext cx="17526001" cy="1346345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400" b="1" i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Situations professionnelles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i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6" name="Freeform 119">
            <a:extLst>
              <a:ext uri="{FF2B5EF4-FFF2-40B4-BE49-F238E27FC236}">
                <a16:creationId xmlns:a16="http://schemas.microsoft.com/office/drawing/2014/main" id="{FFE3588B-8C13-D619-E556-6A0A6E2ECB63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285750" indent="-285750">
              <a:buFont typeface="Arial"/>
              <a:buChar char="•"/>
            </a:pPr>
            <a:r>
              <a:rPr lang="fr-FR" sz="1600" dirty="0">
                <a:latin typeface="Calibri"/>
                <a:ea typeface="Calibri"/>
                <a:cs typeface="Calibri"/>
              </a:rPr>
              <a:t>réaliser un circuit électrique/électronique.</a:t>
            </a:r>
            <a:endParaRPr lang="fr-FR" dirty="0"/>
          </a:p>
          <a:p>
            <a:pPr marL="285750" indent="-285750">
              <a:buFont typeface="Arial"/>
              <a:buChar char="•"/>
            </a:pPr>
            <a:r>
              <a:rPr lang="fr-FR" sz="1600" dirty="0">
                <a:latin typeface="Calibri"/>
                <a:ea typeface="Calibri"/>
                <a:cs typeface="Calibri"/>
              </a:rPr>
              <a:t>développer des électroniques simples pour le conditionnement des signaux de capteurs ou la commande des actionneurs.</a:t>
            </a:r>
            <a:endParaRPr lang="fr-FR" sz="16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fr-FR" sz="1600" dirty="0">
                <a:latin typeface="Calibri"/>
                <a:ea typeface="Calibri"/>
                <a:cs typeface="Calibri"/>
              </a:rPr>
              <a:t>réaliser des calculs électriques  (lois de comportement courant - tension, puissances).</a:t>
            </a:r>
            <a:endParaRPr lang="fr-FR" sz="16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fr-FR" sz="1600" dirty="0">
                <a:ea typeface="Calibri"/>
                <a:cs typeface="Calibri"/>
              </a:rPr>
              <a:t>modéliser les comportements du système mécatronique.</a:t>
            </a:r>
          </a:p>
          <a:p>
            <a:pPr marL="285750" indent="-285750">
              <a:buFont typeface="Arial,Sans-Serif"/>
              <a:buChar char="•"/>
            </a:pPr>
            <a:r>
              <a:rPr lang="fr-FR" sz="1600" dirty="0">
                <a:ea typeface="Calibri"/>
                <a:cs typeface="Calibri"/>
              </a:rPr>
              <a:t>modéliser des systèmes dynamiques continus.</a:t>
            </a:r>
            <a:endParaRPr lang="en-US" sz="16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fr-FR" sz="1600" dirty="0">
                <a:ea typeface="Calibri"/>
                <a:cs typeface="Calibri"/>
              </a:rPr>
              <a:t>écrire un programme informatique</a:t>
            </a:r>
            <a:endParaRPr lang="fr-FR" sz="1600">
              <a:ea typeface="+mn-lt"/>
              <a:cs typeface="+mn-lt"/>
            </a:endParaRPr>
          </a:p>
        </p:txBody>
      </p:sp>
      <p:sp>
        <p:nvSpPr>
          <p:cNvPr id="7" name="Freeform 119">
            <a:extLst>
              <a:ext uri="{FF2B5EF4-FFF2-40B4-BE49-F238E27FC236}">
                <a16:creationId xmlns:a16="http://schemas.microsoft.com/office/drawing/2014/main" id="{47CEA140-556F-3EC5-7022-79096AFD1B39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1600" dirty="0">
                <a:latin typeface="Calibri"/>
                <a:ea typeface="Calibri"/>
                <a:cs typeface="Calibri"/>
              </a:rPr>
              <a:t>• optimiser les performances du systèmes mécatronique.</a:t>
            </a:r>
          </a:p>
          <a:p>
            <a:r>
              <a:rPr lang="fr-FR" sz="1600" dirty="0">
                <a:latin typeface="Calibri"/>
                <a:ea typeface="Calibri"/>
                <a:cs typeface="Calibri"/>
              </a:rPr>
              <a:t>• spécifier et concevoir un système embarqué (entrée/sortie, registre, interruption</a:t>
            </a:r>
          </a:p>
          <a:p>
            <a:r>
              <a:rPr lang="fr-FR" sz="1600" dirty="0">
                <a:latin typeface="Calibri"/>
                <a:ea typeface="Calibri"/>
                <a:cs typeface="Calibri"/>
              </a:rPr>
              <a:t>• utiliser les outils de modélisation (GEMMA, GRAFCET) pour une solution de commande d’un automatisme simple.</a:t>
            </a:r>
          </a:p>
          <a:p>
            <a:r>
              <a:rPr lang="fr-FR" sz="1600" dirty="0">
                <a:latin typeface="Calibri"/>
                <a:ea typeface="Calibri"/>
                <a:cs typeface="Calibri"/>
              </a:rPr>
              <a:t>• mettre en œuvre des capteurs et des actionneurs.</a:t>
            </a:r>
          </a:p>
          <a:p>
            <a:r>
              <a:rPr lang="fr-FR" sz="1600" dirty="0">
                <a:latin typeface="Calibri"/>
                <a:ea typeface="Calibri"/>
                <a:cs typeface="Calibri"/>
              </a:rPr>
              <a:t>• concevoir la commande échantillonnée de système dynamique.</a:t>
            </a:r>
          </a:p>
          <a:p>
            <a:r>
              <a:rPr lang="fr-FR" sz="1600" dirty="0">
                <a:latin typeface="Calibri"/>
                <a:ea typeface="Calibri"/>
                <a:cs typeface="Calibri"/>
              </a:rPr>
              <a:t>• concevoir une stratégie de contrôle commande.</a:t>
            </a:r>
            <a:endParaRPr lang="fr-FR" sz="1600" dirty="0">
              <a:latin typeface="Calibri"/>
              <a:cs typeface="Calibri"/>
            </a:endParaRPr>
          </a:p>
        </p:txBody>
      </p:sp>
      <p:sp>
        <p:nvSpPr>
          <p:cNvPr id="8" name="Freeform 119">
            <a:extLst>
              <a:ext uri="{FF2B5EF4-FFF2-40B4-BE49-F238E27FC236}">
                <a16:creationId xmlns:a16="http://schemas.microsoft.com/office/drawing/2014/main" id="{43734BA6-B5F7-A081-D91D-CB98BAAF35C2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285750" indent="-285750">
              <a:buFont typeface="Arial"/>
              <a:buChar char="•"/>
            </a:pPr>
            <a:r>
              <a:rPr lang="fr-FR" sz="1600" dirty="0">
                <a:latin typeface="Calibri"/>
                <a:ea typeface="Calibri"/>
                <a:cs typeface="Calibri"/>
              </a:rPr>
              <a:t>développer un système embarqué multi-tâches ou temps réels.</a:t>
            </a:r>
            <a:endParaRPr lang="fr-FR" dirty="0"/>
          </a:p>
          <a:p>
            <a:pPr marL="285750" indent="-285750">
              <a:buFont typeface="Arial,Sans-Serif"/>
              <a:buChar char="•"/>
            </a:pPr>
            <a:r>
              <a:rPr lang="fr-FR" sz="1600" dirty="0">
                <a:latin typeface="Calibri"/>
                <a:ea typeface="Calibri"/>
                <a:cs typeface="Calibri"/>
              </a:rPr>
              <a:t>utiliser les fonctionnalités essentielles d’un système embarqué.</a:t>
            </a:r>
            <a:endParaRPr lang="en-US" sz="1600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fr-FR" sz="1600" dirty="0">
                <a:latin typeface="Calibri"/>
                <a:ea typeface="Calibri"/>
                <a:cs typeface="Calibri"/>
              </a:rPr>
              <a:t>choisir et programmer un robot industriel.</a:t>
            </a:r>
          </a:p>
          <a:p>
            <a:pPr marL="285750" indent="-285750">
              <a:buFont typeface="Arial"/>
              <a:buChar char="•"/>
            </a:pPr>
            <a:r>
              <a:rPr lang="fr-FR" sz="1600" dirty="0">
                <a:latin typeface="Calibri"/>
                <a:ea typeface="Calibri"/>
                <a:cs typeface="Calibri"/>
              </a:rPr>
              <a:t>optimiser la conception selon une approche multi-objectifs</a:t>
            </a:r>
          </a:p>
          <a:p>
            <a:pPr marL="285750" indent="-285750">
              <a:buFont typeface="Arial"/>
              <a:buChar char="•"/>
            </a:pPr>
            <a:r>
              <a:rPr lang="fr-FR" sz="1600" dirty="0">
                <a:latin typeface="Calibri"/>
                <a:ea typeface="Calibri"/>
                <a:cs typeface="Calibri"/>
              </a:rPr>
              <a:t>Analyser un système mécatronique existant </a:t>
            </a:r>
            <a:endParaRPr lang="fr-FR" sz="1600">
              <a:latin typeface="Calibri"/>
              <a:ea typeface="Calibri"/>
              <a:cs typeface="Calibri"/>
            </a:endParaRPr>
          </a:p>
        </p:txBody>
      </p:sp>
      <p:sp>
        <p:nvSpPr>
          <p:cNvPr id="11" name="Freeform 119">
            <a:extLst>
              <a:ext uri="{FF2B5EF4-FFF2-40B4-BE49-F238E27FC236}">
                <a16:creationId xmlns:a16="http://schemas.microsoft.com/office/drawing/2014/main" id="{DBC82DEA-7BDA-A646-8B96-222189D2F797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12" name="Freeform 119">
            <a:extLst>
              <a:ext uri="{FF2B5EF4-FFF2-40B4-BE49-F238E27FC236}">
                <a16:creationId xmlns:a16="http://schemas.microsoft.com/office/drawing/2014/main" id="{AFC72ADE-6CCA-BD7C-1E25-D427CB6FE5FE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13" name="Freeform 119">
            <a:extLst>
              <a:ext uri="{FF2B5EF4-FFF2-40B4-BE49-F238E27FC236}">
                <a16:creationId xmlns:a16="http://schemas.microsoft.com/office/drawing/2014/main" id="{035C0639-AE8C-112F-4DC6-5A8E8438B4E5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15" name="Freeform 119">
            <a:extLst>
              <a:ext uri="{FF2B5EF4-FFF2-40B4-BE49-F238E27FC236}">
                <a16:creationId xmlns:a16="http://schemas.microsoft.com/office/drawing/2014/main" id="{96AFB3D3-7D60-9633-A528-0881FBB7C115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  <p:sp>
        <p:nvSpPr>
          <p:cNvPr id="3" name="Freeform 119">
            <a:extLst>
              <a:ext uri="{FF2B5EF4-FFF2-40B4-BE49-F238E27FC236}">
                <a16:creationId xmlns:a16="http://schemas.microsoft.com/office/drawing/2014/main" id="{6808147C-905F-218D-E3D2-09B29E1DFB8F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Concevoir des systèmes mécatroniques</a:t>
            </a:r>
          </a:p>
          <a:p>
            <a:pPr algn="ctr">
              <a:lnSpc>
                <a:spcPct val="150000"/>
              </a:lnSpc>
            </a:pPr>
            <a:r>
              <a:rPr lang="fr-FR" sz="3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4" name="Freeform 119">
            <a:extLst>
              <a:ext uri="{FF2B5EF4-FFF2-40B4-BE49-F238E27FC236}">
                <a16:creationId xmlns:a16="http://schemas.microsoft.com/office/drawing/2014/main" id="{EC077E27-8E7A-F889-F253-BE71A82E0598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>
              <a:alpha val="20000"/>
            </a:srgbClr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 b="1" i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Composantes essentielles :</a:t>
            </a:r>
          </a:p>
          <a:p>
            <a:pPr lvl="1"/>
            <a:r>
              <a:rPr lang="fr-FR"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mettant en œuvre des outils de modélisation et de simulation multiphysiques de manière appropriée.</a:t>
            </a:r>
          </a:p>
          <a:p>
            <a:pPr lvl="1"/>
            <a:r>
              <a:rPr lang="fr-FR"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choisissant les composants technologiques adéquats (mécaniques, électroniques, informatiques) </a:t>
            </a:r>
          </a:p>
          <a:p>
            <a:pPr lvl="1"/>
            <a:r>
              <a:rPr lang="fr-FR"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tenant compte des interactions fonctionnelles et physiques entre les composants.</a:t>
            </a:r>
          </a:p>
          <a:p>
            <a:pPr lvl="1"/>
            <a:r>
              <a:rPr lang="fr-FR"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communicant efficacement avec les parties prenantes.</a:t>
            </a:r>
          </a:p>
          <a:p>
            <a:pPr lvl="1"/>
            <a:r>
              <a:rPr lang="fr-FR"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respectant les normes de produit en vigueur.</a:t>
            </a:r>
          </a:p>
          <a:p>
            <a:pPr lvl="1"/>
            <a:r>
              <a:rPr lang="fr-FR" sz="2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en assurant leur efficience.</a:t>
            </a:r>
            <a:r>
              <a:rPr lang="fr-FR" sz="2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68137256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430F5-E680-B822-89CD-1D3D1398E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9">
            <a:extLst>
              <a:ext uri="{FF2B5EF4-FFF2-40B4-BE49-F238E27FC236}">
                <a16:creationId xmlns:a16="http://schemas.microsoft.com/office/drawing/2014/main" id="{CD3D71ED-0F9B-CB55-1CA7-06FC2839CA90}"/>
              </a:ext>
            </a:extLst>
          </p:cNvPr>
          <p:cNvSpPr/>
          <p:nvPr/>
        </p:nvSpPr>
        <p:spPr>
          <a:xfrm>
            <a:off x="381000" y="346805"/>
            <a:ext cx="5024283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Concevoir des produits en matériaux composites</a:t>
            </a:r>
          </a:p>
          <a:p>
            <a:pPr algn="ctr">
              <a:lnSpc>
                <a:spcPct val="150000"/>
              </a:lnSpc>
            </a:pPr>
            <a:r>
              <a:rPr lang="fr-FR" sz="3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RNCP</a:t>
            </a:r>
          </a:p>
        </p:txBody>
      </p:sp>
      <p:sp>
        <p:nvSpPr>
          <p:cNvPr id="4" name="Freeform 119">
            <a:extLst>
              <a:ext uri="{FF2B5EF4-FFF2-40B4-BE49-F238E27FC236}">
                <a16:creationId xmlns:a16="http://schemas.microsoft.com/office/drawing/2014/main" id="{41CAFFAC-4E61-C6A6-40F5-FBE4157A98DA}"/>
              </a:ext>
            </a:extLst>
          </p:cNvPr>
          <p:cNvSpPr/>
          <p:nvPr/>
        </p:nvSpPr>
        <p:spPr>
          <a:xfrm>
            <a:off x="5638800" y="346805"/>
            <a:ext cx="12268200" cy="279294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8C4BE2"/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Composantes essentielles 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prenant en compte les interactions entre les matériaux, le produit et les procédés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choisissant les composants matériaux de manière pertinente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utilisant les lois de comportements spécifiques appropriés aux matériaux (élasticité, rupture, endommagement, etc.) ; 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utilisant des outils et des méthodes adaptées ; 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organisant des données hétérogènes de manière synthétique 	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intégrant la réduction des impacts dans la conception (éco-propriétés des matières, des procédés et du produit, réemploi, </a:t>
            </a:r>
            <a:r>
              <a:rPr lang="fr-FR" sz="20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réusage</a:t>
            </a:r>
            <a:r>
              <a:rPr lang="fr-FR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etc.)</a:t>
            </a:r>
          </a:p>
        </p:txBody>
      </p:sp>
      <p:sp>
        <p:nvSpPr>
          <p:cNvPr id="5" name="Freeform 119">
            <a:extLst>
              <a:ext uri="{FF2B5EF4-FFF2-40B4-BE49-F238E27FC236}">
                <a16:creationId xmlns:a16="http://schemas.microsoft.com/office/drawing/2014/main" id="{E5983739-1EF8-673A-CCF1-4E78FCC87864}"/>
              </a:ext>
            </a:extLst>
          </p:cNvPr>
          <p:cNvSpPr/>
          <p:nvPr/>
        </p:nvSpPr>
        <p:spPr>
          <a:xfrm>
            <a:off x="380999" y="3361609"/>
            <a:ext cx="5229877" cy="146703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i="0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Situations professionnelles :</a:t>
            </a:r>
          </a:p>
          <a:p>
            <a:endParaRPr lang="fr-FR" sz="10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marL="4572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 Ingénieur R&amp;D </a:t>
            </a:r>
          </a:p>
          <a:p>
            <a:pPr marL="4572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 Ingénieur méthodes </a:t>
            </a:r>
            <a:endParaRPr lang="fr-FR" dirty="0">
              <a:ea typeface="Calibri"/>
              <a:cs typeface="Calibri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 Ingénieur conception – BE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fr-FR" sz="1200" dirty="0"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9" name="Freeform 119">
            <a:extLst>
              <a:ext uri="{FF2B5EF4-FFF2-40B4-BE49-F238E27FC236}">
                <a16:creationId xmlns:a16="http://schemas.microsoft.com/office/drawing/2014/main" id="{0A7C6D86-F794-8B07-0E74-6CC2CDCBF81A}"/>
              </a:ext>
            </a:extLst>
          </p:cNvPr>
          <p:cNvSpPr/>
          <p:nvPr/>
        </p:nvSpPr>
        <p:spPr>
          <a:xfrm>
            <a:off x="2401569" y="493264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Caractériser un matériau</a:t>
            </a:r>
            <a:endParaRPr lang="fr-FR" dirty="0"/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Créer des indices de performance matériaux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Rédiger une gamme de fabrication et une fiche matière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Mettre en œuvre des procédés usuels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119">
            <a:extLst>
              <a:ext uri="{FF2B5EF4-FFF2-40B4-BE49-F238E27FC236}">
                <a16:creationId xmlns:a16="http://schemas.microsoft.com/office/drawing/2014/main" id="{13174D38-297B-9067-0C87-F5743A95B345}"/>
              </a:ext>
            </a:extLst>
          </p:cNvPr>
          <p:cNvSpPr/>
          <p:nvPr/>
        </p:nvSpPr>
        <p:spPr>
          <a:xfrm>
            <a:off x="2401569" y="6674975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Définir un matériau selon des propriétés attendus</a:t>
            </a:r>
            <a:endParaRPr lang="fr-FR"/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Évaluer l'impact environnemental </a:t>
            </a:r>
            <a:endParaRPr lang="fr-FR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Mettre au point une gamme de fabrication et une fiche matière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Mettre en œuvre une loi de comportement homogénéisé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Réaliser un prédimensionnement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Créer un outil de calcul pour faire un prédimensionnement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Piloter les paramètres des procédés usuels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Évaluer la performance du produit conçu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Freeform 119">
            <a:extLst>
              <a:ext uri="{FF2B5EF4-FFF2-40B4-BE49-F238E27FC236}">
                <a16:creationId xmlns:a16="http://schemas.microsoft.com/office/drawing/2014/main" id="{517AF42C-939D-3268-139D-AE898A200690}"/>
              </a:ext>
            </a:extLst>
          </p:cNvPr>
          <p:cNvSpPr/>
          <p:nvPr/>
        </p:nvSpPr>
        <p:spPr>
          <a:xfrm>
            <a:off x="2401569" y="8417306"/>
            <a:ext cx="15450492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Modifier l'impact environnemental</a:t>
            </a:r>
            <a:endParaRPr lang="fr-FR" dirty="0"/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Mettre en œuvre une loi de comportement pour matériau stratifié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Réaliser un dimensionnement détaillé (Outils de calcul métier)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Développer des procédés hautes performances</a:t>
            </a:r>
            <a:endParaRPr lang="fr-FR" sz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/>
              <a:buChar char="•"/>
            </a:pPr>
            <a:r>
              <a:rPr lang="fr-FR" sz="1200" dirty="0">
                <a:latin typeface="Calibri" panose="020F0502020204030204" pitchFamily="34" charset="0"/>
                <a:cs typeface="Calibri" panose="020F0502020204030204" pitchFamily="34" charset="0"/>
              </a:rPr>
              <a:t>Optimiser la performance du produit conçu </a:t>
            </a:r>
            <a:endParaRPr lang="fr-FR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Freeform 119">
            <a:extLst>
              <a:ext uri="{FF2B5EF4-FFF2-40B4-BE49-F238E27FC236}">
                <a16:creationId xmlns:a16="http://schemas.microsoft.com/office/drawing/2014/main" id="{719CE736-46BD-B480-C5CD-27FA633388B6}"/>
              </a:ext>
            </a:extLst>
          </p:cNvPr>
          <p:cNvSpPr/>
          <p:nvPr/>
        </p:nvSpPr>
        <p:spPr>
          <a:xfrm rot="16200000">
            <a:off x="-1859995" y="7172222"/>
            <a:ext cx="5089898" cy="607909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/>
          </a:solidFill>
          <a:ln w="47625" cap="sq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400" b="1">
                <a:latin typeface="Calibri" panose="020F0502020204030204" pitchFamily="34" charset="0"/>
                <a:cs typeface="Calibri" panose="020F0502020204030204" pitchFamily="34" charset="0"/>
              </a:rPr>
              <a:t>APPRENTISSAGES CRITIQUES</a:t>
            </a:r>
          </a:p>
        </p:txBody>
      </p:sp>
      <p:sp>
        <p:nvSpPr>
          <p:cNvPr id="18" name="Freeform 119">
            <a:extLst>
              <a:ext uri="{FF2B5EF4-FFF2-40B4-BE49-F238E27FC236}">
                <a16:creationId xmlns:a16="http://schemas.microsoft.com/office/drawing/2014/main" id="{1A84FD43-3B05-FC98-D97F-EE9473F84712}"/>
              </a:ext>
            </a:extLst>
          </p:cNvPr>
          <p:cNvSpPr/>
          <p:nvPr/>
        </p:nvSpPr>
        <p:spPr>
          <a:xfrm>
            <a:off x="1107010" y="493264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8100" cap="sq">
            <a:solidFill>
              <a:schemeClr val="tx1">
                <a:lumMod val="50000"/>
                <a:lumOff val="50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3A</a:t>
            </a:r>
          </a:p>
        </p:txBody>
      </p:sp>
      <p:sp>
        <p:nvSpPr>
          <p:cNvPr id="20" name="Freeform 119">
            <a:extLst>
              <a:ext uri="{FF2B5EF4-FFF2-40B4-BE49-F238E27FC236}">
                <a16:creationId xmlns:a16="http://schemas.microsoft.com/office/drawing/2014/main" id="{E558B4DC-9968-6F6A-4343-728BEC78C4EE}"/>
              </a:ext>
            </a:extLst>
          </p:cNvPr>
          <p:cNvSpPr/>
          <p:nvPr/>
        </p:nvSpPr>
        <p:spPr>
          <a:xfrm>
            <a:off x="1107010" y="6674975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38100" cap="sq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4A</a:t>
            </a:r>
          </a:p>
        </p:txBody>
      </p:sp>
      <p:sp>
        <p:nvSpPr>
          <p:cNvPr id="21" name="Freeform 119">
            <a:extLst>
              <a:ext uri="{FF2B5EF4-FFF2-40B4-BE49-F238E27FC236}">
                <a16:creationId xmlns:a16="http://schemas.microsoft.com/office/drawing/2014/main" id="{E2802C9B-A476-E7D6-2749-F7B7B292E244}"/>
              </a:ext>
            </a:extLst>
          </p:cNvPr>
          <p:cNvSpPr/>
          <p:nvPr/>
        </p:nvSpPr>
        <p:spPr>
          <a:xfrm>
            <a:off x="1107010" y="8417306"/>
            <a:ext cx="1294559" cy="160382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38100" cap="sq">
            <a:solidFill>
              <a:schemeClr val="bg1">
                <a:lumMod val="85000"/>
              </a:schemeClr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5A</a:t>
            </a:r>
          </a:p>
        </p:txBody>
      </p:sp>
      <p:sp>
        <p:nvSpPr>
          <p:cNvPr id="2" name="Freeform 119">
            <a:extLst>
              <a:ext uri="{FF2B5EF4-FFF2-40B4-BE49-F238E27FC236}">
                <a16:creationId xmlns:a16="http://schemas.microsoft.com/office/drawing/2014/main" id="{427F486D-B72E-0A6A-AA64-DB58A7D4D3D4}"/>
              </a:ext>
            </a:extLst>
          </p:cNvPr>
          <p:cNvSpPr/>
          <p:nvPr/>
        </p:nvSpPr>
        <p:spPr>
          <a:xfrm>
            <a:off x="5819123" y="3361609"/>
            <a:ext cx="5648741" cy="146703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47625"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endParaRPr lang="fr-FR" b="1" dirty="0">
              <a:solidFill>
                <a:srgbClr val="000000"/>
              </a:solidFill>
              <a:ea typeface="+mn-lt"/>
              <a:cs typeface="+mn-l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 Ingénieur qualité</a:t>
            </a:r>
            <a:endParaRPr lang="fr-FR">
              <a:ea typeface="Calibri"/>
              <a:cs typeface="Calibri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 Ingénieur calcul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 Ingénieur essais</a:t>
            </a:r>
            <a:endParaRPr lang="fr-FR" dirty="0">
              <a:ea typeface="Calibri"/>
              <a:cs typeface="Calibri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ea typeface="+mn-lt"/>
                <a:cs typeface="+mn-lt"/>
              </a:rPr>
              <a:t> Ingénieur matériaux</a:t>
            </a:r>
            <a:endParaRPr lang="fr-FR">
              <a:ea typeface="Calibri"/>
              <a:cs typeface="Calibri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fr-FR" i="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544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AAB16D528BF942AE30C8F5FA7E5E16" ma:contentTypeVersion="13" ma:contentTypeDescription="Create a new document." ma:contentTypeScope="" ma:versionID="2dfcd33df7f21bc1d96cac68e309c354">
  <xsd:schema xmlns:xsd="http://www.w3.org/2001/XMLSchema" xmlns:xs="http://www.w3.org/2001/XMLSchema" xmlns:p="http://schemas.microsoft.com/office/2006/metadata/properties" xmlns:ns2="5a932de8-014e-4395-a210-acace869bdb6" xmlns:ns3="64984f8b-2057-4450-93f2-8aa5e6a062ce" targetNamespace="http://schemas.microsoft.com/office/2006/metadata/properties" ma:root="true" ma:fieldsID="5e67dd59e0820bf22da62f711b406a14" ns2:_="" ns3:_="">
    <xsd:import namespace="5a932de8-014e-4395-a210-acace869bdb6"/>
    <xsd:import namespace="64984f8b-2057-4450-93f2-8aa5e6a062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32de8-014e-4395-a210-acace869b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84f8b-2057-4450-93f2-8aa5e6a062c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54f566a-5540-4206-a119-8720727d0e6a}" ma:internalName="TaxCatchAll" ma:showField="CatchAllData" ma:web="64984f8b-2057-4450-93f2-8aa5e6a062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984f8b-2057-4450-93f2-8aa5e6a062ce" xsi:nil="true"/>
    <lcf76f155ced4ddcb4097134ff3c332f xmlns="5a932de8-014e-4395-a210-acace869bdb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7A6D564-05FD-4CF8-84D0-CC4549585D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1CFCC3-8F7C-479D-B854-B136809FC98D}">
  <ds:schemaRefs>
    <ds:schemaRef ds:uri="5a932de8-014e-4395-a210-acace869bdb6"/>
    <ds:schemaRef ds:uri="64984f8b-2057-4450-93f2-8aa5e6a062c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42A17D3-FE78-4414-A08A-CAC3FE3B5469}">
  <ds:schemaRefs>
    <ds:schemaRef ds:uri="5a932de8-014e-4395-a210-acace869bdb6"/>
    <ds:schemaRef ds:uri="64984f8b-2057-4450-93f2-8aa5e6a062ce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Personnalisé</PresentationFormat>
  <Slides>7</Slides>
  <Notes>6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Cartographie</dc:title>
  <cp:revision>187</cp:revision>
  <dcterms:created xsi:type="dcterms:W3CDTF">2006-08-16T00:00:00Z</dcterms:created>
  <dcterms:modified xsi:type="dcterms:W3CDTF">2025-10-23T09:02:36Z</dcterms:modified>
  <dc:identifier>DAGc1mWC1s8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0x01010007AAB16D528BF942AE30C8F5FA7E5E16</vt:lpwstr>
  </property>
  <property fmtid="{D5CDD505-2E9C-101B-9397-08002B2CF9AE}" pid="3" name="MediaServiceImageTags">
    <vt:lpwstr/>
  </property>
</Properties>
</file>