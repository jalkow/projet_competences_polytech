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7_CFA9AC66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0"/>
  </p:notesMasterIdLst>
  <p:sldIdLst>
    <p:sldId id="256" r:id="rId5"/>
    <p:sldId id="260" r:id="rId6"/>
    <p:sldId id="261" r:id="rId7"/>
    <p:sldId id="262" r:id="rId8"/>
    <p:sldId id="263" r:id="rId9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820C88-A42F-0467-4C37-4A53AA7EA36D}" name="Marc Skerrett" initials="MS" userId="S::marc.skerrett@univ-smb.fr::5838212c-6006-4602-b097-e4ba2e4953e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BA69D0-1818-4914-987C-1F25B0E222DF}" v="182" dt="2025-03-14T10:32:16.8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en Badel" userId="d14d62ed-19bc-4dc3-9902-d0d3dba6bde9" providerId="ADAL" clId="{F612A9EF-85FC-9241-96BB-1354E0404616}"/>
    <pc:docChg chg="undo custSel modSld">
      <pc:chgData name="Adrien Badel" userId="d14d62ed-19bc-4dc3-9902-d0d3dba6bde9" providerId="ADAL" clId="{F612A9EF-85FC-9241-96BB-1354E0404616}" dt="2024-10-15T12:37:20.193" v="1" actId="20577"/>
      <pc:docMkLst>
        <pc:docMk/>
      </pc:docMkLst>
      <pc:sldChg chg="modSp mod">
        <pc:chgData name="Adrien Badel" userId="d14d62ed-19bc-4dc3-9902-d0d3dba6bde9" providerId="ADAL" clId="{F612A9EF-85FC-9241-96BB-1354E0404616}" dt="2024-10-15T12:37:20.193" v="1" actId="20577"/>
        <pc:sldMkLst>
          <pc:docMk/>
          <pc:sldMk cId="2680925107" sldId="260"/>
        </pc:sldMkLst>
        <pc:spChg chg="mod">
          <ac:chgData name="Adrien Badel" userId="d14d62ed-19bc-4dc3-9902-d0d3dba6bde9" providerId="ADAL" clId="{F612A9EF-85FC-9241-96BB-1354E0404616}" dt="2024-10-15T12:37:20.193" v="1" actId="20577"/>
          <ac:spMkLst>
            <pc:docMk/>
            <pc:sldMk cId="2680925107" sldId="260"/>
            <ac:spMk id="9" creationId="{3FD9CD12-2037-DE8F-6A9E-95825825CA7C}"/>
          </ac:spMkLst>
        </pc:spChg>
      </pc:sldChg>
    </pc:docChg>
  </pc:docChgLst>
  <pc:docChgLst>
    <pc:chgData name="Marc Skerrett" userId="S::marc.skerrett@univ-smb.fr::5838212c-6006-4602-b097-e4ba2e4953e8" providerId="AD" clId="Web-{9D12F371-82C9-F3E9-4A02-B1952D9896F2}"/>
    <pc:docChg chg="modSld">
      <pc:chgData name="Marc Skerrett" userId="S::marc.skerrett@univ-smb.fr::5838212c-6006-4602-b097-e4ba2e4953e8" providerId="AD" clId="Web-{9D12F371-82C9-F3E9-4A02-B1952D9896F2}" dt="2024-11-05T10:10:23.460" v="24" actId="20577"/>
      <pc:docMkLst>
        <pc:docMk/>
      </pc:docMkLst>
      <pc:sldChg chg="modSp">
        <pc:chgData name="Marc Skerrett" userId="S::marc.skerrett@univ-smb.fr::5838212c-6006-4602-b097-e4ba2e4953e8" providerId="AD" clId="Web-{9D12F371-82C9-F3E9-4A02-B1952D9896F2}" dt="2024-11-05T09:47:48.669" v="2" actId="20577"/>
        <pc:sldMkLst>
          <pc:docMk/>
          <pc:sldMk cId="1542843860" sldId="261"/>
        </pc:sldMkLst>
        <pc:spChg chg="mod">
          <ac:chgData name="Marc Skerrett" userId="S::marc.skerrett@univ-smb.fr::5838212c-6006-4602-b097-e4ba2e4953e8" providerId="AD" clId="Web-{9D12F371-82C9-F3E9-4A02-B1952D9896F2}" dt="2024-11-05T09:47:48.669" v="2" actId="20577"/>
          <ac:spMkLst>
            <pc:docMk/>
            <pc:sldMk cId="1542843860" sldId="261"/>
            <ac:spMk id="19" creationId="{1DBBCF91-9750-DA92-0990-494FE77C8C77}"/>
          </ac:spMkLst>
        </pc:spChg>
      </pc:sldChg>
      <pc:sldChg chg="modSp">
        <pc:chgData name="Marc Skerrett" userId="S::marc.skerrett@univ-smb.fr::5838212c-6006-4602-b097-e4ba2e4953e8" providerId="AD" clId="Web-{9D12F371-82C9-F3E9-4A02-B1952D9896F2}" dt="2024-11-05T09:55:05.058" v="9" actId="20577"/>
        <pc:sldMkLst>
          <pc:docMk/>
          <pc:sldMk cId="2766914940" sldId="262"/>
        </pc:sldMkLst>
        <pc:spChg chg="mod">
          <ac:chgData name="Marc Skerrett" userId="S::marc.skerrett@univ-smb.fr::5838212c-6006-4602-b097-e4ba2e4953e8" providerId="AD" clId="Web-{9D12F371-82C9-F3E9-4A02-B1952D9896F2}" dt="2024-11-05T09:55:05.058" v="9" actId="20577"/>
          <ac:spMkLst>
            <pc:docMk/>
            <pc:sldMk cId="2766914940" sldId="262"/>
            <ac:spMk id="5" creationId="{C6F84988-4303-5FAC-598E-97F238A8472F}"/>
          </ac:spMkLst>
        </pc:spChg>
      </pc:sldChg>
      <pc:sldChg chg="modSp">
        <pc:chgData name="Marc Skerrett" userId="S::marc.skerrett@univ-smb.fr::5838212c-6006-4602-b097-e4ba2e4953e8" providerId="AD" clId="Web-{9D12F371-82C9-F3E9-4A02-B1952D9896F2}" dt="2024-11-05T10:10:23.460" v="24" actId="20577"/>
        <pc:sldMkLst>
          <pc:docMk/>
          <pc:sldMk cId="3484003430" sldId="263"/>
        </pc:sldMkLst>
        <pc:spChg chg="mod">
          <ac:chgData name="Marc Skerrett" userId="S::marc.skerrett@univ-smb.fr::5838212c-6006-4602-b097-e4ba2e4953e8" providerId="AD" clId="Web-{9D12F371-82C9-F3E9-4A02-B1952D9896F2}" dt="2024-11-05T10:10:23.460" v="24" actId="20577"/>
          <ac:spMkLst>
            <pc:docMk/>
            <pc:sldMk cId="3484003430" sldId="263"/>
            <ac:spMk id="11" creationId="{AA84D950-1711-5A10-D96F-03D2E5D98B73}"/>
          </ac:spMkLst>
        </pc:spChg>
      </pc:sldChg>
    </pc:docChg>
  </pc:docChgLst>
  <pc:docChgLst>
    <pc:chgData name="Jean-Jacques Curtelin" userId="S::jean-jacques.curtelin@univ-smb.fr::102e4674-0d2e-470f-a19a-15551fb64164" providerId="AD" clId="Web-{D73DA2C8-9687-4E1D-863E-E481EB5CE9F7}"/>
    <pc:docChg chg="modSld">
      <pc:chgData name="Jean-Jacques Curtelin" userId="S::jean-jacques.curtelin@univ-smb.fr::102e4674-0d2e-470f-a19a-15551fb64164" providerId="AD" clId="Web-{D73DA2C8-9687-4E1D-863E-E481EB5CE9F7}" dt="2024-09-27T17:20:11.249" v="100" actId="1076"/>
      <pc:docMkLst>
        <pc:docMk/>
      </pc:docMkLst>
      <pc:sldChg chg="modSp">
        <pc:chgData name="Jean-Jacques Curtelin" userId="S::jean-jacques.curtelin@univ-smb.fr::102e4674-0d2e-470f-a19a-15551fb64164" providerId="AD" clId="Web-{D73DA2C8-9687-4E1D-863E-E481EB5CE9F7}" dt="2024-09-27T06:26:13.997" v="51" actId="1076"/>
        <pc:sldMkLst>
          <pc:docMk/>
          <pc:sldMk cId="3044381407" sldId="256"/>
        </pc:sldMkLst>
        <pc:spChg chg="mod">
          <ac:chgData name="Jean-Jacques Curtelin" userId="S::jean-jacques.curtelin@univ-smb.fr::102e4674-0d2e-470f-a19a-15551fb64164" providerId="AD" clId="Web-{D73DA2C8-9687-4E1D-863E-E481EB5CE9F7}" dt="2024-09-27T06:16:17.408" v="10" actId="20577"/>
          <ac:spMkLst>
            <pc:docMk/>
            <pc:sldMk cId="3044381407" sldId="256"/>
            <ac:spMk id="2" creationId="{BAE7B3F2-CEC8-417B-12A7-9B8523FDC72C}"/>
          </ac:spMkLst>
        </pc:spChg>
        <pc:spChg chg="mod">
          <ac:chgData name="Jean-Jacques Curtelin" userId="S::jean-jacques.curtelin@univ-smb.fr::102e4674-0d2e-470f-a19a-15551fb64164" providerId="AD" clId="Web-{D73DA2C8-9687-4E1D-863E-E481EB5CE9F7}" dt="2024-09-27T06:15:53.126" v="7" actId="20577"/>
          <ac:spMkLst>
            <pc:docMk/>
            <pc:sldMk cId="3044381407" sldId="256"/>
            <ac:spMk id="5" creationId="{5BCB4965-E3CC-A257-0CA1-2FCCE798A106}"/>
          </ac:spMkLst>
        </pc:spChg>
        <pc:spChg chg="mod">
          <ac:chgData name="Jean-Jacques Curtelin" userId="S::jean-jacques.curtelin@univ-smb.fr::102e4674-0d2e-470f-a19a-15551fb64164" providerId="AD" clId="Web-{D73DA2C8-9687-4E1D-863E-E481EB5CE9F7}" dt="2024-09-27T06:16:27.221" v="13" actId="20577"/>
          <ac:spMkLst>
            <pc:docMk/>
            <pc:sldMk cId="3044381407" sldId="256"/>
            <ac:spMk id="18" creationId="{4B25E8AB-A55E-7EBF-291F-B181B69A8BD6}"/>
          </ac:spMkLst>
        </pc:spChg>
        <pc:spChg chg="mod">
          <ac:chgData name="Jean-Jacques Curtelin" userId="S::jean-jacques.curtelin@univ-smb.fr::102e4674-0d2e-470f-a19a-15551fb64164" providerId="AD" clId="Web-{D73DA2C8-9687-4E1D-863E-E481EB5CE9F7}" dt="2024-09-27T06:16:38.784" v="16" actId="20577"/>
          <ac:spMkLst>
            <pc:docMk/>
            <pc:sldMk cId="3044381407" sldId="256"/>
            <ac:spMk id="19" creationId="{0DF9A382-DCE3-E467-095C-0B198C15F7B1}"/>
          </ac:spMkLst>
        </pc:spChg>
        <pc:spChg chg="mod">
          <ac:chgData name="Jean-Jacques Curtelin" userId="S::jean-jacques.curtelin@univ-smb.fr::102e4674-0d2e-470f-a19a-15551fb64164" providerId="AD" clId="Web-{D73DA2C8-9687-4E1D-863E-E481EB5CE9F7}" dt="2024-09-27T06:26:13.997" v="51" actId="1076"/>
          <ac:spMkLst>
            <pc:docMk/>
            <pc:sldMk cId="3044381407" sldId="256"/>
            <ac:spMk id="20" creationId="{14102A85-DE7E-D222-A6BB-351E1ADD0520}"/>
          </ac:spMkLst>
        </pc:spChg>
      </pc:sldChg>
      <pc:sldChg chg="modSp">
        <pc:chgData name="Jean-Jacques Curtelin" userId="S::jean-jacques.curtelin@univ-smb.fr::102e4674-0d2e-470f-a19a-15551fb64164" providerId="AD" clId="Web-{D73DA2C8-9687-4E1D-863E-E481EB5CE9F7}" dt="2024-09-27T06:16:49.487" v="17"/>
        <pc:sldMkLst>
          <pc:docMk/>
          <pc:sldMk cId="2680925107" sldId="260"/>
        </pc:sldMkLst>
        <pc:spChg chg="mod">
          <ac:chgData name="Jean-Jacques Curtelin" userId="S::jean-jacques.curtelin@univ-smb.fr::102e4674-0d2e-470f-a19a-15551fb64164" providerId="AD" clId="Web-{D73DA2C8-9687-4E1D-863E-E481EB5CE9F7}" dt="2024-09-27T06:16:49.487" v="17"/>
          <ac:spMkLst>
            <pc:docMk/>
            <pc:sldMk cId="2680925107" sldId="260"/>
            <ac:spMk id="2" creationId="{120BE6C5-C445-D8AB-4C49-F06327F3D35A}"/>
          </ac:spMkLst>
        </pc:spChg>
      </pc:sldChg>
      <pc:sldChg chg="modSp">
        <pc:chgData name="Jean-Jacques Curtelin" userId="S::jean-jacques.curtelin@univ-smb.fr::102e4674-0d2e-470f-a19a-15551fb64164" providerId="AD" clId="Web-{D73DA2C8-9687-4E1D-863E-E481EB5CE9F7}" dt="2024-09-27T06:17:05.628" v="18"/>
        <pc:sldMkLst>
          <pc:docMk/>
          <pc:sldMk cId="1542843860" sldId="261"/>
        </pc:sldMkLst>
        <pc:spChg chg="mod">
          <ac:chgData name="Jean-Jacques Curtelin" userId="S::jean-jacques.curtelin@univ-smb.fr::102e4674-0d2e-470f-a19a-15551fb64164" providerId="AD" clId="Web-{D73DA2C8-9687-4E1D-863E-E481EB5CE9F7}" dt="2024-09-27T06:17:05.628" v="18"/>
          <ac:spMkLst>
            <pc:docMk/>
            <pc:sldMk cId="1542843860" sldId="261"/>
            <ac:spMk id="2" creationId="{120BE6C5-C445-D8AB-4C49-F06327F3D35A}"/>
          </ac:spMkLst>
        </pc:spChg>
      </pc:sldChg>
      <pc:sldChg chg="delSp modSp">
        <pc:chgData name="Jean-Jacques Curtelin" userId="S::jean-jacques.curtelin@univ-smb.fr::102e4674-0d2e-470f-a19a-15551fb64164" providerId="AD" clId="Web-{D73DA2C8-9687-4E1D-863E-E481EB5CE9F7}" dt="2024-09-27T17:20:11.249" v="100" actId="1076"/>
        <pc:sldMkLst>
          <pc:docMk/>
          <pc:sldMk cId="2766914940" sldId="262"/>
        </pc:sldMkLst>
        <pc:spChg chg="mod">
          <ac:chgData name="Jean-Jacques Curtelin" userId="S::jean-jacques.curtelin@univ-smb.fr::102e4674-0d2e-470f-a19a-15551fb64164" providerId="AD" clId="Web-{D73DA2C8-9687-4E1D-863E-E481EB5CE9F7}" dt="2024-09-27T06:17:16.237" v="19"/>
          <ac:spMkLst>
            <pc:docMk/>
            <pc:sldMk cId="2766914940" sldId="262"/>
            <ac:spMk id="2" creationId="{120BE6C5-C445-D8AB-4C49-F06327F3D35A}"/>
          </ac:spMkLst>
        </pc:spChg>
        <pc:spChg chg="mod">
          <ac:chgData name="Jean-Jacques Curtelin" userId="S::jean-jacques.curtelin@univ-smb.fr::102e4674-0d2e-470f-a19a-15551fb64164" providerId="AD" clId="Web-{D73DA2C8-9687-4E1D-863E-E481EB5CE9F7}" dt="2024-09-27T17:19:03.307" v="94" actId="20577"/>
          <ac:spMkLst>
            <pc:docMk/>
            <pc:sldMk cId="2766914940" sldId="262"/>
            <ac:spMk id="5" creationId="{C6F84988-4303-5FAC-598E-97F238A8472F}"/>
          </ac:spMkLst>
        </pc:spChg>
        <pc:spChg chg="mod">
          <ac:chgData name="Jean-Jacques Curtelin" userId="S::jean-jacques.curtelin@univ-smb.fr::102e4674-0d2e-470f-a19a-15551fb64164" providerId="AD" clId="Web-{D73DA2C8-9687-4E1D-863E-E481EB5CE9F7}" dt="2024-09-27T17:19:33.341" v="97" actId="1076"/>
          <ac:spMkLst>
            <pc:docMk/>
            <pc:sldMk cId="2766914940" sldId="262"/>
            <ac:spMk id="11" creationId="{AA84D950-1711-5A10-D96F-03D2E5D98B73}"/>
          </ac:spMkLst>
        </pc:spChg>
        <pc:spChg chg="mod">
          <ac:chgData name="Jean-Jacques Curtelin" userId="S::jean-jacques.curtelin@univ-smb.fr::102e4674-0d2e-470f-a19a-15551fb64164" providerId="AD" clId="Web-{D73DA2C8-9687-4E1D-863E-E481EB5CE9F7}" dt="2024-09-27T17:20:11.249" v="100" actId="1076"/>
          <ac:spMkLst>
            <pc:docMk/>
            <pc:sldMk cId="2766914940" sldId="262"/>
            <ac:spMk id="16" creationId="{5A8468A6-FBAF-9CD0-C2AD-314A992AC17A}"/>
          </ac:spMkLst>
        </pc:spChg>
        <pc:spChg chg="mod">
          <ac:chgData name="Jean-Jacques Curtelin" userId="S::jean-jacques.curtelin@univ-smb.fr::102e4674-0d2e-470f-a19a-15551fb64164" providerId="AD" clId="Web-{D73DA2C8-9687-4E1D-863E-E481EB5CE9F7}" dt="2024-09-27T17:17:32.911" v="89" actId="14100"/>
          <ac:spMkLst>
            <pc:docMk/>
            <pc:sldMk cId="2766914940" sldId="262"/>
            <ac:spMk id="19" creationId="{1DBBCF91-9750-DA92-0990-494FE77C8C77}"/>
          </ac:spMkLst>
        </pc:spChg>
        <pc:grpChg chg="mod">
          <ac:chgData name="Jean-Jacques Curtelin" userId="S::jean-jacques.curtelin@univ-smb.fr::102e4674-0d2e-470f-a19a-15551fb64164" providerId="AD" clId="Web-{D73DA2C8-9687-4E1D-863E-E481EB5CE9F7}" dt="2024-09-27T17:19:49.982" v="99" actId="1076"/>
          <ac:grpSpMkLst>
            <pc:docMk/>
            <pc:sldMk cId="2766914940" sldId="262"/>
            <ac:grpSpMk id="6" creationId="{2BA9DC19-8C43-2F07-D6C3-D9FBD553DB6B}"/>
          </ac:grpSpMkLst>
        </pc:grpChg>
      </pc:sldChg>
      <pc:sldChg chg="modSp">
        <pc:chgData name="Jean-Jacques Curtelin" userId="S::jean-jacques.curtelin@univ-smb.fr::102e4674-0d2e-470f-a19a-15551fb64164" providerId="AD" clId="Web-{D73DA2C8-9687-4E1D-863E-E481EB5CE9F7}" dt="2024-09-27T06:17:25.394" v="20"/>
        <pc:sldMkLst>
          <pc:docMk/>
          <pc:sldMk cId="3484003430" sldId="263"/>
        </pc:sldMkLst>
        <pc:spChg chg="mod">
          <ac:chgData name="Jean-Jacques Curtelin" userId="S::jean-jacques.curtelin@univ-smb.fr::102e4674-0d2e-470f-a19a-15551fb64164" providerId="AD" clId="Web-{D73DA2C8-9687-4E1D-863E-E481EB5CE9F7}" dt="2024-09-27T06:17:25.394" v="20"/>
          <ac:spMkLst>
            <pc:docMk/>
            <pc:sldMk cId="3484003430" sldId="263"/>
            <ac:spMk id="2" creationId="{120BE6C5-C445-D8AB-4C49-F06327F3D35A}"/>
          </ac:spMkLst>
        </pc:spChg>
      </pc:sldChg>
    </pc:docChg>
  </pc:docChgLst>
  <pc:docChgLst>
    <pc:chgData name="Marc Skerrett" userId="S::marc.skerrett@univ-smb.fr::5838212c-6006-4602-b097-e4ba2e4953e8" providerId="AD" clId="Web-{B8CCF96F-088B-15FE-32E0-CBA58C22840D}"/>
    <pc:docChg chg="modSld">
      <pc:chgData name="Marc Skerrett" userId="S::marc.skerrett@univ-smb.fr::5838212c-6006-4602-b097-e4ba2e4953e8" providerId="AD" clId="Web-{B8CCF96F-088B-15FE-32E0-CBA58C22840D}" dt="2024-09-13T06:24:31.980" v="25" actId="20577"/>
      <pc:docMkLst>
        <pc:docMk/>
      </pc:docMkLst>
      <pc:sldChg chg="modSp">
        <pc:chgData name="Marc Skerrett" userId="S::marc.skerrett@univ-smb.fr::5838212c-6006-4602-b097-e4ba2e4953e8" providerId="AD" clId="Web-{B8CCF96F-088B-15FE-32E0-CBA58C22840D}" dt="2024-09-13T06:24:31.980" v="25" actId="20577"/>
        <pc:sldMkLst>
          <pc:docMk/>
          <pc:sldMk cId="1542843860" sldId="261"/>
        </pc:sldMkLst>
        <pc:spChg chg="mod">
          <ac:chgData name="Marc Skerrett" userId="S::marc.skerrett@univ-smb.fr::5838212c-6006-4602-b097-e4ba2e4953e8" providerId="AD" clId="Web-{B8CCF96F-088B-15FE-32E0-CBA58C22840D}" dt="2024-09-13T06:24:31.980" v="25" actId="20577"/>
          <ac:spMkLst>
            <pc:docMk/>
            <pc:sldMk cId="1542843860" sldId="261"/>
            <ac:spMk id="2" creationId="{120BE6C5-C445-D8AB-4C49-F06327F3D35A}"/>
          </ac:spMkLst>
        </pc:spChg>
        <pc:spChg chg="mod">
          <ac:chgData name="Marc Skerrett" userId="S::marc.skerrett@univ-smb.fr::5838212c-6006-4602-b097-e4ba2e4953e8" providerId="AD" clId="Web-{B8CCF96F-088B-15FE-32E0-CBA58C22840D}" dt="2024-09-13T06:23:44.166" v="1" actId="14100"/>
          <ac:spMkLst>
            <pc:docMk/>
            <pc:sldMk cId="1542843860" sldId="261"/>
            <ac:spMk id="7" creationId="{C7304A67-8B2E-B3E3-31CF-722C5F9D66A3}"/>
          </ac:spMkLst>
        </pc:spChg>
      </pc:sldChg>
      <pc:sldChg chg="modSp">
        <pc:chgData name="Marc Skerrett" userId="S::marc.skerrett@univ-smb.fr::5838212c-6006-4602-b097-e4ba2e4953e8" providerId="AD" clId="Web-{B8CCF96F-088B-15FE-32E0-CBA58C22840D}" dt="2024-09-13T06:22:13.225" v="0" actId="14100"/>
        <pc:sldMkLst>
          <pc:docMk/>
          <pc:sldMk cId="3484003430" sldId="263"/>
        </pc:sldMkLst>
        <pc:spChg chg="mod">
          <ac:chgData name="Marc Skerrett" userId="S::marc.skerrett@univ-smb.fr::5838212c-6006-4602-b097-e4ba2e4953e8" providerId="AD" clId="Web-{B8CCF96F-088B-15FE-32E0-CBA58C22840D}" dt="2024-09-13T06:22:13.225" v="0" actId="14100"/>
          <ac:spMkLst>
            <pc:docMk/>
            <pc:sldMk cId="3484003430" sldId="263"/>
            <ac:spMk id="29" creationId="{5471F8F7-3B12-EC8D-4424-D149104818B2}"/>
          </ac:spMkLst>
        </pc:spChg>
      </pc:sldChg>
    </pc:docChg>
  </pc:docChgLst>
  <pc:docChgLst>
    <pc:chgData name="Marc Skerrett" userId="S::marc.skerrett@univ-smb.fr::5838212c-6006-4602-b097-e4ba2e4953e8" providerId="AD" clId="Web-{E77C216C-A3F3-DF1A-9DA3-08298704800A}"/>
    <pc:docChg chg="mod">
      <pc:chgData name="Marc Skerrett" userId="S::marc.skerrett@univ-smb.fr::5838212c-6006-4602-b097-e4ba2e4953e8" providerId="AD" clId="Web-{E77C216C-A3F3-DF1A-9DA3-08298704800A}" dt="2024-12-11T14:51:38.376" v="0"/>
      <pc:docMkLst>
        <pc:docMk/>
      </pc:docMkLst>
    </pc:docChg>
  </pc:docChgLst>
  <pc:docChgLst>
    <pc:chgData name="Jean-Jacques Curtelin" userId="S::jean-jacques.curtelin@univ-smb.fr::102e4674-0d2e-470f-a19a-15551fb64164" providerId="AD" clId="Web-{38C14A6B-6330-C817-A7FA-AEB844C26056}"/>
    <pc:docChg chg="modSld">
      <pc:chgData name="Jean-Jacques Curtelin" userId="S::jean-jacques.curtelin@univ-smb.fr::102e4674-0d2e-470f-a19a-15551fb64164" providerId="AD" clId="Web-{38C14A6B-6330-C817-A7FA-AEB844C26056}" dt="2024-09-12T13:56:16.785" v="67" actId="1076"/>
      <pc:docMkLst>
        <pc:docMk/>
      </pc:docMkLst>
      <pc:sldChg chg="modSp">
        <pc:chgData name="Jean-Jacques Curtelin" userId="S::jean-jacques.curtelin@univ-smb.fr::102e4674-0d2e-470f-a19a-15551fb64164" providerId="AD" clId="Web-{38C14A6B-6330-C817-A7FA-AEB844C26056}" dt="2024-09-12T13:56:16.785" v="67" actId="1076"/>
        <pc:sldMkLst>
          <pc:docMk/>
          <pc:sldMk cId="3484003430" sldId="263"/>
        </pc:sldMkLst>
        <pc:spChg chg="mod">
          <ac:chgData name="Jean-Jacques Curtelin" userId="S::jean-jacques.curtelin@univ-smb.fr::102e4674-0d2e-470f-a19a-15551fb64164" providerId="AD" clId="Web-{38C14A6B-6330-C817-A7FA-AEB844C26056}" dt="2024-09-12T13:19:07.849" v="56" actId="20577"/>
          <ac:spMkLst>
            <pc:docMk/>
            <pc:sldMk cId="3484003430" sldId="263"/>
            <ac:spMk id="5" creationId="{C6F84988-4303-5FAC-598E-97F238A8472F}"/>
          </ac:spMkLst>
        </pc:spChg>
        <pc:spChg chg="mod">
          <ac:chgData name="Jean-Jacques Curtelin" userId="S::jean-jacques.curtelin@univ-smb.fr::102e4674-0d2e-470f-a19a-15551fb64164" providerId="AD" clId="Web-{38C14A6B-6330-C817-A7FA-AEB844C26056}" dt="2024-09-12T12:39:27.455" v="14" actId="20577"/>
          <ac:spMkLst>
            <pc:docMk/>
            <pc:sldMk cId="3484003430" sldId="263"/>
            <ac:spMk id="7" creationId="{C7304A67-8B2E-B3E3-31CF-722C5F9D66A3}"/>
          </ac:spMkLst>
        </pc:spChg>
        <pc:spChg chg="mod">
          <ac:chgData name="Jean-Jacques Curtelin" userId="S::jean-jacques.curtelin@univ-smb.fr::102e4674-0d2e-470f-a19a-15551fb64164" providerId="AD" clId="Web-{38C14A6B-6330-C817-A7FA-AEB844C26056}" dt="2024-09-12T13:56:11.598" v="66" actId="1076"/>
          <ac:spMkLst>
            <pc:docMk/>
            <pc:sldMk cId="3484003430" sldId="263"/>
            <ac:spMk id="11" creationId="{AA84D950-1711-5A10-D96F-03D2E5D98B73}"/>
          </ac:spMkLst>
        </pc:spChg>
        <pc:spChg chg="mod">
          <ac:chgData name="Jean-Jacques Curtelin" userId="S::jean-jacques.curtelin@univ-smb.fr::102e4674-0d2e-470f-a19a-15551fb64164" providerId="AD" clId="Web-{38C14A6B-6330-C817-A7FA-AEB844C26056}" dt="2024-09-12T13:56:05.707" v="65" actId="1076"/>
          <ac:spMkLst>
            <pc:docMk/>
            <pc:sldMk cId="3484003430" sldId="263"/>
            <ac:spMk id="19" creationId="{1DBBCF91-9750-DA92-0990-494FE77C8C77}"/>
          </ac:spMkLst>
        </pc:spChg>
        <pc:spChg chg="mod">
          <ac:chgData name="Jean-Jacques Curtelin" userId="S::jean-jacques.curtelin@univ-smb.fr::102e4674-0d2e-470f-a19a-15551fb64164" providerId="AD" clId="Web-{38C14A6B-6330-C817-A7FA-AEB844C26056}" dt="2024-09-12T13:19:13.693" v="57" actId="14100"/>
          <ac:spMkLst>
            <pc:docMk/>
            <pc:sldMk cId="3484003430" sldId="263"/>
            <ac:spMk id="27" creationId="{AB8DDAEA-5EAB-8B33-030A-71CEA82ABC09}"/>
          </ac:spMkLst>
        </pc:spChg>
        <pc:spChg chg="mod">
          <ac:chgData name="Jean-Jacques Curtelin" userId="S::jean-jacques.curtelin@univ-smb.fr::102e4674-0d2e-470f-a19a-15551fb64164" providerId="AD" clId="Web-{38C14A6B-6330-C817-A7FA-AEB844C26056}" dt="2024-09-12T13:56:00.066" v="64" actId="1076"/>
          <ac:spMkLst>
            <pc:docMk/>
            <pc:sldMk cId="3484003430" sldId="263"/>
            <ac:spMk id="28" creationId="{CDB6D710-E0A0-E469-2EC9-0C7D72E6CC9D}"/>
          </ac:spMkLst>
        </pc:spChg>
        <pc:spChg chg="mod">
          <ac:chgData name="Jean-Jacques Curtelin" userId="S::jean-jacques.curtelin@univ-smb.fr::102e4674-0d2e-470f-a19a-15551fb64164" providerId="AD" clId="Web-{38C14A6B-6330-C817-A7FA-AEB844C26056}" dt="2024-09-12T13:56:16.785" v="67" actId="1076"/>
          <ac:spMkLst>
            <pc:docMk/>
            <pc:sldMk cId="3484003430" sldId="263"/>
            <ac:spMk id="29" creationId="{5471F8F7-3B12-EC8D-4424-D149104818B2}"/>
          </ac:spMkLst>
        </pc:spChg>
      </pc:sldChg>
    </pc:docChg>
  </pc:docChgLst>
  <pc:docChgLst>
    <pc:chgData name="Marc Skerrett" userId="S::marc.skerrett@univ-smb.fr::5838212c-6006-4602-b097-e4ba2e4953e8" providerId="AD" clId="Web-{045BFEEC-59C5-C3FF-E653-AE518B908AB5}"/>
    <pc:docChg chg="modSld">
      <pc:chgData name="Marc Skerrett" userId="S::marc.skerrett@univ-smb.fr::5838212c-6006-4602-b097-e4ba2e4953e8" providerId="AD" clId="Web-{045BFEEC-59C5-C3FF-E653-AE518B908AB5}" dt="2024-11-08T09:33:27.446" v="23" actId="20577"/>
      <pc:docMkLst>
        <pc:docMk/>
      </pc:docMkLst>
      <pc:sldChg chg="modSp">
        <pc:chgData name="Marc Skerrett" userId="S::marc.skerrett@univ-smb.fr::5838212c-6006-4602-b097-e4ba2e4953e8" providerId="AD" clId="Web-{045BFEEC-59C5-C3FF-E653-AE518B908AB5}" dt="2024-11-08T09:33:27.446" v="23" actId="20577"/>
        <pc:sldMkLst>
          <pc:docMk/>
          <pc:sldMk cId="2680925107" sldId="260"/>
        </pc:sldMkLst>
        <pc:spChg chg="mod">
          <ac:chgData name="Marc Skerrett" userId="S::marc.skerrett@univ-smb.fr::5838212c-6006-4602-b097-e4ba2e4953e8" providerId="AD" clId="Web-{045BFEEC-59C5-C3FF-E653-AE518B908AB5}" dt="2024-11-08T09:33:27.446" v="23" actId="20577"/>
          <ac:spMkLst>
            <pc:docMk/>
            <pc:sldMk cId="2680925107" sldId="260"/>
            <ac:spMk id="7" creationId="{C7304A67-8B2E-B3E3-31CF-722C5F9D66A3}"/>
          </ac:spMkLst>
        </pc:spChg>
      </pc:sldChg>
    </pc:docChg>
  </pc:docChgLst>
  <pc:docChgLst>
    <pc:chgData name="Ilham Alloui" userId="S::ilham.alloui@univ-smb.fr::68fc43d7-0d5d-45b6-9507-975e2c114c32" providerId="AD" clId="Web-{8DBA69D0-1818-4914-987C-1F25B0E222DF}"/>
    <pc:docChg chg="modSld">
      <pc:chgData name="Ilham Alloui" userId="S::ilham.alloui@univ-smb.fr::68fc43d7-0d5d-45b6-9507-975e2c114c32" providerId="AD" clId="Web-{8DBA69D0-1818-4914-987C-1F25B0E222DF}" dt="2025-03-14T10:32:16.814" v="141" actId="20577"/>
      <pc:docMkLst>
        <pc:docMk/>
      </pc:docMkLst>
      <pc:sldChg chg="modSp">
        <pc:chgData name="Ilham Alloui" userId="S::ilham.alloui@univ-smb.fr::68fc43d7-0d5d-45b6-9507-975e2c114c32" providerId="AD" clId="Web-{8DBA69D0-1818-4914-987C-1F25B0E222DF}" dt="2025-03-14T10:32:16.814" v="141" actId="20577"/>
        <pc:sldMkLst>
          <pc:docMk/>
          <pc:sldMk cId="2680925107" sldId="260"/>
        </pc:sldMkLst>
        <pc:spChg chg="mod">
          <ac:chgData name="Ilham Alloui" userId="S::ilham.alloui@univ-smb.fr::68fc43d7-0d5d-45b6-9507-975e2c114c32" providerId="AD" clId="Web-{8DBA69D0-1818-4914-987C-1F25B0E222DF}" dt="2025-03-14T10:32:16.814" v="141" actId="20577"/>
          <ac:spMkLst>
            <pc:docMk/>
            <pc:sldMk cId="2680925107" sldId="260"/>
            <ac:spMk id="7" creationId="{C7304A67-8B2E-B3E3-31CF-722C5F9D66A3}"/>
          </ac:spMkLst>
        </pc:spChg>
        <pc:spChg chg="mod">
          <ac:chgData name="Ilham Alloui" userId="S::ilham.alloui@univ-smb.fr::68fc43d7-0d5d-45b6-9507-975e2c114c32" providerId="AD" clId="Web-{8DBA69D0-1818-4914-987C-1F25B0E222DF}" dt="2025-03-14T10:04:11.092" v="26" actId="20577"/>
          <ac:spMkLst>
            <pc:docMk/>
            <pc:sldMk cId="2680925107" sldId="260"/>
            <ac:spMk id="11" creationId="{AA84D950-1711-5A10-D96F-03D2E5D98B73}"/>
          </ac:spMkLst>
        </pc:spChg>
      </pc:sldChg>
      <pc:sldChg chg="modSp">
        <pc:chgData name="Ilham Alloui" userId="S::ilham.alloui@univ-smb.fr::68fc43d7-0d5d-45b6-9507-975e2c114c32" providerId="AD" clId="Web-{8DBA69D0-1818-4914-987C-1F25B0E222DF}" dt="2025-03-14T10:09:29.765" v="44" actId="20577"/>
        <pc:sldMkLst>
          <pc:docMk/>
          <pc:sldMk cId="1542843860" sldId="261"/>
        </pc:sldMkLst>
        <pc:spChg chg="mod">
          <ac:chgData name="Ilham Alloui" userId="S::ilham.alloui@univ-smb.fr::68fc43d7-0d5d-45b6-9507-975e2c114c32" providerId="AD" clId="Web-{8DBA69D0-1818-4914-987C-1F25B0E222DF}" dt="2025-03-14T10:07:09.718" v="37" actId="20577"/>
          <ac:spMkLst>
            <pc:docMk/>
            <pc:sldMk cId="1542843860" sldId="261"/>
            <ac:spMk id="7" creationId="{C7304A67-8B2E-B3E3-31CF-722C5F9D66A3}"/>
          </ac:spMkLst>
        </pc:spChg>
        <pc:spChg chg="mod">
          <ac:chgData name="Ilham Alloui" userId="S::ilham.alloui@univ-smb.fr::68fc43d7-0d5d-45b6-9507-975e2c114c32" providerId="AD" clId="Web-{8DBA69D0-1818-4914-987C-1F25B0E222DF}" dt="2025-03-14T10:09:29.765" v="44" actId="20577"/>
          <ac:spMkLst>
            <pc:docMk/>
            <pc:sldMk cId="1542843860" sldId="261"/>
            <ac:spMk id="19" creationId="{1DBBCF91-9750-DA92-0990-494FE77C8C77}"/>
          </ac:spMkLst>
        </pc:spChg>
      </pc:sldChg>
      <pc:sldChg chg="modSp">
        <pc:chgData name="Ilham Alloui" userId="S::ilham.alloui@univ-smb.fr::68fc43d7-0d5d-45b6-9507-975e2c114c32" providerId="AD" clId="Web-{8DBA69D0-1818-4914-987C-1F25B0E222DF}" dt="2025-03-14T10:14:47.062" v="83" actId="20577"/>
        <pc:sldMkLst>
          <pc:docMk/>
          <pc:sldMk cId="2766914940" sldId="262"/>
        </pc:sldMkLst>
        <pc:spChg chg="mod">
          <ac:chgData name="Ilham Alloui" userId="S::ilham.alloui@univ-smb.fr::68fc43d7-0d5d-45b6-9507-975e2c114c32" providerId="AD" clId="Web-{8DBA69D0-1818-4914-987C-1F25B0E222DF}" dt="2025-03-14T10:12:25.703" v="74" actId="20577"/>
          <ac:spMkLst>
            <pc:docMk/>
            <pc:sldMk cId="2766914940" sldId="262"/>
            <ac:spMk id="7" creationId="{C7304A67-8B2E-B3E3-31CF-722C5F9D66A3}"/>
          </ac:spMkLst>
        </pc:spChg>
        <pc:spChg chg="mod">
          <ac:chgData name="Ilham Alloui" userId="S::ilham.alloui@univ-smb.fr::68fc43d7-0d5d-45b6-9507-975e2c114c32" providerId="AD" clId="Web-{8DBA69D0-1818-4914-987C-1F25B0E222DF}" dt="2025-03-14T10:14:47.062" v="83" actId="20577"/>
          <ac:spMkLst>
            <pc:docMk/>
            <pc:sldMk cId="2766914940" sldId="262"/>
            <ac:spMk id="19" creationId="{1DBBCF91-9750-DA92-0990-494FE77C8C77}"/>
          </ac:spMkLst>
        </pc:spChg>
      </pc:sldChg>
      <pc:sldChg chg="modSp modCm">
        <pc:chgData name="Ilham Alloui" userId="S::ilham.alloui@univ-smb.fr::68fc43d7-0d5d-45b6-9507-975e2c114c32" providerId="AD" clId="Web-{8DBA69D0-1818-4914-987C-1F25B0E222DF}" dt="2025-03-14T10:31:21.470" v="132" actId="20577"/>
        <pc:sldMkLst>
          <pc:docMk/>
          <pc:sldMk cId="3484003430" sldId="263"/>
        </pc:sldMkLst>
        <pc:spChg chg="mod">
          <ac:chgData name="Ilham Alloui" userId="S::ilham.alloui@univ-smb.fr::68fc43d7-0d5d-45b6-9507-975e2c114c32" providerId="AD" clId="Web-{8DBA69D0-1818-4914-987C-1F25B0E222DF}" dt="2025-03-14T10:28:28.532" v="125" actId="20577"/>
          <ac:spMkLst>
            <pc:docMk/>
            <pc:sldMk cId="3484003430" sldId="263"/>
            <ac:spMk id="5" creationId="{C6F84988-4303-5FAC-598E-97F238A8472F}"/>
          </ac:spMkLst>
        </pc:spChg>
        <pc:spChg chg="mod">
          <ac:chgData name="Ilham Alloui" userId="S::ilham.alloui@univ-smb.fr::68fc43d7-0d5d-45b6-9507-975e2c114c32" providerId="AD" clId="Web-{8DBA69D0-1818-4914-987C-1F25B0E222DF}" dt="2025-03-14T10:31:21.470" v="132" actId="20577"/>
          <ac:spMkLst>
            <pc:docMk/>
            <pc:sldMk cId="3484003430" sldId="263"/>
            <ac:spMk id="7" creationId="{C7304A67-8B2E-B3E3-31CF-722C5F9D66A3}"/>
          </ac:spMkLst>
        </pc:spChg>
        <pc:spChg chg="mod">
          <ac:chgData name="Ilham Alloui" userId="S::ilham.alloui@univ-smb.fr::68fc43d7-0d5d-45b6-9507-975e2c114c32" providerId="AD" clId="Web-{8DBA69D0-1818-4914-987C-1F25B0E222DF}" dt="2025-03-14T10:27:35.939" v="118" actId="20577"/>
          <ac:spMkLst>
            <pc:docMk/>
            <pc:sldMk cId="3484003430" sldId="263"/>
            <ac:spMk id="19" creationId="{1DBBCF91-9750-DA92-0990-494FE77C8C7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Ilham Alloui" userId="S::ilham.alloui@univ-smb.fr::68fc43d7-0d5d-45b6-9507-975e2c114c32" providerId="AD" clId="Web-{8DBA69D0-1818-4914-987C-1F25B0E222DF}" dt="2025-03-14T10:27:46.548" v="124" actId="20577"/>
              <pc2:cmMkLst xmlns:pc2="http://schemas.microsoft.com/office/powerpoint/2019/9/main/command">
                <pc:docMk/>
                <pc:sldMk cId="3484003430" sldId="263"/>
                <pc2:cmMk id="{5C7E8CD3-F1DF-4F75-B6CA-826DFCAB4F4B}"/>
              </pc2:cmMkLst>
            </pc226:cmChg>
          </p:ext>
        </pc:extLst>
      </pc:sldChg>
    </pc:docChg>
  </pc:docChgLst>
  <pc:docChgLst>
    <pc:chgData name="Marc Skerrett" userId="S::marc.skerrett@univ-smb.fr::5838212c-6006-4602-b097-e4ba2e4953e8" providerId="AD" clId="Web-{6695A2B1-D507-1973-93C5-8D12786FA708}"/>
    <pc:docChg chg="modSld">
      <pc:chgData name="Marc Skerrett" userId="S::marc.skerrett@univ-smb.fr::5838212c-6006-4602-b097-e4ba2e4953e8" providerId="AD" clId="Web-{6695A2B1-D507-1973-93C5-8D12786FA708}" dt="2024-09-15T14:57:51.907" v="17" actId="20577"/>
      <pc:docMkLst>
        <pc:docMk/>
      </pc:docMkLst>
      <pc:sldChg chg="modSp">
        <pc:chgData name="Marc Skerrett" userId="S::marc.skerrett@univ-smb.fr::5838212c-6006-4602-b097-e4ba2e4953e8" providerId="AD" clId="Web-{6695A2B1-D507-1973-93C5-8D12786FA708}" dt="2024-09-15T14:53:22.427" v="8" actId="20577"/>
        <pc:sldMkLst>
          <pc:docMk/>
          <pc:sldMk cId="1542843860" sldId="261"/>
        </pc:sldMkLst>
        <pc:spChg chg="mod">
          <ac:chgData name="Marc Skerrett" userId="S::marc.skerrett@univ-smb.fr::5838212c-6006-4602-b097-e4ba2e4953e8" providerId="AD" clId="Web-{6695A2B1-D507-1973-93C5-8D12786FA708}" dt="2024-09-15T14:53:22.427" v="8" actId="20577"/>
          <ac:spMkLst>
            <pc:docMk/>
            <pc:sldMk cId="1542843860" sldId="261"/>
            <ac:spMk id="11" creationId="{AA84D950-1711-5A10-D96F-03D2E5D98B73}"/>
          </ac:spMkLst>
        </pc:spChg>
        <pc:spChg chg="mod">
          <ac:chgData name="Marc Skerrett" userId="S::marc.skerrett@univ-smb.fr::5838212c-6006-4602-b097-e4ba2e4953e8" providerId="AD" clId="Web-{6695A2B1-D507-1973-93C5-8D12786FA708}" dt="2024-09-15T14:47:04.647" v="0" actId="1076"/>
          <ac:spMkLst>
            <pc:docMk/>
            <pc:sldMk cId="1542843860" sldId="261"/>
            <ac:spMk id="19" creationId="{1DBBCF91-9750-DA92-0990-494FE77C8C77}"/>
          </ac:spMkLst>
        </pc:spChg>
        <pc:spChg chg="mod">
          <ac:chgData name="Marc Skerrett" userId="S::marc.skerrett@univ-smb.fr::5838212c-6006-4602-b097-e4ba2e4953e8" providerId="AD" clId="Web-{6695A2B1-D507-1973-93C5-8D12786FA708}" dt="2024-09-15T14:47:34.523" v="6" actId="14100"/>
          <ac:spMkLst>
            <pc:docMk/>
            <pc:sldMk cId="1542843860" sldId="261"/>
            <ac:spMk id="28" creationId="{CDB6D710-E0A0-E469-2EC9-0C7D72E6CC9D}"/>
          </ac:spMkLst>
        </pc:spChg>
        <pc:spChg chg="mod">
          <ac:chgData name="Marc Skerrett" userId="S::marc.skerrett@univ-smb.fr::5838212c-6006-4602-b097-e4ba2e4953e8" providerId="AD" clId="Web-{6695A2B1-D507-1973-93C5-8D12786FA708}" dt="2024-09-15T14:47:20.898" v="3" actId="1076"/>
          <ac:spMkLst>
            <pc:docMk/>
            <pc:sldMk cId="1542843860" sldId="261"/>
            <ac:spMk id="29" creationId="{5471F8F7-3B12-EC8D-4424-D149104818B2}"/>
          </ac:spMkLst>
        </pc:spChg>
      </pc:sldChg>
      <pc:sldChg chg="modSp">
        <pc:chgData name="Marc Skerrett" userId="S::marc.skerrett@univ-smb.fr::5838212c-6006-4602-b097-e4ba2e4953e8" providerId="AD" clId="Web-{6695A2B1-D507-1973-93C5-8D12786FA708}" dt="2024-09-15T14:55:38.839" v="9" actId="20577"/>
        <pc:sldMkLst>
          <pc:docMk/>
          <pc:sldMk cId="2766914940" sldId="262"/>
        </pc:sldMkLst>
        <pc:spChg chg="mod">
          <ac:chgData name="Marc Skerrett" userId="S::marc.skerrett@univ-smb.fr::5838212c-6006-4602-b097-e4ba2e4953e8" providerId="AD" clId="Web-{6695A2B1-D507-1973-93C5-8D12786FA708}" dt="2024-09-15T14:55:38.839" v="9" actId="20577"/>
          <ac:spMkLst>
            <pc:docMk/>
            <pc:sldMk cId="2766914940" sldId="262"/>
            <ac:spMk id="19" creationId="{1DBBCF91-9750-DA92-0990-494FE77C8C77}"/>
          </ac:spMkLst>
        </pc:spChg>
      </pc:sldChg>
      <pc:sldChg chg="modSp">
        <pc:chgData name="Marc Skerrett" userId="S::marc.skerrett@univ-smb.fr::5838212c-6006-4602-b097-e4ba2e4953e8" providerId="AD" clId="Web-{6695A2B1-D507-1973-93C5-8D12786FA708}" dt="2024-09-15T14:57:51.907" v="17" actId="20577"/>
        <pc:sldMkLst>
          <pc:docMk/>
          <pc:sldMk cId="3484003430" sldId="263"/>
        </pc:sldMkLst>
        <pc:spChg chg="mod">
          <ac:chgData name="Marc Skerrett" userId="S::marc.skerrett@univ-smb.fr::5838212c-6006-4602-b097-e4ba2e4953e8" providerId="AD" clId="Web-{6695A2B1-D507-1973-93C5-8D12786FA708}" dt="2024-09-15T14:57:03.358" v="12" actId="20577"/>
          <ac:spMkLst>
            <pc:docMk/>
            <pc:sldMk cId="3484003430" sldId="263"/>
            <ac:spMk id="5" creationId="{C6F84988-4303-5FAC-598E-97F238A8472F}"/>
          </ac:spMkLst>
        </pc:spChg>
        <pc:spChg chg="mod">
          <ac:chgData name="Marc Skerrett" userId="S::marc.skerrett@univ-smb.fr::5838212c-6006-4602-b097-e4ba2e4953e8" providerId="AD" clId="Web-{6695A2B1-D507-1973-93C5-8D12786FA708}" dt="2024-09-15T14:57:51.907" v="17" actId="20577"/>
          <ac:spMkLst>
            <pc:docMk/>
            <pc:sldMk cId="3484003430" sldId="263"/>
            <ac:spMk id="11" creationId="{AA84D950-1711-5A10-D96F-03D2E5D98B73}"/>
          </ac:spMkLst>
        </pc:spChg>
        <pc:spChg chg="mod">
          <ac:chgData name="Marc Skerrett" userId="S::marc.skerrett@univ-smb.fr::5838212c-6006-4602-b097-e4ba2e4953e8" providerId="AD" clId="Web-{6695A2B1-D507-1973-93C5-8D12786FA708}" dt="2024-09-15T14:57:16.311" v="13" actId="20577"/>
          <ac:spMkLst>
            <pc:docMk/>
            <pc:sldMk cId="3484003430" sldId="263"/>
            <ac:spMk id="19" creationId="{1DBBCF91-9750-DA92-0990-494FE77C8C77}"/>
          </ac:spMkLst>
        </pc:spChg>
      </pc:sldChg>
    </pc:docChg>
  </pc:docChgLst>
  <pc:docChgLst>
    <pc:chgData name="Ilham Alloui" userId="S::ilham.alloui@univ-smb.fr::68fc43d7-0d5d-45b6-9507-975e2c114c32" providerId="AD" clId="Web-{FE817C1D-A4DB-8EA7-DA87-A7E8CBE964EF}"/>
    <pc:docChg chg="modSld">
      <pc:chgData name="Ilham Alloui" userId="S::ilham.alloui@univ-smb.fr::68fc43d7-0d5d-45b6-9507-975e2c114c32" providerId="AD" clId="Web-{FE817C1D-A4DB-8EA7-DA87-A7E8CBE964EF}" dt="2024-09-12T13:12:57.772" v="36" actId="20577"/>
      <pc:docMkLst>
        <pc:docMk/>
      </pc:docMkLst>
      <pc:sldChg chg="modSp">
        <pc:chgData name="Ilham Alloui" userId="S::ilham.alloui@univ-smb.fr::68fc43d7-0d5d-45b6-9507-975e2c114c32" providerId="AD" clId="Web-{FE817C1D-A4DB-8EA7-DA87-A7E8CBE964EF}" dt="2024-09-12T13:12:57.772" v="36" actId="20577"/>
        <pc:sldMkLst>
          <pc:docMk/>
          <pc:sldMk cId="3484003430" sldId="263"/>
        </pc:sldMkLst>
        <pc:spChg chg="mod">
          <ac:chgData name="Ilham Alloui" userId="S::ilham.alloui@univ-smb.fr::68fc43d7-0d5d-45b6-9507-975e2c114c32" providerId="AD" clId="Web-{FE817C1D-A4DB-8EA7-DA87-A7E8CBE964EF}" dt="2024-09-12T13:12:57.772" v="36" actId="20577"/>
          <ac:spMkLst>
            <pc:docMk/>
            <pc:sldMk cId="3484003430" sldId="263"/>
            <ac:spMk id="5" creationId="{C6F84988-4303-5FAC-598E-97F238A8472F}"/>
          </ac:spMkLst>
        </pc:spChg>
      </pc:sldChg>
    </pc:docChg>
  </pc:docChgLst>
  <pc:docChgLst>
    <pc:chgData name="Marc Skerrett" userId="S::marc.skerrett@univ-smb.fr::5838212c-6006-4602-b097-e4ba2e4953e8" providerId="AD" clId="Web-{F6506A44-9597-9B2A-EB7F-F4F36EBBE29D}"/>
    <pc:docChg chg="modSld">
      <pc:chgData name="Marc Skerrett" userId="S::marc.skerrett@univ-smb.fr::5838212c-6006-4602-b097-e4ba2e4953e8" providerId="AD" clId="Web-{F6506A44-9597-9B2A-EB7F-F4F36EBBE29D}" dt="2024-09-13T10:37:58.751" v="16" actId="1076"/>
      <pc:docMkLst>
        <pc:docMk/>
      </pc:docMkLst>
      <pc:sldChg chg="modSp">
        <pc:chgData name="Marc Skerrett" userId="S::marc.skerrett@univ-smb.fr::5838212c-6006-4602-b097-e4ba2e4953e8" providerId="AD" clId="Web-{F6506A44-9597-9B2A-EB7F-F4F36EBBE29D}" dt="2024-09-13T10:37:58.751" v="16" actId="1076"/>
        <pc:sldMkLst>
          <pc:docMk/>
          <pc:sldMk cId="2680925107" sldId="260"/>
        </pc:sldMkLst>
        <pc:spChg chg="mod">
          <ac:chgData name="Marc Skerrett" userId="S::marc.skerrett@univ-smb.fr::5838212c-6006-4602-b097-e4ba2e4953e8" providerId="AD" clId="Web-{F6506A44-9597-9B2A-EB7F-F4F36EBBE29D}" dt="2024-09-13T10:37:58.751" v="16" actId="1076"/>
          <ac:spMkLst>
            <pc:docMk/>
            <pc:sldMk cId="2680925107" sldId="260"/>
            <ac:spMk id="11" creationId="{AA84D950-1711-5A10-D96F-03D2E5D98B73}"/>
          </ac:spMkLst>
        </pc:spChg>
        <pc:spChg chg="mod">
          <ac:chgData name="Marc Skerrett" userId="S::marc.skerrett@univ-smb.fr::5838212c-6006-4602-b097-e4ba2e4953e8" providerId="AD" clId="Web-{F6506A44-9597-9B2A-EB7F-F4F36EBBE29D}" dt="2024-09-13T10:37:32.765" v="10" actId="1076"/>
          <ac:spMkLst>
            <pc:docMk/>
            <pc:sldMk cId="2680925107" sldId="260"/>
            <ac:spMk id="19" creationId="{1DBBCF91-9750-DA92-0990-494FE77C8C77}"/>
          </ac:spMkLst>
        </pc:spChg>
        <pc:spChg chg="mod">
          <ac:chgData name="Marc Skerrett" userId="S::marc.skerrett@univ-smb.fr::5838212c-6006-4602-b097-e4ba2e4953e8" providerId="AD" clId="Web-{F6506A44-9597-9B2A-EB7F-F4F36EBBE29D}" dt="2024-09-13T10:37:53.891" v="15" actId="14100"/>
          <ac:spMkLst>
            <pc:docMk/>
            <pc:sldMk cId="2680925107" sldId="260"/>
            <ac:spMk id="28" creationId="{CDB6D710-E0A0-E469-2EC9-0C7D72E6CC9D}"/>
          </ac:spMkLst>
        </pc:spChg>
        <pc:spChg chg="mod">
          <ac:chgData name="Marc Skerrett" userId="S::marc.skerrett@univ-smb.fr::5838212c-6006-4602-b097-e4ba2e4953e8" providerId="AD" clId="Web-{F6506A44-9597-9B2A-EB7F-F4F36EBBE29D}" dt="2024-09-13T10:37:48.063" v="14" actId="1076"/>
          <ac:spMkLst>
            <pc:docMk/>
            <pc:sldMk cId="2680925107" sldId="260"/>
            <ac:spMk id="29" creationId="{5471F8F7-3B12-EC8D-4424-D149104818B2}"/>
          </ac:spMkLst>
        </pc:spChg>
      </pc:sldChg>
      <pc:sldChg chg="modSp">
        <pc:chgData name="Marc Skerrett" userId="S::marc.skerrett@univ-smb.fr::5838212c-6006-4602-b097-e4ba2e4953e8" providerId="AD" clId="Web-{F6506A44-9597-9B2A-EB7F-F4F36EBBE29D}" dt="2024-09-13T09:52:32.679" v="8" actId="14100"/>
        <pc:sldMkLst>
          <pc:docMk/>
          <pc:sldMk cId="1542843860" sldId="261"/>
        </pc:sldMkLst>
        <pc:spChg chg="mod">
          <ac:chgData name="Marc Skerrett" userId="S::marc.skerrett@univ-smb.fr::5838212c-6006-4602-b097-e4ba2e4953e8" providerId="AD" clId="Web-{F6506A44-9597-9B2A-EB7F-F4F36EBBE29D}" dt="2024-09-13T09:52:32.679" v="8" actId="14100"/>
          <ac:spMkLst>
            <pc:docMk/>
            <pc:sldMk cId="1542843860" sldId="261"/>
            <ac:spMk id="11" creationId="{AA84D950-1711-5A10-D96F-03D2E5D98B73}"/>
          </ac:spMkLst>
        </pc:spChg>
        <pc:spChg chg="mod">
          <ac:chgData name="Marc Skerrett" userId="S::marc.skerrett@univ-smb.fr::5838212c-6006-4602-b097-e4ba2e4953e8" providerId="AD" clId="Web-{F6506A44-9597-9B2A-EB7F-F4F36EBBE29D}" dt="2024-09-13T07:34:38.436" v="4" actId="1076"/>
          <ac:spMkLst>
            <pc:docMk/>
            <pc:sldMk cId="1542843860" sldId="261"/>
            <ac:spMk id="19" creationId="{1DBBCF91-9750-DA92-0990-494FE77C8C77}"/>
          </ac:spMkLst>
        </pc:spChg>
        <pc:spChg chg="mod">
          <ac:chgData name="Marc Skerrett" userId="S::marc.skerrett@univ-smb.fr::5838212c-6006-4602-b097-e4ba2e4953e8" providerId="AD" clId="Web-{F6506A44-9597-9B2A-EB7F-F4F36EBBE29D}" dt="2024-09-13T07:34:32.436" v="3" actId="1076"/>
          <ac:spMkLst>
            <pc:docMk/>
            <pc:sldMk cId="1542843860" sldId="261"/>
            <ac:spMk id="29" creationId="{5471F8F7-3B12-EC8D-4424-D149104818B2}"/>
          </ac:spMkLst>
        </pc:spChg>
      </pc:sldChg>
      <pc:sldChg chg="modSp">
        <pc:chgData name="Marc Skerrett" userId="S::marc.skerrett@univ-smb.fr::5838212c-6006-4602-b097-e4ba2e4953e8" providerId="AD" clId="Web-{F6506A44-9597-9B2A-EB7F-F4F36EBBE29D}" dt="2024-09-13T06:36:26.369" v="2" actId="14100"/>
        <pc:sldMkLst>
          <pc:docMk/>
          <pc:sldMk cId="2766914940" sldId="262"/>
        </pc:sldMkLst>
        <pc:spChg chg="mod">
          <ac:chgData name="Marc Skerrett" userId="S::marc.skerrett@univ-smb.fr::5838212c-6006-4602-b097-e4ba2e4953e8" providerId="AD" clId="Web-{F6506A44-9597-9B2A-EB7F-F4F36EBBE29D}" dt="2024-09-13T06:36:26.369" v="2" actId="14100"/>
          <ac:spMkLst>
            <pc:docMk/>
            <pc:sldMk cId="2766914940" sldId="262"/>
            <ac:spMk id="19" creationId="{1DBBCF91-9750-DA92-0990-494FE77C8C77}"/>
          </ac:spMkLst>
        </pc:spChg>
      </pc:sldChg>
    </pc:docChg>
  </pc:docChgLst>
  <pc:docChgLst>
    <pc:chgData name="Alexandre Benoit" userId="S::alexandre.benoit@univ-smb.fr::6df9aa32-a14a-472e-8bde-bfc12acf4fff" providerId="AD" clId="Web-{9662086F-6E56-42D8-32D2-3ED72889D8D6}"/>
    <pc:docChg chg="modSld">
      <pc:chgData name="Alexandre Benoit" userId="S::alexandre.benoit@univ-smb.fr::6df9aa32-a14a-472e-8bde-bfc12acf4fff" providerId="AD" clId="Web-{9662086F-6E56-42D8-32D2-3ED72889D8D6}" dt="2024-09-12T13:15:04.117" v="123" actId="20577"/>
      <pc:docMkLst>
        <pc:docMk/>
      </pc:docMkLst>
      <pc:sldChg chg="modSp">
        <pc:chgData name="Alexandre Benoit" userId="S::alexandre.benoit@univ-smb.fr::6df9aa32-a14a-472e-8bde-bfc12acf4fff" providerId="AD" clId="Web-{9662086F-6E56-42D8-32D2-3ED72889D8D6}" dt="2024-09-12T13:15:04.117" v="123" actId="20577"/>
        <pc:sldMkLst>
          <pc:docMk/>
          <pc:sldMk cId="3484003430" sldId="263"/>
        </pc:sldMkLst>
        <pc:spChg chg="mod">
          <ac:chgData name="Alexandre Benoit" userId="S::alexandre.benoit@univ-smb.fr::6df9aa32-a14a-472e-8bde-bfc12acf4fff" providerId="AD" clId="Web-{9662086F-6E56-42D8-32D2-3ED72889D8D6}" dt="2024-09-12T13:08:57.491" v="115" actId="20577"/>
          <ac:spMkLst>
            <pc:docMk/>
            <pc:sldMk cId="3484003430" sldId="263"/>
            <ac:spMk id="5" creationId="{C6F84988-4303-5FAC-598E-97F238A8472F}"/>
          </ac:spMkLst>
        </pc:spChg>
        <pc:spChg chg="mod">
          <ac:chgData name="Alexandre Benoit" userId="S::alexandre.benoit@univ-smb.fr::6df9aa32-a14a-472e-8bde-bfc12acf4fff" providerId="AD" clId="Web-{9662086F-6E56-42D8-32D2-3ED72889D8D6}" dt="2024-09-12T12:45:16.532" v="1" actId="20577"/>
          <ac:spMkLst>
            <pc:docMk/>
            <pc:sldMk cId="3484003430" sldId="263"/>
            <ac:spMk id="7" creationId="{C7304A67-8B2E-B3E3-31CF-722C5F9D66A3}"/>
          </ac:spMkLst>
        </pc:spChg>
        <pc:spChg chg="mod">
          <ac:chgData name="Alexandre Benoit" userId="S::alexandre.benoit@univ-smb.fr::6df9aa32-a14a-472e-8bde-bfc12acf4fff" providerId="AD" clId="Web-{9662086F-6E56-42D8-32D2-3ED72889D8D6}" dt="2024-09-12T12:52:12.002" v="42" actId="20577"/>
          <ac:spMkLst>
            <pc:docMk/>
            <pc:sldMk cId="3484003430" sldId="263"/>
            <ac:spMk id="9" creationId="{3FD9CD12-2037-DE8F-6A9E-95825825CA7C}"/>
          </ac:spMkLst>
        </pc:spChg>
        <pc:spChg chg="mod">
          <ac:chgData name="Alexandre Benoit" userId="S::alexandre.benoit@univ-smb.fr::6df9aa32-a14a-472e-8bde-bfc12acf4fff" providerId="AD" clId="Web-{9662086F-6E56-42D8-32D2-3ED72889D8D6}" dt="2024-09-12T13:15:04.117" v="123" actId="20577"/>
          <ac:spMkLst>
            <pc:docMk/>
            <pc:sldMk cId="3484003430" sldId="263"/>
            <ac:spMk id="11" creationId="{AA84D950-1711-5A10-D96F-03D2E5D98B73}"/>
          </ac:spMkLst>
        </pc:spChg>
        <pc:spChg chg="mod">
          <ac:chgData name="Alexandre Benoit" userId="S::alexandre.benoit@univ-smb.fr::6df9aa32-a14a-472e-8bde-bfc12acf4fff" providerId="AD" clId="Web-{9662086F-6E56-42D8-32D2-3ED72889D8D6}" dt="2024-09-12T13:14:36.617" v="117" actId="20577"/>
          <ac:spMkLst>
            <pc:docMk/>
            <pc:sldMk cId="3484003430" sldId="263"/>
            <ac:spMk id="19" creationId="{1DBBCF91-9750-DA92-0990-494FE77C8C77}"/>
          </ac:spMkLst>
        </pc:spChg>
      </pc:sldChg>
    </pc:docChg>
  </pc:docChgLst>
  <pc:docChgLst>
    <pc:chgData name="Jean-Jacques Curtelin" userId="S::jean-jacques.curtelin@univ-smb.fr::102e4674-0d2e-470f-a19a-15551fb64164" providerId="AD" clId="Web-{0BFA11D9-7363-BBD7-E2C8-5254E943663E}"/>
    <pc:docChg chg="modSld">
      <pc:chgData name="Jean-Jacques Curtelin" userId="S::jean-jacques.curtelin@univ-smb.fr::102e4674-0d2e-470f-a19a-15551fb64164" providerId="AD" clId="Web-{0BFA11D9-7363-BBD7-E2C8-5254E943663E}" dt="2024-10-07T16:46:33.490" v="53" actId="20577"/>
      <pc:docMkLst>
        <pc:docMk/>
      </pc:docMkLst>
      <pc:sldChg chg="modSp">
        <pc:chgData name="Jean-Jacques Curtelin" userId="S::jean-jacques.curtelin@univ-smb.fr::102e4674-0d2e-470f-a19a-15551fb64164" providerId="AD" clId="Web-{0BFA11D9-7363-BBD7-E2C8-5254E943663E}" dt="2024-10-07T16:40:46.713" v="23" actId="20577"/>
        <pc:sldMkLst>
          <pc:docMk/>
          <pc:sldMk cId="3044381407" sldId="256"/>
        </pc:sldMkLst>
        <pc:spChg chg="mod">
          <ac:chgData name="Jean-Jacques Curtelin" userId="S::jean-jacques.curtelin@univ-smb.fr::102e4674-0d2e-470f-a19a-15551fb64164" providerId="AD" clId="Web-{0BFA11D9-7363-BBD7-E2C8-5254E943663E}" dt="2024-10-07T16:39:07.256" v="7" actId="20577"/>
          <ac:spMkLst>
            <pc:docMk/>
            <pc:sldMk cId="3044381407" sldId="256"/>
            <ac:spMk id="2" creationId="{BAE7B3F2-CEC8-417B-12A7-9B8523FDC72C}"/>
          </ac:spMkLst>
        </pc:spChg>
        <pc:spChg chg="mod">
          <ac:chgData name="Jean-Jacques Curtelin" userId="S::jean-jacques.curtelin@univ-smb.fr::102e4674-0d2e-470f-a19a-15551fb64164" providerId="AD" clId="Web-{0BFA11D9-7363-BBD7-E2C8-5254E943663E}" dt="2024-10-07T16:38:20.098" v="4" actId="20577"/>
          <ac:spMkLst>
            <pc:docMk/>
            <pc:sldMk cId="3044381407" sldId="256"/>
            <ac:spMk id="5" creationId="{5BCB4965-E3CC-A257-0CA1-2FCCE798A106}"/>
          </ac:spMkLst>
        </pc:spChg>
        <pc:spChg chg="mod">
          <ac:chgData name="Jean-Jacques Curtelin" userId="S::jean-jacques.curtelin@univ-smb.fr::102e4674-0d2e-470f-a19a-15551fb64164" providerId="AD" clId="Web-{0BFA11D9-7363-BBD7-E2C8-5254E943663E}" dt="2024-10-07T16:40:46.713" v="23" actId="20577"/>
          <ac:spMkLst>
            <pc:docMk/>
            <pc:sldMk cId="3044381407" sldId="256"/>
            <ac:spMk id="18" creationId="{4B25E8AB-A55E-7EBF-291F-B181B69A8BD6}"/>
          </ac:spMkLst>
        </pc:spChg>
        <pc:spChg chg="mod">
          <ac:chgData name="Jean-Jacques Curtelin" userId="S::jean-jacques.curtelin@univ-smb.fr::102e4674-0d2e-470f-a19a-15551fb64164" providerId="AD" clId="Web-{0BFA11D9-7363-BBD7-E2C8-5254E943663E}" dt="2024-10-07T16:40:12.258" v="20" actId="20577"/>
          <ac:spMkLst>
            <pc:docMk/>
            <pc:sldMk cId="3044381407" sldId="256"/>
            <ac:spMk id="19" creationId="{0DF9A382-DCE3-E467-095C-0B198C15F7B1}"/>
          </ac:spMkLst>
        </pc:spChg>
      </pc:sldChg>
      <pc:sldChg chg="modSp">
        <pc:chgData name="Jean-Jacques Curtelin" userId="S::jean-jacques.curtelin@univ-smb.fr::102e4674-0d2e-470f-a19a-15551fb64164" providerId="AD" clId="Web-{0BFA11D9-7363-BBD7-E2C8-5254E943663E}" dt="2024-10-07T16:43:41" v="47" actId="20577"/>
        <pc:sldMkLst>
          <pc:docMk/>
          <pc:sldMk cId="2680925107" sldId="260"/>
        </pc:sldMkLst>
        <pc:spChg chg="mod">
          <ac:chgData name="Jean-Jacques Curtelin" userId="S::jean-jacques.curtelin@univ-smb.fr::102e4674-0d2e-470f-a19a-15551fb64164" providerId="AD" clId="Web-{0BFA11D9-7363-BBD7-E2C8-5254E943663E}" dt="2024-10-07T16:41:01.588" v="25" actId="20577"/>
          <ac:spMkLst>
            <pc:docMk/>
            <pc:sldMk cId="2680925107" sldId="260"/>
            <ac:spMk id="2" creationId="{120BE6C5-C445-D8AB-4C49-F06327F3D35A}"/>
          </ac:spMkLst>
        </pc:spChg>
        <pc:spChg chg="mod">
          <ac:chgData name="Jean-Jacques Curtelin" userId="S::jean-jacques.curtelin@univ-smb.fr::102e4674-0d2e-470f-a19a-15551fb64164" providerId="AD" clId="Web-{0BFA11D9-7363-BBD7-E2C8-5254E943663E}" dt="2024-10-07T16:43:41" v="47" actId="20577"/>
          <ac:spMkLst>
            <pc:docMk/>
            <pc:sldMk cId="2680925107" sldId="260"/>
            <ac:spMk id="9" creationId="{3FD9CD12-2037-DE8F-6A9E-95825825CA7C}"/>
          </ac:spMkLst>
        </pc:spChg>
      </pc:sldChg>
      <pc:sldChg chg="modSp">
        <pc:chgData name="Jean-Jacques Curtelin" userId="S::jean-jacques.curtelin@univ-smb.fr::102e4674-0d2e-470f-a19a-15551fb64164" providerId="AD" clId="Web-{0BFA11D9-7363-BBD7-E2C8-5254E943663E}" dt="2024-10-07T16:42:32.404" v="42" actId="20577"/>
        <pc:sldMkLst>
          <pc:docMk/>
          <pc:sldMk cId="1542843860" sldId="261"/>
        </pc:sldMkLst>
        <pc:spChg chg="mod">
          <ac:chgData name="Jean-Jacques Curtelin" userId="S::jean-jacques.curtelin@univ-smb.fr::102e4674-0d2e-470f-a19a-15551fb64164" providerId="AD" clId="Web-{0BFA11D9-7363-BBD7-E2C8-5254E943663E}" dt="2024-10-07T16:41:36.511" v="28" actId="20577"/>
          <ac:spMkLst>
            <pc:docMk/>
            <pc:sldMk cId="1542843860" sldId="261"/>
            <ac:spMk id="2" creationId="{120BE6C5-C445-D8AB-4C49-F06327F3D35A}"/>
          </ac:spMkLst>
        </pc:spChg>
        <pc:spChg chg="mod">
          <ac:chgData name="Jean-Jacques Curtelin" userId="S::jean-jacques.curtelin@univ-smb.fr::102e4674-0d2e-470f-a19a-15551fb64164" providerId="AD" clId="Web-{0BFA11D9-7363-BBD7-E2C8-5254E943663E}" dt="2024-10-07T16:42:32.404" v="42" actId="20577"/>
          <ac:spMkLst>
            <pc:docMk/>
            <pc:sldMk cId="1542843860" sldId="261"/>
            <ac:spMk id="9" creationId="{3FD9CD12-2037-DE8F-6A9E-95825825CA7C}"/>
          </ac:spMkLst>
        </pc:spChg>
      </pc:sldChg>
      <pc:sldChg chg="modSp">
        <pc:chgData name="Jean-Jacques Curtelin" userId="S::jean-jacques.curtelin@univ-smb.fr::102e4674-0d2e-470f-a19a-15551fb64164" providerId="AD" clId="Web-{0BFA11D9-7363-BBD7-E2C8-5254E943663E}" dt="2024-10-07T16:46:17.271" v="50" actId="20577"/>
        <pc:sldMkLst>
          <pc:docMk/>
          <pc:sldMk cId="2766914940" sldId="262"/>
        </pc:sldMkLst>
        <pc:spChg chg="mod">
          <ac:chgData name="Jean-Jacques Curtelin" userId="S::jean-jacques.curtelin@univ-smb.fr::102e4674-0d2e-470f-a19a-15551fb64164" providerId="AD" clId="Web-{0BFA11D9-7363-BBD7-E2C8-5254E943663E}" dt="2024-10-07T16:46:17.271" v="50" actId="20577"/>
          <ac:spMkLst>
            <pc:docMk/>
            <pc:sldMk cId="2766914940" sldId="262"/>
            <ac:spMk id="2" creationId="{120BE6C5-C445-D8AB-4C49-F06327F3D35A}"/>
          </ac:spMkLst>
        </pc:spChg>
      </pc:sldChg>
      <pc:sldChg chg="modSp">
        <pc:chgData name="Jean-Jacques Curtelin" userId="S::jean-jacques.curtelin@univ-smb.fr::102e4674-0d2e-470f-a19a-15551fb64164" providerId="AD" clId="Web-{0BFA11D9-7363-BBD7-E2C8-5254E943663E}" dt="2024-10-07T16:46:33.490" v="53" actId="20577"/>
        <pc:sldMkLst>
          <pc:docMk/>
          <pc:sldMk cId="3484003430" sldId="263"/>
        </pc:sldMkLst>
        <pc:spChg chg="mod">
          <ac:chgData name="Jean-Jacques Curtelin" userId="S::jean-jacques.curtelin@univ-smb.fr::102e4674-0d2e-470f-a19a-15551fb64164" providerId="AD" clId="Web-{0BFA11D9-7363-BBD7-E2C8-5254E943663E}" dt="2024-10-07T16:46:33.490" v="53" actId="20577"/>
          <ac:spMkLst>
            <pc:docMk/>
            <pc:sldMk cId="3484003430" sldId="263"/>
            <ac:spMk id="2" creationId="{120BE6C5-C445-D8AB-4C49-F06327F3D35A}"/>
          </ac:spMkLst>
        </pc:spChg>
      </pc:sldChg>
    </pc:docChg>
  </pc:docChgLst>
  <pc:docChgLst>
    <pc:chgData name="Ilham Alloui" userId="S::ilham.alloui@univ-smb.fr::68fc43d7-0d5d-45b6-9507-975e2c114c32" providerId="AD" clId="Web-{D5930126-6004-CD14-835B-F002D6867A32}"/>
    <pc:docChg chg="modSld">
      <pc:chgData name="Ilham Alloui" userId="S::ilham.alloui@univ-smb.fr::68fc43d7-0d5d-45b6-9507-975e2c114c32" providerId="AD" clId="Web-{D5930126-6004-CD14-835B-F002D6867A32}" dt="2025-01-13T13:01:19.323" v="0" actId="1076"/>
      <pc:docMkLst>
        <pc:docMk/>
      </pc:docMkLst>
      <pc:sldChg chg="modSp">
        <pc:chgData name="Ilham Alloui" userId="S::ilham.alloui@univ-smb.fr::68fc43d7-0d5d-45b6-9507-975e2c114c32" providerId="AD" clId="Web-{D5930126-6004-CD14-835B-F002D6867A32}" dt="2025-01-13T13:01:19.323" v="0" actId="1076"/>
        <pc:sldMkLst>
          <pc:docMk/>
          <pc:sldMk cId="3484003430" sldId="263"/>
        </pc:sldMkLst>
        <pc:spChg chg="mod">
          <ac:chgData name="Ilham Alloui" userId="S::ilham.alloui@univ-smb.fr::68fc43d7-0d5d-45b6-9507-975e2c114c32" providerId="AD" clId="Web-{D5930126-6004-CD14-835B-F002D6867A32}" dt="2025-01-13T13:01:19.323" v="0" actId="1076"/>
          <ac:spMkLst>
            <pc:docMk/>
            <pc:sldMk cId="3484003430" sldId="263"/>
            <ac:spMk id="5" creationId="{C6F84988-4303-5FAC-598E-97F238A8472F}"/>
          </ac:spMkLst>
        </pc:spChg>
      </pc:sldChg>
    </pc:docChg>
  </pc:docChgLst>
  <pc:docChgLst>
    <pc:chgData name="Ilham Alloui" userId="S::ilham.alloui@univ-smb.fr::68fc43d7-0d5d-45b6-9507-975e2c114c32" providerId="AD" clId="Web-{BEEB7BEC-63B5-4556-A1E0-9B75F5CA97AD}"/>
    <pc:docChg chg="modSld">
      <pc:chgData name="Ilham Alloui" userId="S::ilham.alloui@univ-smb.fr::68fc43d7-0d5d-45b6-9507-975e2c114c32" providerId="AD" clId="Web-{BEEB7BEC-63B5-4556-A1E0-9B75F5CA97AD}" dt="2024-10-13T09:49:00.862" v="1" actId="1076"/>
      <pc:docMkLst>
        <pc:docMk/>
      </pc:docMkLst>
      <pc:sldChg chg="modSp">
        <pc:chgData name="Ilham Alloui" userId="S::ilham.alloui@univ-smb.fr::68fc43d7-0d5d-45b6-9507-975e2c114c32" providerId="AD" clId="Web-{BEEB7BEC-63B5-4556-A1E0-9B75F5CA97AD}" dt="2024-10-13T09:49:00.862" v="1" actId="1076"/>
        <pc:sldMkLst>
          <pc:docMk/>
          <pc:sldMk cId="2680925107" sldId="260"/>
        </pc:sldMkLst>
        <pc:spChg chg="mod">
          <ac:chgData name="Ilham Alloui" userId="S::ilham.alloui@univ-smb.fr::68fc43d7-0d5d-45b6-9507-975e2c114c32" providerId="AD" clId="Web-{BEEB7BEC-63B5-4556-A1E0-9B75F5CA97AD}" dt="2024-10-13T09:49:00.862" v="1" actId="1076"/>
          <ac:spMkLst>
            <pc:docMk/>
            <pc:sldMk cId="2680925107" sldId="260"/>
            <ac:spMk id="2" creationId="{120BE6C5-C445-D8AB-4C49-F06327F3D35A}"/>
          </ac:spMkLst>
        </pc:spChg>
      </pc:sldChg>
    </pc:docChg>
  </pc:docChgLst>
  <pc:docChgLst>
    <pc:chgData name="Marc Skerrett" userId="S::marc.skerrett@univ-smb.fr::5838212c-6006-4602-b097-e4ba2e4953e8" providerId="AD" clId="Web-{785218E8-10B4-CB23-88AC-16FBD1562C9E}"/>
    <pc:docChg chg="modSld">
      <pc:chgData name="Marc Skerrett" userId="S::marc.skerrett@univ-smb.fr::5838212c-6006-4602-b097-e4ba2e4953e8" providerId="AD" clId="Web-{785218E8-10B4-CB23-88AC-16FBD1562C9E}" dt="2024-09-12T15:48:08.589" v="394" actId="20577"/>
      <pc:docMkLst>
        <pc:docMk/>
      </pc:docMkLst>
      <pc:sldChg chg="modSp">
        <pc:chgData name="Marc Skerrett" userId="S::marc.skerrett@univ-smb.fr::5838212c-6006-4602-b097-e4ba2e4953e8" providerId="AD" clId="Web-{785218E8-10B4-CB23-88AC-16FBD1562C9E}" dt="2024-09-12T15:26:34.542" v="239" actId="20577"/>
        <pc:sldMkLst>
          <pc:docMk/>
          <pc:sldMk cId="2680925107" sldId="260"/>
        </pc:sldMkLst>
        <pc:spChg chg="mod">
          <ac:chgData name="Marc Skerrett" userId="S::marc.skerrett@univ-smb.fr::5838212c-6006-4602-b097-e4ba2e4953e8" providerId="AD" clId="Web-{785218E8-10B4-CB23-88AC-16FBD1562C9E}" dt="2024-09-12T15:25:30.182" v="231" actId="20577"/>
          <ac:spMkLst>
            <pc:docMk/>
            <pc:sldMk cId="2680925107" sldId="260"/>
            <ac:spMk id="7" creationId="{C7304A67-8B2E-B3E3-31CF-722C5F9D66A3}"/>
          </ac:spMkLst>
        </pc:spChg>
        <pc:spChg chg="mod">
          <ac:chgData name="Marc Skerrett" userId="S::marc.skerrett@univ-smb.fr::5838212c-6006-4602-b097-e4ba2e4953e8" providerId="AD" clId="Web-{785218E8-10B4-CB23-88AC-16FBD1562C9E}" dt="2024-09-12T15:25:41.495" v="233" actId="20577"/>
          <ac:spMkLst>
            <pc:docMk/>
            <pc:sldMk cId="2680925107" sldId="260"/>
            <ac:spMk id="11" creationId="{AA84D950-1711-5A10-D96F-03D2E5D98B73}"/>
          </ac:spMkLst>
        </pc:spChg>
        <pc:spChg chg="mod">
          <ac:chgData name="Marc Skerrett" userId="S::marc.skerrett@univ-smb.fr::5838212c-6006-4602-b097-e4ba2e4953e8" providerId="AD" clId="Web-{785218E8-10B4-CB23-88AC-16FBD1562C9E}" dt="2024-09-12T15:26:34.542" v="239" actId="20577"/>
          <ac:spMkLst>
            <pc:docMk/>
            <pc:sldMk cId="2680925107" sldId="260"/>
            <ac:spMk id="19" creationId="{1DBBCF91-9750-DA92-0990-494FE77C8C77}"/>
          </ac:spMkLst>
        </pc:spChg>
      </pc:sldChg>
      <pc:sldChg chg="modSp">
        <pc:chgData name="Marc Skerrett" userId="S::marc.skerrett@univ-smb.fr::5838212c-6006-4602-b097-e4ba2e4953e8" providerId="AD" clId="Web-{785218E8-10B4-CB23-88AC-16FBD1562C9E}" dt="2024-09-12T15:48:08.589" v="394" actId="20577"/>
        <pc:sldMkLst>
          <pc:docMk/>
          <pc:sldMk cId="1542843860" sldId="261"/>
        </pc:sldMkLst>
        <pc:spChg chg="mod">
          <ac:chgData name="Marc Skerrett" userId="S::marc.skerrett@univ-smb.fr::5838212c-6006-4602-b097-e4ba2e4953e8" providerId="AD" clId="Web-{785218E8-10B4-CB23-88AC-16FBD1562C9E}" dt="2024-09-12T13:51:37.477" v="203" actId="20577"/>
          <ac:spMkLst>
            <pc:docMk/>
            <pc:sldMk cId="1542843860" sldId="261"/>
            <ac:spMk id="2" creationId="{120BE6C5-C445-D8AB-4C49-F06327F3D35A}"/>
          </ac:spMkLst>
        </pc:spChg>
        <pc:spChg chg="mod">
          <ac:chgData name="Marc Skerrett" userId="S::marc.skerrett@univ-smb.fr::5838212c-6006-4602-b097-e4ba2e4953e8" providerId="AD" clId="Web-{785218E8-10B4-CB23-88AC-16FBD1562C9E}" dt="2024-09-12T15:32:21.062" v="296" actId="20577"/>
          <ac:spMkLst>
            <pc:docMk/>
            <pc:sldMk cId="1542843860" sldId="261"/>
            <ac:spMk id="5" creationId="{C6F84988-4303-5FAC-598E-97F238A8472F}"/>
          </ac:spMkLst>
        </pc:spChg>
        <pc:spChg chg="mod">
          <ac:chgData name="Marc Skerrett" userId="S::marc.skerrett@univ-smb.fr::5838212c-6006-4602-b097-e4ba2e4953e8" providerId="AD" clId="Web-{785218E8-10B4-CB23-88AC-16FBD1562C9E}" dt="2024-09-12T15:27:47.215" v="254" actId="20577"/>
          <ac:spMkLst>
            <pc:docMk/>
            <pc:sldMk cId="1542843860" sldId="261"/>
            <ac:spMk id="7" creationId="{C7304A67-8B2E-B3E3-31CF-722C5F9D66A3}"/>
          </ac:spMkLst>
        </pc:spChg>
        <pc:spChg chg="mod">
          <ac:chgData name="Marc Skerrett" userId="S::marc.skerrett@univ-smb.fr::5838212c-6006-4602-b097-e4ba2e4953e8" providerId="AD" clId="Web-{785218E8-10B4-CB23-88AC-16FBD1562C9E}" dt="2024-09-12T15:48:08.589" v="394" actId="20577"/>
          <ac:spMkLst>
            <pc:docMk/>
            <pc:sldMk cId="1542843860" sldId="261"/>
            <ac:spMk id="11" creationId="{AA84D950-1711-5A10-D96F-03D2E5D98B73}"/>
          </ac:spMkLst>
        </pc:spChg>
        <pc:spChg chg="mod">
          <ac:chgData name="Marc Skerrett" userId="S::marc.skerrett@univ-smb.fr::5838212c-6006-4602-b097-e4ba2e4953e8" providerId="AD" clId="Web-{785218E8-10B4-CB23-88AC-16FBD1562C9E}" dt="2024-09-12T15:44:23.883" v="375" actId="20577"/>
          <ac:spMkLst>
            <pc:docMk/>
            <pc:sldMk cId="1542843860" sldId="261"/>
            <ac:spMk id="19" creationId="{1DBBCF91-9750-DA92-0990-494FE77C8C77}"/>
          </ac:spMkLst>
        </pc:spChg>
      </pc:sldChg>
      <pc:sldChg chg="modSp">
        <pc:chgData name="Marc Skerrett" userId="S::marc.skerrett@univ-smb.fr::5838212c-6006-4602-b097-e4ba2e4953e8" providerId="AD" clId="Web-{785218E8-10B4-CB23-88AC-16FBD1562C9E}" dt="2024-09-12T15:33:01.563" v="314" actId="20577"/>
        <pc:sldMkLst>
          <pc:docMk/>
          <pc:sldMk cId="2766914940" sldId="262"/>
        </pc:sldMkLst>
        <pc:spChg chg="mod">
          <ac:chgData name="Marc Skerrett" userId="S::marc.skerrett@univ-smb.fr::5838212c-6006-4602-b097-e4ba2e4953e8" providerId="AD" clId="Web-{785218E8-10B4-CB23-88AC-16FBD1562C9E}" dt="2024-09-12T15:32:51.234" v="311" actId="20577"/>
          <ac:spMkLst>
            <pc:docMk/>
            <pc:sldMk cId="2766914940" sldId="262"/>
            <ac:spMk id="5" creationId="{C6F84988-4303-5FAC-598E-97F238A8472F}"/>
          </ac:spMkLst>
        </pc:spChg>
        <pc:spChg chg="mod">
          <ac:chgData name="Marc Skerrett" userId="S::marc.skerrett@univ-smb.fr::5838212c-6006-4602-b097-e4ba2e4953e8" providerId="AD" clId="Web-{785218E8-10B4-CB23-88AC-16FBD1562C9E}" dt="2024-09-12T15:32:42.125" v="300" actId="20577"/>
          <ac:spMkLst>
            <pc:docMk/>
            <pc:sldMk cId="2766914940" sldId="262"/>
            <ac:spMk id="7" creationId="{C7304A67-8B2E-B3E3-31CF-722C5F9D66A3}"/>
          </ac:spMkLst>
        </pc:spChg>
        <pc:spChg chg="mod">
          <ac:chgData name="Marc Skerrett" userId="S::marc.skerrett@univ-smb.fr::5838212c-6006-4602-b097-e4ba2e4953e8" providerId="AD" clId="Web-{785218E8-10B4-CB23-88AC-16FBD1562C9E}" dt="2024-09-12T15:33:01.563" v="314" actId="20577"/>
          <ac:spMkLst>
            <pc:docMk/>
            <pc:sldMk cId="2766914940" sldId="262"/>
            <ac:spMk id="19" creationId="{1DBBCF91-9750-DA92-0990-494FE77C8C77}"/>
          </ac:spMkLst>
        </pc:spChg>
      </pc:sldChg>
      <pc:sldChg chg="modSp">
        <pc:chgData name="Marc Skerrett" userId="S::marc.skerrett@univ-smb.fr::5838212c-6006-4602-b097-e4ba2e4953e8" providerId="AD" clId="Web-{785218E8-10B4-CB23-88AC-16FBD1562C9E}" dt="2024-09-12T15:40:17.552" v="372" actId="20577"/>
        <pc:sldMkLst>
          <pc:docMk/>
          <pc:sldMk cId="3484003430" sldId="263"/>
        </pc:sldMkLst>
        <pc:spChg chg="mod">
          <ac:chgData name="Marc Skerrett" userId="S::marc.skerrett@univ-smb.fr::5838212c-6006-4602-b097-e4ba2e4953e8" providerId="AD" clId="Web-{785218E8-10B4-CB23-88AC-16FBD1562C9E}" dt="2024-09-12T15:40:17.552" v="372" actId="20577"/>
          <ac:spMkLst>
            <pc:docMk/>
            <pc:sldMk cId="3484003430" sldId="263"/>
            <ac:spMk id="5" creationId="{C6F84988-4303-5FAC-598E-97F238A8472F}"/>
          </ac:spMkLst>
        </pc:spChg>
        <pc:spChg chg="mod">
          <ac:chgData name="Marc Skerrett" userId="S::marc.skerrett@univ-smb.fr::5838212c-6006-4602-b097-e4ba2e4953e8" providerId="AD" clId="Web-{785218E8-10B4-CB23-88AC-16FBD1562C9E}" dt="2024-09-12T15:33:37.719" v="317" actId="20577"/>
          <ac:spMkLst>
            <pc:docMk/>
            <pc:sldMk cId="3484003430" sldId="263"/>
            <ac:spMk id="7" creationId="{C7304A67-8B2E-B3E3-31CF-722C5F9D66A3}"/>
          </ac:spMkLst>
        </pc:spChg>
        <pc:spChg chg="mod">
          <ac:chgData name="Marc Skerrett" userId="S::marc.skerrett@univ-smb.fr::5838212c-6006-4602-b097-e4ba2e4953e8" providerId="AD" clId="Web-{785218E8-10B4-CB23-88AC-16FBD1562C9E}" dt="2024-09-12T15:33:53.751" v="320" actId="20577"/>
          <ac:spMkLst>
            <pc:docMk/>
            <pc:sldMk cId="3484003430" sldId="263"/>
            <ac:spMk id="19" creationId="{1DBBCF91-9750-DA92-0990-494FE77C8C77}"/>
          </ac:spMkLst>
        </pc:spChg>
      </pc:sldChg>
    </pc:docChg>
  </pc:docChgLst>
  <pc:docChgLst>
    <pc:chgData name="Marc Skerrett" userId="S::marc.skerrett@univ-smb.fr::5838212c-6006-4602-b097-e4ba2e4953e8" providerId="AD" clId="Web-{B700C3E1-0829-DC3B-A697-5B91A5AA0C98}"/>
    <pc:docChg chg="modSld">
      <pc:chgData name="Marc Skerrett" userId="S::marc.skerrett@univ-smb.fr::5838212c-6006-4602-b097-e4ba2e4953e8" providerId="AD" clId="Web-{B700C3E1-0829-DC3B-A697-5B91A5AA0C98}" dt="2024-10-28T14:56:11.101" v="49" actId="20577"/>
      <pc:docMkLst>
        <pc:docMk/>
      </pc:docMkLst>
      <pc:sldChg chg="modSp">
        <pc:chgData name="Marc Skerrett" userId="S::marc.skerrett@univ-smb.fr::5838212c-6006-4602-b097-e4ba2e4953e8" providerId="AD" clId="Web-{B700C3E1-0829-DC3B-A697-5B91A5AA0C98}" dt="2024-10-28T14:56:11.101" v="49" actId="20577"/>
        <pc:sldMkLst>
          <pc:docMk/>
          <pc:sldMk cId="2680925107" sldId="260"/>
        </pc:sldMkLst>
        <pc:spChg chg="mod">
          <ac:chgData name="Marc Skerrett" userId="S::marc.skerrett@univ-smb.fr::5838212c-6006-4602-b097-e4ba2e4953e8" providerId="AD" clId="Web-{B700C3E1-0829-DC3B-A697-5B91A5AA0C98}" dt="2024-10-28T14:56:11.101" v="49" actId="20577"/>
          <ac:spMkLst>
            <pc:docMk/>
            <pc:sldMk cId="2680925107" sldId="260"/>
            <ac:spMk id="7" creationId="{C7304A67-8B2E-B3E3-31CF-722C5F9D66A3}"/>
          </ac:spMkLst>
        </pc:spChg>
      </pc:sldChg>
    </pc:docChg>
  </pc:docChgLst>
  <pc:docChgLst>
    <pc:chgData name="Marc Skerrett" userId="S::marc.skerrett@univ-smb.fr::5838212c-6006-4602-b097-e4ba2e4953e8" providerId="AD" clId="Web-{4D8F6301-DF7A-8B5B-0D7B-EF4A2446D4BE}"/>
    <pc:docChg chg="modSld">
      <pc:chgData name="Marc Skerrett" userId="S::marc.skerrett@univ-smb.fr::5838212c-6006-4602-b097-e4ba2e4953e8" providerId="AD" clId="Web-{4D8F6301-DF7A-8B5B-0D7B-EF4A2446D4BE}" dt="2024-11-07T10:20:44.379" v="8" actId="20577"/>
      <pc:docMkLst>
        <pc:docMk/>
      </pc:docMkLst>
      <pc:sldChg chg="modSp">
        <pc:chgData name="Marc Skerrett" userId="S::marc.skerrett@univ-smb.fr::5838212c-6006-4602-b097-e4ba2e4953e8" providerId="AD" clId="Web-{4D8F6301-DF7A-8B5B-0D7B-EF4A2446D4BE}" dt="2024-11-07T10:20:44.379" v="8" actId="20577"/>
        <pc:sldMkLst>
          <pc:docMk/>
          <pc:sldMk cId="2766914940" sldId="262"/>
        </pc:sldMkLst>
        <pc:spChg chg="mod">
          <ac:chgData name="Marc Skerrett" userId="S::marc.skerrett@univ-smb.fr::5838212c-6006-4602-b097-e4ba2e4953e8" providerId="AD" clId="Web-{4D8F6301-DF7A-8B5B-0D7B-EF4A2446D4BE}" dt="2024-11-07T10:20:44.379" v="8" actId="20577"/>
          <ac:spMkLst>
            <pc:docMk/>
            <pc:sldMk cId="2766914940" sldId="262"/>
            <ac:spMk id="7" creationId="{C7304A67-8B2E-B3E3-31CF-722C5F9D66A3}"/>
          </ac:spMkLst>
        </pc:spChg>
      </pc:sldChg>
    </pc:docChg>
  </pc:docChgLst>
  <pc:docChgLst>
    <pc:chgData name="Jean-Jacques Curtelin" userId="S::jean-jacques.curtelin@univ-smb.fr::102e4674-0d2e-470f-a19a-15551fb64164" providerId="AD" clId="Web-{FB3890C1-ED36-42B6-B795-F1226407C3D3}"/>
    <pc:docChg chg="modSld">
      <pc:chgData name="Jean-Jacques Curtelin" userId="S::jean-jacques.curtelin@univ-smb.fr::102e4674-0d2e-470f-a19a-15551fb64164" providerId="AD" clId="Web-{FB3890C1-ED36-42B6-B795-F1226407C3D3}" dt="2024-11-29T10:21:44.090" v="21" actId="20577"/>
      <pc:docMkLst>
        <pc:docMk/>
      </pc:docMkLst>
      <pc:sldChg chg="modSp">
        <pc:chgData name="Jean-Jacques Curtelin" userId="S::jean-jacques.curtelin@univ-smb.fr::102e4674-0d2e-470f-a19a-15551fb64164" providerId="AD" clId="Web-{FB3890C1-ED36-42B6-B795-F1226407C3D3}" dt="2024-11-29T10:21:44.090" v="21" actId="20577"/>
        <pc:sldMkLst>
          <pc:docMk/>
          <pc:sldMk cId="1542843860" sldId="261"/>
        </pc:sldMkLst>
        <pc:spChg chg="mod">
          <ac:chgData name="Jean-Jacques Curtelin" userId="S::jean-jacques.curtelin@univ-smb.fr::102e4674-0d2e-470f-a19a-15551fb64164" providerId="AD" clId="Web-{FB3890C1-ED36-42B6-B795-F1226407C3D3}" dt="2024-11-29T10:21:44.090" v="21" actId="20577"/>
          <ac:spMkLst>
            <pc:docMk/>
            <pc:sldMk cId="1542843860" sldId="261"/>
            <ac:spMk id="11" creationId="{AA84D950-1711-5A10-D96F-03D2E5D98B73}"/>
          </ac:spMkLst>
        </pc:spChg>
      </pc:sldChg>
      <pc:sldChg chg="modSp">
        <pc:chgData name="Jean-Jacques Curtelin" userId="S::jean-jacques.curtelin@univ-smb.fr::102e4674-0d2e-470f-a19a-15551fb64164" providerId="AD" clId="Web-{FB3890C1-ED36-42B6-B795-F1226407C3D3}" dt="2024-11-29T10:21:42.605" v="19" actId="20577"/>
        <pc:sldMkLst>
          <pc:docMk/>
          <pc:sldMk cId="2766914940" sldId="262"/>
        </pc:sldMkLst>
        <pc:spChg chg="mod">
          <ac:chgData name="Jean-Jacques Curtelin" userId="S::jean-jacques.curtelin@univ-smb.fr::102e4674-0d2e-470f-a19a-15551fb64164" providerId="AD" clId="Web-{FB3890C1-ED36-42B6-B795-F1226407C3D3}" dt="2024-11-29T10:21:42.605" v="19" actId="20577"/>
          <ac:spMkLst>
            <pc:docMk/>
            <pc:sldMk cId="2766914940" sldId="262"/>
            <ac:spMk id="19" creationId="{1DBBCF91-9750-DA92-0990-494FE77C8C77}"/>
          </ac:spMkLst>
        </pc:spChg>
      </pc:sldChg>
      <pc:sldChg chg="modSp">
        <pc:chgData name="Jean-Jacques Curtelin" userId="S::jean-jacques.curtelin@univ-smb.fr::102e4674-0d2e-470f-a19a-15551fb64164" providerId="AD" clId="Web-{FB3890C1-ED36-42B6-B795-F1226407C3D3}" dt="2024-11-29T10:21:39.949" v="16" actId="20577"/>
        <pc:sldMkLst>
          <pc:docMk/>
          <pc:sldMk cId="3484003430" sldId="263"/>
        </pc:sldMkLst>
        <pc:spChg chg="mod">
          <ac:chgData name="Jean-Jacques Curtelin" userId="S::jean-jacques.curtelin@univ-smb.fr::102e4674-0d2e-470f-a19a-15551fb64164" providerId="AD" clId="Web-{FB3890C1-ED36-42B6-B795-F1226407C3D3}" dt="2024-11-29T10:21:39.949" v="16" actId="20577"/>
          <ac:spMkLst>
            <pc:docMk/>
            <pc:sldMk cId="3484003430" sldId="263"/>
            <ac:spMk id="5" creationId="{C6F84988-4303-5FAC-598E-97F238A8472F}"/>
          </ac:spMkLst>
        </pc:spChg>
        <pc:spChg chg="mod">
          <ac:chgData name="Jean-Jacques Curtelin" userId="S::jean-jacques.curtelin@univ-smb.fr::102e4674-0d2e-470f-a19a-15551fb64164" providerId="AD" clId="Web-{FB3890C1-ED36-42B6-B795-F1226407C3D3}" dt="2024-11-29T10:21:36.042" v="12" actId="20577"/>
          <ac:spMkLst>
            <pc:docMk/>
            <pc:sldMk cId="3484003430" sldId="263"/>
            <ac:spMk id="11" creationId="{AA84D950-1711-5A10-D96F-03D2E5D98B73}"/>
          </ac:spMkLst>
        </pc:spChg>
        <pc:spChg chg="mod">
          <ac:chgData name="Jean-Jacques Curtelin" userId="S::jean-jacques.curtelin@univ-smb.fr::102e4674-0d2e-470f-a19a-15551fb64164" providerId="AD" clId="Web-{FB3890C1-ED36-42B6-B795-F1226407C3D3}" dt="2024-11-29T10:21:37.292" v="14" actId="20577"/>
          <ac:spMkLst>
            <pc:docMk/>
            <pc:sldMk cId="3484003430" sldId="263"/>
            <ac:spMk id="19" creationId="{1DBBCF91-9750-DA92-0990-494FE77C8C77}"/>
          </ac:spMkLst>
        </pc:spChg>
      </pc:sldChg>
    </pc:docChg>
  </pc:docChgLst>
  <pc:docChgLst>
    <pc:chgData name="Marc Skerrett" userId="S::marc.skerrett@univ-smb.fr::5838212c-6006-4602-b097-e4ba2e4953e8" providerId="AD" clId="Web-{B01D751B-0A5E-B2E5-DD45-F2651265E8D8}"/>
    <pc:docChg chg="modSld">
      <pc:chgData name="Marc Skerrett" userId="S::marc.skerrett@univ-smb.fr::5838212c-6006-4602-b097-e4ba2e4953e8" providerId="AD" clId="Web-{B01D751B-0A5E-B2E5-DD45-F2651265E8D8}" dt="2024-09-12T11:10:03.329" v="14" actId="20577"/>
      <pc:docMkLst>
        <pc:docMk/>
      </pc:docMkLst>
      <pc:sldChg chg="modSp">
        <pc:chgData name="Marc Skerrett" userId="S::marc.skerrett@univ-smb.fr::5838212c-6006-4602-b097-e4ba2e4953e8" providerId="AD" clId="Web-{B01D751B-0A5E-B2E5-DD45-F2651265E8D8}" dt="2024-09-12T11:10:03.329" v="14" actId="20577"/>
        <pc:sldMkLst>
          <pc:docMk/>
          <pc:sldMk cId="2680925107" sldId="260"/>
        </pc:sldMkLst>
        <pc:spChg chg="mod">
          <ac:chgData name="Marc Skerrett" userId="S::marc.skerrett@univ-smb.fr::5838212c-6006-4602-b097-e4ba2e4953e8" providerId="AD" clId="Web-{B01D751B-0A5E-B2E5-DD45-F2651265E8D8}" dt="2024-09-12T11:08:52.250" v="4" actId="20577"/>
          <ac:spMkLst>
            <pc:docMk/>
            <pc:sldMk cId="2680925107" sldId="260"/>
            <ac:spMk id="7" creationId="{C7304A67-8B2E-B3E3-31CF-722C5F9D66A3}"/>
          </ac:spMkLst>
        </pc:spChg>
        <pc:spChg chg="mod">
          <ac:chgData name="Marc Skerrett" userId="S::marc.skerrett@univ-smb.fr::5838212c-6006-4602-b097-e4ba2e4953e8" providerId="AD" clId="Web-{B01D751B-0A5E-B2E5-DD45-F2651265E8D8}" dt="2024-09-12T11:10:03.329" v="14" actId="20577"/>
          <ac:spMkLst>
            <pc:docMk/>
            <pc:sldMk cId="2680925107" sldId="260"/>
            <ac:spMk id="19" creationId="{1DBBCF91-9750-DA92-0990-494FE77C8C77}"/>
          </ac:spMkLst>
        </pc:spChg>
      </pc:sldChg>
    </pc:docChg>
  </pc:docChgLst>
</pc:chgInfo>
</file>

<file path=ppt/comments/modernComment_107_CFA9AC6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C7E8CD3-F1DF-4F75-B6CA-826DFCAB4F4B}" authorId="{2B820C88-A42F-0467-4C37-4A53AA7EA36D}" created="2024-12-11T14:51:38.37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484003430" sldId="263"/>
      <ac:spMk id="5" creationId="{C6F84988-4303-5FAC-598E-97F238A8472F}"/>
      <ac:txMk cp="104" len="56">
        <ac:context len="394" hash="1783519819"/>
      </ac:txMk>
    </ac:txMkLst>
    <p188:pos x="2619910" y="995308"/>
    <p188:txBody>
      <a:bodyPr/>
      <a:lstStyle/>
      <a:p>
        <a:r>
          <a:rPr lang="fr-FR"/>
          <a:t>Concevoir un algorithme pour résoudre un problème  / Implémenter un algorithme dans un programme informatique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89A47-5BF3-4B44-81D3-893BBF96D9C5}" type="datetimeFigureOut">
              <a:rPr lang="fr-FR" smtClean="0"/>
              <a:t>14/03/2025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5D1FBA-2D90-FE43-B3C9-47908B91009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1483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5D1FBA-2D90-FE43-B3C9-47908B910099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0657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14/03/2025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6970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14/03/2025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4670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14/03/2025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046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14/03/2025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1442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14/03/2025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9118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14/03/2025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02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14/03/2025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‹#›</a:t>
            </a:fld>
            <a:endParaRPr lang="fr-FR"/>
          </a:p>
        </p:txBody>
      </p:sp>
      <p:pic>
        <p:nvPicPr>
          <p:cNvPr id="6" name="Image 7">
            <a:extLst>
              <a:ext uri="{FF2B5EF4-FFF2-40B4-BE49-F238E27FC236}">
                <a16:creationId xmlns:a16="http://schemas.microsoft.com/office/drawing/2014/main" id="{2562921F-EF9C-41C1-9438-35B3201006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5050256" y="7899771"/>
            <a:ext cx="1807744" cy="115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34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14/03/2025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9891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14/03/2025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2984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14/03/2025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6586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14/03/2025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6775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4425F2-F0E4-1D4B-BFA0-799A02AE676D}" type="datetimeFigureOut">
              <a:rPr lang="fr-FR" smtClean="0"/>
              <a:t>14/03/2025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1D948C-A121-A74A-9582-4454DDF3EA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7946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7_CFA9AC6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BCB4965-E3CC-A257-0CA1-2FCCE798A106}"/>
              </a:ext>
            </a:extLst>
          </p:cNvPr>
          <p:cNvSpPr/>
          <p:nvPr/>
        </p:nvSpPr>
        <p:spPr>
          <a:xfrm>
            <a:off x="1472917" y="1650671"/>
            <a:ext cx="1850571" cy="13280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200" b="1" cap="all">
                <a:solidFill>
                  <a:schemeClr val="bg1"/>
                </a:solidFill>
                <a:ea typeface="+mn-lt"/>
                <a:cs typeface="Segoe UI"/>
              </a:rPr>
              <a:t>CONCEVOIR UN SYSTÈME D'ACQUISITION </a:t>
            </a:r>
            <a:endParaRPr lang="fr-FR" sz="1600" b="1" cap="all">
              <a:solidFill>
                <a:schemeClr val="bg1"/>
              </a:solidFill>
              <a:ea typeface="Calibri"/>
              <a:cs typeface="Calibri"/>
            </a:endParaRPr>
          </a:p>
          <a:p>
            <a:pPr algn="ctr">
              <a:spcAft>
                <a:spcPts val="600"/>
              </a:spcAft>
            </a:pPr>
            <a:endParaRPr lang="fr-FR" sz="1200" cap="all">
              <a:latin typeface="Myriad Pro" panose="020B0503030403020204" pitchFamily="34" charset="0"/>
            </a:endParaRPr>
          </a:p>
          <a:p>
            <a:pPr algn="ctr">
              <a:spcAft>
                <a:spcPts val="600"/>
              </a:spcAft>
            </a:pPr>
            <a:r>
              <a:rPr lang="fr-FR" sz="1200" cap="all">
                <a:latin typeface="Calibri"/>
                <a:ea typeface="Calibri"/>
                <a:cs typeface="Calibri"/>
              </a:rPr>
              <a:t>RNCP35711BC01</a:t>
            </a:r>
            <a:r>
              <a:rPr lang="fr-FR" sz="1200" cap="all">
                <a:ea typeface="+mn-lt"/>
                <a:cs typeface="+mn-lt"/>
              </a:rPr>
              <a:t>  RNCP35711BC05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E7B3F2-CEC8-417B-12A7-9B8523FDC72C}"/>
              </a:ext>
            </a:extLst>
          </p:cNvPr>
          <p:cNvSpPr/>
          <p:nvPr/>
        </p:nvSpPr>
        <p:spPr>
          <a:xfrm>
            <a:off x="3541863" y="1650671"/>
            <a:ext cx="1850571" cy="13280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  <a:t>traiter </a:t>
            </a:r>
            <a:r>
              <a:rPr lang="fr-FR" sz="1200" b="1" cap="all" err="1">
                <a:solidFill>
                  <a:schemeClr val="bg1"/>
                </a:solidFill>
                <a:ea typeface="+mn-lt"/>
                <a:cs typeface="+mn-lt"/>
              </a:rPr>
              <a:t>DEs</a:t>
            </a:r>
            <a: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  <a:t> DONNÉES issues de capteurs </a:t>
            </a:r>
            <a:endParaRPr lang="fr-FR" sz="1200" cap="all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endParaRPr lang="fr-FR" sz="1200" cap="all">
              <a:latin typeface="Myriad Pro" panose="020B0503030403020204" pitchFamily="34" charset="0"/>
            </a:endParaRPr>
          </a:p>
          <a:p>
            <a:pPr algn="ctr">
              <a:spcAft>
                <a:spcPts val="600"/>
              </a:spcAft>
            </a:pPr>
            <a:r>
              <a:rPr lang="fr-FR" sz="1200" cap="all">
                <a:latin typeface="Calibri"/>
                <a:ea typeface="Calibri"/>
                <a:cs typeface="Calibri"/>
              </a:rPr>
              <a:t>RNCP35711BC02  RNCP35711BC05 </a:t>
            </a:r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25E8AB-A55E-7EBF-291F-B181B69A8BD6}"/>
              </a:ext>
            </a:extLst>
          </p:cNvPr>
          <p:cNvSpPr/>
          <p:nvPr/>
        </p:nvSpPr>
        <p:spPr>
          <a:xfrm>
            <a:off x="1472917" y="3243943"/>
            <a:ext cx="1850571" cy="13280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Aft>
                <a:spcPts val="600"/>
              </a:spcAft>
            </a:pPr>
            <a:r>
              <a:rPr lang="fr-FR" sz="1200" b="1" cap="all">
                <a:solidFill>
                  <a:schemeClr val="bg1"/>
                </a:solidFill>
                <a:ea typeface="+mn-lt"/>
                <a:cs typeface="Segoe UI"/>
              </a:rPr>
              <a:t>Élaborer des structures de commande et de pilotage de systèmes automatisés</a:t>
            </a:r>
            <a:br>
              <a:rPr lang="fr-FR" sz="1200" b="1" cap="all">
                <a:solidFill>
                  <a:schemeClr val="bg1"/>
                </a:solidFill>
                <a:ea typeface="+mn-lt"/>
                <a:cs typeface="Segoe UI"/>
              </a:rPr>
            </a:br>
            <a:r>
              <a:rPr lang="fr-FR" sz="1200" cap="all">
                <a:solidFill>
                  <a:schemeClr val="bg1"/>
                </a:solidFill>
                <a:ea typeface="+mn-lt"/>
                <a:cs typeface="Calibri"/>
              </a:rPr>
              <a:t>RNCP35711BC03</a:t>
            </a:r>
            <a:r>
              <a:rPr lang="fr-FR" sz="1200" cap="all"/>
              <a:t> RNCP35711BC05</a:t>
            </a:r>
            <a:endParaRPr lang="fr-FR">
              <a:ea typeface="Calibri"/>
              <a:cs typeface="Calibr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F9A382-DCE3-E467-095C-0B198C15F7B1}"/>
              </a:ext>
            </a:extLst>
          </p:cNvPr>
          <p:cNvSpPr/>
          <p:nvPr/>
        </p:nvSpPr>
        <p:spPr>
          <a:xfrm>
            <a:off x="3541863" y="3243943"/>
            <a:ext cx="1850571" cy="13280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  <a:t>DÉVELOPPER UN SYSTÈME </a:t>
            </a:r>
            <a:br>
              <a:rPr lang="fr-FR" sz="1200" b="1" cap="all">
                <a:ea typeface="+mn-lt"/>
                <a:cs typeface="+mn-lt"/>
              </a:rPr>
            </a:br>
            <a: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  <a:t>INFORMATIQUE </a:t>
            </a:r>
            <a:br>
              <a:rPr lang="fr-FR" sz="1200" b="1" cap="all">
                <a:ea typeface="+mn-lt"/>
                <a:cs typeface="+mn-lt"/>
              </a:rPr>
            </a:br>
            <a: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  <a:t>embarqué</a:t>
            </a:r>
            <a:endParaRPr lang="fr-FR" sz="1200" cap="all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r>
              <a:rPr lang="fr-FR" sz="1200" cap="all"/>
              <a:t>RNCP35711BC04 RNCP35711BC05</a:t>
            </a:r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4102A85-DE7E-D222-A6BB-351E1ADD0520}"/>
              </a:ext>
            </a:extLst>
          </p:cNvPr>
          <p:cNvSpPr txBox="1"/>
          <p:nvPr/>
        </p:nvSpPr>
        <p:spPr>
          <a:xfrm>
            <a:off x="944420" y="766560"/>
            <a:ext cx="4974760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fr-FR"/>
              <a:t>VUE D’ENSEMBLE DES COMPÉTENCES</a:t>
            </a:r>
            <a:br>
              <a:rPr lang="fr-FR"/>
            </a:br>
            <a:r>
              <a:rPr lang="fr-FR">
                <a:ea typeface="Calibri"/>
                <a:cs typeface="Calibri"/>
              </a:rPr>
              <a:t>Spécialité: Systèmes Numériques - Instrumentation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DEF488-0DC5-EFE0-4CE1-31506D55603B}"/>
              </a:ext>
            </a:extLst>
          </p:cNvPr>
          <p:cNvSpPr/>
          <p:nvPr/>
        </p:nvSpPr>
        <p:spPr>
          <a:xfrm>
            <a:off x="115172" y="113568"/>
            <a:ext cx="6640470" cy="3190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cap="all">
                <a:solidFill>
                  <a:schemeClr val="bg1"/>
                </a:solidFill>
                <a:latin typeface="Myriad Pro" panose="020B0503030403020204" pitchFamily="34" charset="0"/>
              </a:rPr>
              <a:t>		Nom de la formation		Polytech XXX</a:t>
            </a:r>
          </a:p>
        </p:txBody>
      </p:sp>
    </p:spTree>
    <p:extLst>
      <p:ext uri="{BB962C8B-B14F-4D97-AF65-F5344CB8AC3E}">
        <p14:creationId xmlns:p14="http://schemas.microsoft.com/office/powerpoint/2010/main" val="3044381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7C2E-25C5-7103-B26E-F2CF56CB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39C6AD-AF35-BE97-714E-47D414B85D41}"/>
              </a:ext>
            </a:extLst>
          </p:cNvPr>
          <p:cNvSpPr/>
          <p:nvPr/>
        </p:nvSpPr>
        <p:spPr>
          <a:xfrm>
            <a:off x="115172" y="113568"/>
            <a:ext cx="6640470" cy="3190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cap="all">
                <a:solidFill>
                  <a:schemeClr val="bg1"/>
                </a:solidFill>
                <a:latin typeface="Myriad Pro" panose="020B0503030403020204" pitchFamily="34" charset="0"/>
              </a:rPr>
              <a:t>		Nom de la formation		Polytech XXX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304A67-8B2E-B3E3-31CF-722C5F9D66A3}"/>
              </a:ext>
            </a:extLst>
          </p:cNvPr>
          <p:cNvSpPr/>
          <p:nvPr/>
        </p:nvSpPr>
        <p:spPr>
          <a:xfrm>
            <a:off x="2080589" y="542521"/>
            <a:ext cx="4689078" cy="13280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fr-FR" sz="1000">
                <a:solidFill>
                  <a:schemeClr val="tx1"/>
                </a:solidFill>
              </a:rPr>
              <a:t>Composantes essentielles</a:t>
            </a:r>
          </a:p>
          <a:p>
            <a:pPr marL="171450" indent="-171450" algn="just">
              <a:buFont typeface="Arial,Sans-Serif"/>
              <a:buChar char="•"/>
            </a:pPr>
            <a:r>
              <a:rPr lang="fr-FR" sz="1000">
                <a:solidFill>
                  <a:schemeClr val="tx1"/>
                </a:solidFill>
                <a:cs typeface="Calibri"/>
              </a:rPr>
              <a:t>En répondant à l'expression des besoins de façon pertinente SHES505 704</a:t>
            </a:r>
            <a:endParaRPr lang="en-US" sz="1000">
              <a:solidFill>
                <a:schemeClr val="tx1"/>
              </a:solidFill>
              <a:cs typeface="Calibri"/>
            </a:endParaRPr>
          </a:p>
          <a:p>
            <a:pPr marL="171450" indent="-171450" algn="just">
              <a:buFont typeface="Arial,Sans-Serif"/>
              <a:buChar char="•"/>
            </a:pPr>
            <a:r>
              <a:rPr lang="fr-FR" sz="1000">
                <a:solidFill>
                  <a:schemeClr val="accent6"/>
                </a:solidFill>
                <a:cs typeface="Calibri"/>
              </a:rPr>
              <a:t>En prenant en compte ou en maitrisant les impacts environnementaux et sociétaux</a:t>
            </a:r>
            <a:endParaRPr lang="fr-FR" sz="1000">
              <a:solidFill>
                <a:schemeClr val="accent6"/>
              </a:solidFill>
              <a:ea typeface="Calibri"/>
              <a:cs typeface="Calibri"/>
            </a:endParaRPr>
          </a:p>
          <a:p>
            <a:pPr marL="171450" indent="-171450" algn="just">
              <a:buFont typeface="Arial,Sans-Serif"/>
              <a:buChar char="•"/>
            </a:pPr>
            <a:r>
              <a:rPr lang="fr-FR" sz="1000">
                <a:solidFill>
                  <a:schemeClr val="tx1"/>
                </a:solidFill>
                <a:cs typeface="Calibri"/>
              </a:rPr>
              <a:t>En argumentant les phénomènes physiques </a:t>
            </a:r>
            <a:r>
              <a:rPr lang="fr-FR" sz="1000" strike="sngStrike">
                <a:solidFill>
                  <a:schemeClr val="tx1"/>
                </a:solidFill>
                <a:cs typeface="Calibri"/>
              </a:rPr>
              <a:t>mis en jeu lors de l'acquisition </a:t>
            </a:r>
            <a:r>
              <a:rPr lang="fr-FR" sz="1000">
                <a:solidFill>
                  <a:schemeClr val="tx1"/>
                </a:solidFill>
                <a:cs typeface="Calibri"/>
              </a:rPr>
              <a:t> étudiés</a:t>
            </a:r>
            <a:endParaRPr lang="fr-FR" sz="1000" strike="sngStrike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fr-FR" sz="1000">
                <a:solidFill>
                  <a:schemeClr val="tx1"/>
                </a:solidFill>
              </a:rPr>
              <a:t>En caractérisant de façon appropriée la source des données </a:t>
            </a:r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fr-FR" sz="1000">
                <a:solidFill>
                  <a:schemeClr val="tx1"/>
                </a:solidFill>
              </a:rPr>
              <a:t>En effectuant des traitements adaptés </a:t>
            </a:r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fr-FR" sz="1000">
                <a:solidFill>
                  <a:schemeClr val="tx1"/>
                </a:solidFill>
              </a:rPr>
              <a:t>En utilisant des supports et modes </a:t>
            </a:r>
            <a:r>
              <a:rPr lang="fr-FR" sz="1000">
                <a:solidFill>
                  <a:schemeClr val="tx1"/>
                </a:solidFill>
                <a:ea typeface="+mn-lt"/>
                <a:cs typeface="+mn-lt"/>
              </a:rPr>
              <a:t>adaptés </a:t>
            </a:r>
            <a:r>
              <a:rPr lang="fr-FR" sz="1000">
                <a:solidFill>
                  <a:schemeClr val="tx1"/>
                </a:solidFill>
              </a:rPr>
              <a:t>pour la transmission de signaux</a:t>
            </a:r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</a:rPr>
              <a:t>En communiquant de manière précise et adaptée aux différentes parties prenantes SHES505 SHES901</a:t>
            </a:r>
          </a:p>
          <a:p>
            <a:pPr marL="171450" indent="-171450" algn="just">
              <a:buFont typeface="Arial"/>
              <a:buChar char="•"/>
            </a:pPr>
            <a:endParaRPr lang="fr-FR" sz="1000">
              <a:solidFill>
                <a:schemeClr val="tx1"/>
              </a:solidFill>
              <a:highlight>
                <a:srgbClr val="FFFF00"/>
              </a:highlight>
              <a:ea typeface="Calibri"/>
              <a:cs typeface="Calibri"/>
            </a:endParaRPr>
          </a:p>
          <a:p>
            <a:pPr algn="just"/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9CD12-2037-DE8F-6A9E-95825825CA7C}"/>
              </a:ext>
            </a:extLst>
          </p:cNvPr>
          <p:cNvSpPr/>
          <p:nvPr/>
        </p:nvSpPr>
        <p:spPr>
          <a:xfrm>
            <a:off x="2066564" y="1980480"/>
            <a:ext cx="4689078" cy="11036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</a:rPr>
              <a:t>Conception et mise en œuvre de bancs de test</a:t>
            </a:r>
          </a:p>
          <a:p>
            <a:pPr marL="171450" indent="-171450">
              <a:buFont typeface="Calibri"/>
              <a:buChar char="-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</a:rPr>
              <a:t>Conception et développement de maquettes / prototypes</a:t>
            </a:r>
          </a:p>
          <a:p>
            <a:pPr marL="171450" indent="-171450">
              <a:buFont typeface="Calibri"/>
              <a:buChar char="-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</a:rPr>
              <a:t>Contrôle qualité et surveillance de procédés</a:t>
            </a:r>
          </a:p>
          <a:p>
            <a:pPr marL="171450" indent="-171450">
              <a:buFont typeface="Calibri"/>
              <a:buChar char="-"/>
            </a:pPr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  <a:p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A0BF5BA-02F0-CAEF-B55D-D10743D07B41}"/>
              </a:ext>
            </a:extLst>
          </p:cNvPr>
          <p:cNvSpPr txBox="1"/>
          <p:nvPr/>
        </p:nvSpPr>
        <p:spPr>
          <a:xfrm>
            <a:off x="115171" y="1980480"/>
            <a:ext cx="18806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b="1">
                <a:latin typeface="Myriad Pro" panose="020B0503030403020204" pitchFamily="34" charset="0"/>
              </a:rPr>
              <a:t>Situations professionnelles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8DDAEA-5EAB-8B33-030A-71CEA82ABC09}"/>
              </a:ext>
            </a:extLst>
          </p:cNvPr>
          <p:cNvSpPr/>
          <p:nvPr/>
        </p:nvSpPr>
        <p:spPr>
          <a:xfrm>
            <a:off x="2066564" y="3709551"/>
            <a:ext cx="4689078" cy="107872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B6D710-E0A0-E469-2EC9-0C7D72E6CC9D}"/>
              </a:ext>
            </a:extLst>
          </p:cNvPr>
          <p:cNvSpPr/>
          <p:nvPr/>
        </p:nvSpPr>
        <p:spPr>
          <a:xfrm>
            <a:off x="2059700" y="4823102"/>
            <a:ext cx="4689078" cy="151332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71F8F7-3B12-EC8D-4424-D149104818B2}"/>
              </a:ext>
            </a:extLst>
          </p:cNvPr>
          <p:cNvSpPr/>
          <p:nvPr/>
        </p:nvSpPr>
        <p:spPr>
          <a:xfrm>
            <a:off x="2066564" y="6394326"/>
            <a:ext cx="4689078" cy="85232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BA9DC19-8C43-2F07-D6C3-D9FBD553DB6B}"/>
              </a:ext>
            </a:extLst>
          </p:cNvPr>
          <p:cNvGrpSpPr/>
          <p:nvPr/>
        </p:nvGrpSpPr>
        <p:grpSpPr>
          <a:xfrm>
            <a:off x="115171" y="3709551"/>
            <a:ext cx="1850572" cy="3955093"/>
            <a:chOff x="2638730" y="3612188"/>
            <a:chExt cx="1850572" cy="3955093"/>
          </a:xfrm>
        </p:grpSpPr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77AB3678-109B-F125-2779-B4B152E962B3}"/>
                </a:ext>
              </a:extLst>
            </p:cNvPr>
            <p:cNvSpPr/>
            <p:nvPr/>
          </p:nvSpPr>
          <p:spPr>
            <a:xfrm rot="5400000">
              <a:off x="2788216" y="4596848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C545B399-7E15-DA81-2411-FD1AF0EFFFCD}"/>
                </a:ext>
              </a:extLst>
            </p:cNvPr>
            <p:cNvSpPr/>
            <p:nvPr/>
          </p:nvSpPr>
          <p:spPr>
            <a:xfrm rot="5400000">
              <a:off x="2788216" y="5866195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3" name="Signalisation droite 12">
              <a:extLst>
                <a:ext uri="{FF2B5EF4-FFF2-40B4-BE49-F238E27FC236}">
                  <a16:creationId xmlns:a16="http://schemas.microsoft.com/office/drawing/2014/main" id="{869B42AE-192E-30A2-CA01-FAE5B6ED176C}"/>
                </a:ext>
              </a:extLst>
            </p:cNvPr>
            <p:cNvSpPr/>
            <p:nvPr/>
          </p:nvSpPr>
          <p:spPr>
            <a:xfrm rot="5400000">
              <a:off x="2855409" y="3395510"/>
              <a:ext cx="1417215" cy="1850571"/>
            </a:xfrm>
            <a:prstGeom prst="homePlate">
              <a:avLst>
                <a:gd name="adj" fmla="val 23531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fr-FR" sz="1200">
                <a:latin typeface="Myriad Pro" panose="020B0503030403020204" pitchFamily="34" charset="0"/>
              </a:endParaRP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A9010F20-576C-4615-CAFD-D7C2E038ABC5}"/>
              </a:ext>
            </a:extLst>
          </p:cNvPr>
          <p:cNvSpPr txBox="1"/>
          <p:nvPr/>
        </p:nvSpPr>
        <p:spPr>
          <a:xfrm>
            <a:off x="115171" y="3692721"/>
            <a:ext cx="18505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1</a:t>
            </a:r>
          </a:p>
          <a:p>
            <a:pPr algn="ctr"/>
            <a:r>
              <a:rPr lang="fr-FR" sz="1200">
                <a:solidFill>
                  <a:schemeClr val="tx1"/>
                </a:solidFill>
                <a:latin typeface="Myriad Pro"/>
              </a:rPr>
              <a:t>Système d'acquisition de grandeurs physiques  avec capteur </a:t>
            </a:r>
            <a:r>
              <a:rPr lang="fr-FR" sz="1200" err="1">
                <a:solidFill>
                  <a:schemeClr val="tx1"/>
                </a:solidFill>
                <a:latin typeface="Myriad Pro"/>
              </a:rPr>
              <a:t>monovarié</a:t>
            </a:r>
            <a:endParaRPr lang="fr-FR" sz="1200" b="1">
              <a:latin typeface="Myriad Pro" panose="020B0503030403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92A6767-BEC8-73FB-0CBD-5BC233E484A5}"/>
              </a:ext>
            </a:extLst>
          </p:cNvPr>
          <p:cNvSpPr txBox="1"/>
          <p:nvPr/>
        </p:nvSpPr>
        <p:spPr>
          <a:xfrm>
            <a:off x="115171" y="5153040"/>
            <a:ext cx="18505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2</a:t>
            </a:r>
          </a:p>
          <a:p>
            <a:pPr algn="ctr"/>
            <a:r>
              <a:rPr lang="fr-FR" sz="1200">
                <a:ea typeface="+mn-lt"/>
                <a:cs typeface="+mn-lt"/>
              </a:rPr>
              <a:t>Système d'acquisition de grandeurs physiques avec capteurs multivariés </a:t>
            </a:r>
            <a:endParaRPr lang="fr-FR" sz="2500">
              <a:cs typeface="Calibri" panose="020F0502020204030204"/>
            </a:endParaRPr>
          </a:p>
          <a:p>
            <a:pPr algn="ctr"/>
            <a:endParaRPr lang="fr-FR" sz="1200" b="1">
              <a:latin typeface="Myriad Pro" panose="020B0503030403020204" pitchFamily="34" charset="0"/>
            </a:endParaRPr>
          </a:p>
          <a:p>
            <a:pPr algn="ctr"/>
            <a:endParaRPr lang="fr-FR" sz="1200">
              <a:latin typeface="Myriad Pro" panose="020B0503030403020204" pitchFamily="34" charset="0"/>
            </a:endParaRPr>
          </a:p>
          <a:p>
            <a:pPr algn="ctr"/>
            <a:endParaRPr lang="fr-FR" sz="1200">
              <a:latin typeface="Myriad Pro" panose="020B0503030403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8468A6-FBAF-9CD0-C2AD-314A992AC17A}"/>
              </a:ext>
            </a:extLst>
          </p:cNvPr>
          <p:cNvSpPr txBox="1"/>
          <p:nvPr/>
        </p:nvSpPr>
        <p:spPr>
          <a:xfrm>
            <a:off x="102358" y="6429491"/>
            <a:ext cx="18505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3</a:t>
            </a:r>
          </a:p>
          <a:p>
            <a:pPr algn="ctr"/>
            <a:r>
              <a:rPr lang="fr-FR" sz="1200">
                <a:ea typeface="+mn-lt"/>
                <a:cs typeface="+mn-lt"/>
              </a:rPr>
              <a:t>Système d'acquisition de grandeurs physiques multivariées avec réseau de capteurs </a:t>
            </a:r>
            <a:endParaRPr lang="fr-FR" sz="1200">
              <a:cs typeface="Calibri"/>
            </a:endParaRPr>
          </a:p>
          <a:p>
            <a:pPr algn="ctr"/>
            <a:endParaRPr lang="fr-FR" sz="1200" b="1">
              <a:latin typeface="Myriad Pro" panose="020B0503030403020204" pitchFamily="34" charset="0"/>
            </a:endParaRPr>
          </a:p>
          <a:p>
            <a:pPr algn="ctr"/>
            <a:endParaRPr lang="fr-FR" sz="1200">
              <a:latin typeface="Myriad Pro" panose="020B0503030403020204" pitchFamily="34" charset="0"/>
            </a:endParaRPr>
          </a:p>
          <a:p>
            <a:pPr algn="ctr"/>
            <a:endParaRPr lang="fr-FR" sz="1200">
              <a:latin typeface="Myriad Pro" panose="020B0503030403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05BC66E-038E-6729-98EE-570916A290C1}"/>
              </a:ext>
            </a:extLst>
          </p:cNvPr>
          <p:cNvSpPr txBox="1"/>
          <p:nvPr/>
        </p:nvSpPr>
        <p:spPr>
          <a:xfrm>
            <a:off x="1965743" y="3384089"/>
            <a:ext cx="3657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1600" b="1" i="1"/>
              <a:t>Apprentissages critiques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0BE6C5-C445-D8AB-4C49-F06327F3D35A}"/>
              </a:ext>
            </a:extLst>
          </p:cNvPr>
          <p:cNvSpPr/>
          <p:nvPr/>
        </p:nvSpPr>
        <p:spPr>
          <a:xfrm>
            <a:off x="115172" y="561160"/>
            <a:ext cx="1850571" cy="13280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200" b="1" cap="all">
                <a:solidFill>
                  <a:schemeClr val="bg1"/>
                </a:solidFill>
                <a:ea typeface="+mn-lt"/>
                <a:cs typeface="Calibri"/>
              </a:rPr>
              <a:t>CONCEVOIR UN SYSTÈME D'ACQUISITION </a:t>
            </a:r>
            <a:endParaRPr lang="fr-FR" sz="1200" cap="all">
              <a:solidFill>
                <a:schemeClr val="bg1"/>
              </a:solidFill>
              <a:ea typeface="Calibri"/>
              <a:cs typeface="Calibri"/>
            </a:endParaRPr>
          </a:p>
          <a:p>
            <a:pPr algn="ctr">
              <a:spcAft>
                <a:spcPts val="600"/>
              </a:spcAft>
            </a:pPr>
            <a:endParaRPr lang="fr-FR" sz="1200" cap="all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r>
              <a:rPr lang="fr-FR" sz="1200" cap="all"/>
              <a:t>RNCP35711BC01  RNCP35711BC05 </a:t>
            </a:r>
            <a:endParaRPr lang="en-US" sz="1200" cap="all">
              <a:solidFill>
                <a:schemeClr val="bg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6F84988-4303-5FAC-598E-97F238A8472F}"/>
              </a:ext>
            </a:extLst>
          </p:cNvPr>
          <p:cNvSpPr txBox="1"/>
          <p:nvPr/>
        </p:nvSpPr>
        <p:spPr>
          <a:xfrm>
            <a:off x="2058211" y="3709551"/>
            <a:ext cx="468461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ea typeface="+mn-lt"/>
                <a:cs typeface="+mn-lt"/>
              </a:rPr>
              <a:t>AC 1.1 Réaliser un circuit électrique avec les calculs associés  (lois de comportement courant -tension, puissances) et les mesures appropriées à son étude</a:t>
            </a:r>
            <a:endParaRPr lang="fr-FR" sz="900"/>
          </a:p>
          <a:p>
            <a:r>
              <a:rPr lang="fr-FR" sz="900">
                <a:ea typeface="+mn-lt"/>
                <a:cs typeface="+mn-lt"/>
              </a:rPr>
              <a:t>AC </a:t>
            </a:r>
            <a:r>
              <a:rPr lang="fr-FR" sz="900"/>
              <a:t>1.2 Analyser les relations entre les structures des matériaux utilisés dans les capteurs et leurs propriétés physiques</a:t>
            </a:r>
            <a:endParaRPr lang="fr-FR" sz="900">
              <a:ea typeface="Calibri"/>
              <a:cs typeface="Calibri"/>
            </a:endParaRPr>
          </a:p>
          <a:p>
            <a:r>
              <a:rPr lang="fr-FR" sz="900">
                <a:ea typeface="+mn-lt"/>
                <a:cs typeface="+mn-lt"/>
              </a:rPr>
              <a:t>AC </a:t>
            </a:r>
            <a:r>
              <a:rPr lang="fr-FR" sz="900"/>
              <a:t>1.3 Modéliser des systèmes électromagnétiques simples</a:t>
            </a:r>
            <a:endParaRPr lang="fr-FR" sz="900">
              <a:cs typeface="Calibri" panose="020F0502020204030204"/>
            </a:endParaRPr>
          </a:p>
          <a:p>
            <a:r>
              <a:rPr lang="fr-FR" sz="900">
                <a:ea typeface="Calibri" panose="020F0502020204030204"/>
                <a:cs typeface="Calibri" panose="020F0502020204030204"/>
              </a:rPr>
              <a:t>AC 1.4 </a:t>
            </a:r>
            <a:r>
              <a:rPr lang="fr-FR" sz="900">
                <a:ea typeface="+mn-lt"/>
                <a:cs typeface="+mn-lt"/>
              </a:rPr>
              <a:t>Identifier les propriétés fonctionnelles mises en jeu dans les capteurs/transducteurs</a:t>
            </a:r>
          </a:p>
          <a:p>
            <a:endParaRPr lang="fr-FR" sz="90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A84D950-1711-5A10-D96F-03D2E5D98B73}"/>
              </a:ext>
            </a:extLst>
          </p:cNvPr>
          <p:cNvSpPr txBox="1"/>
          <p:nvPr/>
        </p:nvSpPr>
        <p:spPr>
          <a:xfrm>
            <a:off x="2046886" y="4839307"/>
            <a:ext cx="4683128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>
                <a:ea typeface="+mn-lt"/>
                <a:cs typeface="+mn-lt"/>
              </a:rPr>
              <a:t>AC </a:t>
            </a:r>
            <a:r>
              <a:rPr lang="fr-FR" sz="900"/>
              <a:t>1.5 Spécifier l’instrumentation en fonction des usages et contraintes de l’environnement du système</a:t>
            </a:r>
            <a:endParaRPr lang="en-US" sz="900">
              <a:cs typeface="Calibri"/>
            </a:endParaRPr>
          </a:p>
          <a:p>
            <a:r>
              <a:rPr lang="fr-FR" sz="900">
                <a:ea typeface="+mn-lt"/>
                <a:cs typeface="+mn-lt"/>
              </a:rPr>
              <a:t>AC 1.6 Analyser les différents blocs électroniques (analogiques et numériques) constituant une chaîne de mesure</a:t>
            </a:r>
          </a:p>
          <a:p>
            <a:r>
              <a:rPr lang="fr-FR" sz="900">
                <a:ea typeface="+mn-lt"/>
                <a:cs typeface="+mn-lt"/>
              </a:rPr>
              <a:t>AC 1.7 Réaliser les montages électroniques adaptés à la nature des données</a:t>
            </a:r>
          </a:p>
          <a:p>
            <a:r>
              <a:rPr lang="fr-FR" sz="900">
                <a:ea typeface="+mn-lt"/>
                <a:cs typeface="+mn-lt"/>
              </a:rPr>
              <a:t>AC </a:t>
            </a:r>
            <a:r>
              <a:rPr lang="fr-FR" sz="900"/>
              <a:t>1.8 Dimensionner et mettre en œuvre une chaîne de mesure (adaptation, calibrage, réglage, acquisition, interfaçage) </a:t>
            </a:r>
            <a:endParaRPr lang="fr-FR" sz="900">
              <a:cs typeface="Calibri"/>
            </a:endParaRPr>
          </a:p>
          <a:p>
            <a:r>
              <a:rPr lang="fr-FR" sz="900">
                <a:ea typeface="+mn-lt"/>
                <a:cs typeface="+mn-lt"/>
              </a:rPr>
              <a:t>AC </a:t>
            </a:r>
            <a:r>
              <a:rPr lang="fr-FR" sz="900"/>
              <a:t>1.9 Exploiter les données d'une chaîne de mesures</a:t>
            </a:r>
            <a:endParaRPr lang="fr-FR" sz="900">
              <a:ea typeface="Calibri"/>
              <a:cs typeface="Calibri"/>
            </a:endParaRPr>
          </a:p>
          <a:p>
            <a:r>
              <a:rPr lang="fr-FR" sz="900">
                <a:ea typeface="+mn-lt"/>
                <a:cs typeface="+mn-lt"/>
              </a:rPr>
              <a:t>AC </a:t>
            </a:r>
            <a:r>
              <a:rPr lang="fr-FR" sz="900">
                <a:cs typeface="Calibri"/>
              </a:rPr>
              <a:t>1.10 Appliquer une </a:t>
            </a:r>
            <a:r>
              <a:rPr lang="fr-FR" sz="900">
                <a:ea typeface="+mn-lt"/>
                <a:cs typeface="+mn-lt"/>
              </a:rPr>
              <a:t>méthode créative et centrée sur l'utilisateur (design </a:t>
            </a:r>
            <a:r>
              <a:rPr lang="fr-FR" sz="900" err="1">
                <a:ea typeface="+mn-lt"/>
                <a:cs typeface="+mn-lt"/>
              </a:rPr>
              <a:t>thinking</a:t>
            </a:r>
            <a:r>
              <a:rPr lang="fr-FR" sz="900">
                <a:ea typeface="+mn-lt"/>
                <a:cs typeface="+mn-lt"/>
              </a:rPr>
              <a:t>) SHES704</a:t>
            </a:r>
          </a:p>
          <a:p>
            <a:r>
              <a:rPr lang="fr-FR" sz="900">
                <a:cs typeface="Calibri"/>
              </a:rPr>
              <a:t>AC 1.11 Rendre compte d'un travail scientifique sur un dispositif de mesure</a:t>
            </a:r>
            <a:endParaRPr lang="fr-FR" sz="900">
              <a:ea typeface="Calibri"/>
              <a:cs typeface="Calibri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DBBCF91-9750-DA92-0990-494FE77C8C77}"/>
              </a:ext>
            </a:extLst>
          </p:cNvPr>
          <p:cNvSpPr txBox="1"/>
          <p:nvPr/>
        </p:nvSpPr>
        <p:spPr>
          <a:xfrm>
            <a:off x="2066564" y="6427500"/>
            <a:ext cx="4663451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>
                <a:ea typeface="+mn-lt"/>
                <a:cs typeface="+mn-lt"/>
              </a:rPr>
              <a:t>AC 1.12 Concevoir</a:t>
            </a:r>
            <a:r>
              <a:rPr lang="fr-FR" sz="900">
                <a:solidFill>
                  <a:srgbClr val="000000"/>
                </a:solidFill>
                <a:ea typeface="+mn-lt"/>
                <a:cs typeface="+mn-lt"/>
              </a:rPr>
              <a:t> un réseau de capteurs communicants en prenant en compte les contraintes énergétiques</a:t>
            </a:r>
            <a:endParaRPr lang="fr-FR" sz="900"/>
          </a:p>
          <a:p>
            <a:r>
              <a:rPr lang="fr-FR" sz="900">
                <a:solidFill>
                  <a:srgbClr val="000000"/>
                </a:solidFill>
                <a:ea typeface="+mn-lt"/>
                <a:cs typeface="+mn-lt"/>
              </a:rPr>
              <a:t>AC </a:t>
            </a:r>
            <a:r>
              <a:rPr lang="fr-FR" sz="900">
                <a:ea typeface="+mn-lt"/>
                <a:cs typeface="+mn-lt"/>
              </a:rPr>
              <a:t>1.13 Prendre des décisions justifiées à partir de mesures, d’observations sur l’environnement, de modèles et de critères</a:t>
            </a:r>
            <a:endParaRPr lang="en-US" sz="900">
              <a:ea typeface="+mn-lt"/>
              <a:cs typeface="+mn-lt"/>
            </a:endParaRPr>
          </a:p>
          <a:p>
            <a:r>
              <a:rPr lang="fr-FR" sz="900">
                <a:ea typeface="+mn-lt"/>
                <a:cs typeface="+mn-lt"/>
              </a:rPr>
              <a:t>AC 1.14 Rédiger des spécifications techniques</a:t>
            </a:r>
          </a:p>
        </p:txBody>
      </p:sp>
    </p:spTree>
    <p:extLst>
      <p:ext uri="{BB962C8B-B14F-4D97-AF65-F5344CB8AC3E}">
        <p14:creationId xmlns:p14="http://schemas.microsoft.com/office/powerpoint/2010/main" val="2680925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7C2E-25C5-7103-B26E-F2CF56CB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39C6AD-AF35-BE97-714E-47D414B85D41}"/>
              </a:ext>
            </a:extLst>
          </p:cNvPr>
          <p:cNvSpPr/>
          <p:nvPr/>
        </p:nvSpPr>
        <p:spPr>
          <a:xfrm>
            <a:off x="115172" y="113568"/>
            <a:ext cx="6640470" cy="3190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cap="all">
                <a:solidFill>
                  <a:schemeClr val="bg1"/>
                </a:solidFill>
                <a:latin typeface="Myriad Pro" panose="020B0503030403020204" pitchFamily="34" charset="0"/>
              </a:rPr>
              <a:t>		Nom de la formation		Polytech XXX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304A67-8B2E-B3E3-31CF-722C5F9D66A3}"/>
              </a:ext>
            </a:extLst>
          </p:cNvPr>
          <p:cNvSpPr/>
          <p:nvPr/>
        </p:nvSpPr>
        <p:spPr>
          <a:xfrm>
            <a:off x="2060197" y="548888"/>
            <a:ext cx="4695445" cy="13726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fr-FR" sz="1400">
                <a:solidFill>
                  <a:schemeClr val="tx1"/>
                </a:solidFill>
                <a:latin typeface="Myriad Pro"/>
              </a:rPr>
              <a:t>Composantes essentielles</a:t>
            </a:r>
          </a:p>
          <a:p>
            <a:pPr marL="171450" indent="-171450">
              <a:buFont typeface="Arial"/>
              <a:buChar char="•"/>
            </a:pPr>
            <a:r>
              <a:rPr lang="fr-FR" sz="1000">
                <a:solidFill>
                  <a:schemeClr val="tx1"/>
                </a:solidFill>
              </a:rPr>
              <a:t>En analysant des signaux naturels en accord avec la physique du milieu</a:t>
            </a:r>
            <a:endParaRPr lang="fr-FR" sz="1000">
              <a:solidFill>
                <a:schemeClr val="tx1"/>
              </a:solidFill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</a:rPr>
              <a:t>En modélisant de manière appropriée le signal utile et le bruit des données</a:t>
            </a:r>
          </a:p>
          <a:p>
            <a:pPr marL="171450" indent="-171450">
              <a:buFont typeface="Arial"/>
              <a:buChar char="•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</a:rPr>
              <a:t>En construisant une chaine de traitement adaptée aux besoins des clients</a:t>
            </a:r>
          </a:p>
          <a:p>
            <a:pPr marL="171450" indent="-171450">
              <a:buFont typeface="Arial"/>
              <a:buChar char="•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</a:rPr>
              <a:t>En intégrant les contraintes d’exploitation des données</a:t>
            </a:r>
          </a:p>
          <a:p>
            <a:pPr marL="171450" indent="-171450" algn="just">
              <a:buFont typeface="Arial,Sans-Serif"/>
              <a:buChar char="•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</a:rPr>
              <a:t>En prenant en compte la dimension DDRS SHES802</a:t>
            </a:r>
            <a:endParaRPr lang="en-US" sz="10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 algn="just">
              <a:buFont typeface="Arial,Sans-Serif"/>
              <a:buChar char="•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</a:rPr>
              <a:t>En rendant compte en interne et en externe par une communication technique et scientifique adaptée SHES703</a:t>
            </a:r>
          </a:p>
          <a:p>
            <a:pPr marL="171450" indent="-171450">
              <a:buFont typeface="Arial"/>
              <a:buChar char="•"/>
            </a:pPr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  <a:p>
            <a:pPr algn="just"/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9CD12-2037-DE8F-6A9E-95825825CA7C}"/>
              </a:ext>
            </a:extLst>
          </p:cNvPr>
          <p:cNvSpPr/>
          <p:nvPr/>
        </p:nvSpPr>
        <p:spPr>
          <a:xfrm>
            <a:off x="2066564" y="1980480"/>
            <a:ext cx="4689078" cy="11036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>
                <a:solidFill>
                  <a:schemeClr val="tx1"/>
                </a:solidFill>
              </a:rPr>
              <a:t>Surveillance de phénomènes naturels</a:t>
            </a:r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>
                <a:solidFill>
                  <a:schemeClr val="tx1"/>
                </a:solidFill>
              </a:rPr>
              <a:t>Étude de l’environnement</a:t>
            </a:r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>
                <a:solidFill>
                  <a:schemeClr val="tx1"/>
                </a:solidFill>
              </a:rPr>
              <a:t>Gestion des énergies renouvelables</a:t>
            </a:r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>
                <a:solidFill>
                  <a:schemeClr val="tx1"/>
                </a:solidFill>
              </a:rPr>
              <a:t>Développement de l’habitat intelligent</a:t>
            </a:r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>
                <a:solidFill>
                  <a:schemeClr val="tx1"/>
                </a:solidFill>
              </a:rPr>
              <a:t>Monitoring de grands ouvrages ou d'installations industrielles</a:t>
            </a:r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A0BF5BA-02F0-CAEF-B55D-D10743D07B41}"/>
              </a:ext>
            </a:extLst>
          </p:cNvPr>
          <p:cNvSpPr txBox="1"/>
          <p:nvPr/>
        </p:nvSpPr>
        <p:spPr>
          <a:xfrm>
            <a:off x="115171" y="1980480"/>
            <a:ext cx="18806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b="1">
                <a:latin typeface="Myriad Pro" panose="020B0503030403020204" pitchFamily="34" charset="0"/>
              </a:rPr>
              <a:t>Situations professionnelles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8DDAEA-5EAB-8B33-030A-71CEA82ABC09}"/>
              </a:ext>
            </a:extLst>
          </p:cNvPr>
          <p:cNvSpPr/>
          <p:nvPr/>
        </p:nvSpPr>
        <p:spPr>
          <a:xfrm>
            <a:off x="2066564" y="3709551"/>
            <a:ext cx="4689078" cy="107872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B6D710-E0A0-E469-2EC9-0C7D72E6CC9D}"/>
              </a:ext>
            </a:extLst>
          </p:cNvPr>
          <p:cNvSpPr/>
          <p:nvPr/>
        </p:nvSpPr>
        <p:spPr>
          <a:xfrm>
            <a:off x="2066564" y="4823102"/>
            <a:ext cx="4682214" cy="151332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71F8F7-3B12-EC8D-4424-D149104818B2}"/>
              </a:ext>
            </a:extLst>
          </p:cNvPr>
          <p:cNvSpPr/>
          <p:nvPr/>
        </p:nvSpPr>
        <p:spPr>
          <a:xfrm>
            <a:off x="2066564" y="6451138"/>
            <a:ext cx="4689078" cy="137279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BA9DC19-8C43-2F07-D6C3-D9FBD553DB6B}"/>
              </a:ext>
            </a:extLst>
          </p:cNvPr>
          <p:cNvGrpSpPr/>
          <p:nvPr/>
        </p:nvGrpSpPr>
        <p:grpSpPr>
          <a:xfrm>
            <a:off x="115171" y="3709551"/>
            <a:ext cx="1850572" cy="3955093"/>
            <a:chOff x="2638730" y="3612188"/>
            <a:chExt cx="1850572" cy="3955093"/>
          </a:xfrm>
        </p:grpSpPr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77AB3678-109B-F125-2779-B4B152E962B3}"/>
                </a:ext>
              </a:extLst>
            </p:cNvPr>
            <p:cNvSpPr/>
            <p:nvPr/>
          </p:nvSpPr>
          <p:spPr>
            <a:xfrm rot="5400000">
              <a:off x="2788216" y="4596848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C545B399-7E15-DA81-2411-FD1AF0EFFFCD}"/>
                </a:ext>
              </a:extLst>
            </p:cNvPr>
            <p:cNvSpPr/>
            <p:nvPr/>
          </p:nvSpPr>
          <p:spPr>
            <a:xfrm rot="5400000">
              <a:off x="2788216" y="5866195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3" name="Signalisation droite 12">
              <a:extLst>
                <a:ext uri="{FF2B5EF4-FFF2-40B4-BE49-F238E27FC236}">
                  <a16:creationId xmlns:a16="http://schemas.microsoft.com/office/drawing/2014/main" id="{869B42AE-192E-30A2-CA01-FAE5B6ED176C}"/>
                </a:ext>
              </a:extLst>
            </p:cNvPr>
            <p:cNvSpPr/>
            <p:nvPr/>
          </p:nvSpPr>
          <p:spPr>
            <a:xfrm rot="5400000">
              <a:off x="2855409" y="3395510"/>
              <a:ext cx="1417215" cy="1850571"/>
            </a:xfrm>
            <a:prstGeom prst="homePlate">
              <a:avLst>
                <a:gd name="adj" fmla="val 23531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fr-FR" sz="1200">
                <a:latin typeface="Myriad Pro" panose="020B0503030403020204" pitchFamily="34" charset="0"/>
              </a:endParaRP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A9010F20-576C-4615-CAFD-D7C2E038ABC5}"/>
              </a:ext>
            </a:extLst>
          </p:cNvPr>
          <p:cNvSpPr txBox="1"/>
          <p:nvPr/>
        </p:nvSpPr>
        <p:spPr>
          <a:xfrm>
            <a:off x="115171" y="3692721"/>
            <a:ext cx="1850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1</a:t>
            </a:r>
          </a:p>
          <a:p>
            <a:pPr algn="ctr"/>
            <a:r>
              <a:rPr lang="fr-FR" sz="1200">
                <a:latin typeface="Myriad Pro"/>
              </a:rPr>
              <a:t>À partir de signaux temporels 1D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92A6767-BEC8-73FB-0CBD-5BC233E484A5}"/>
              </a:ext>
            </a:extLst>
          </p:cNvPr>
          <p:cNvSpPr txBox="1"/>
          <p:nvPr/>
        </p:nvSpPr>
        <p:spPr>
          <a:xfrm>
            <a:off x="115171" y="5153040"/>
            <a:ext cx="1850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2</a:t>
            </a:r>
          </a:p>
          <a:p>
            <a:pPr algn="ctr"/>
            <a:r>
              <a:rPr lang="fr-FR" sz="1200">
                <a:cs typeface="Calibri"/>
              </a:rPr>
              <a:t>À partir de signaux 1D ou d'images 2D/3D</a:t>
            </a:r>
          </a:p>
          <a:p>
            <a:pPr algn="ctr"/>
            <a:endParaRPr lang="fr-FR" sz="1200" b="1">
              <a:latin typeface="Myriad Pro" panose="020B0503030403020204" pitchFamily="34" charset="0"/>
            </a:endParaRPr>
          </a:p>
          <a:p>
            <a:pPr algn="ctr"/>
            <a:endParaRPr lang="fr-FR" sz="1200">
              <a:latin typeface="Myriad Pro" panose="020B0503030403020204" pitchFamily="34" charset="0"/>
            </a:endParaRPr>
          </a:p>
          <a:p>
            <a:pPr algn="ctr"/>
            <a:endParaRPr lang="fr-FR" sz="1200">
              <a:latin typeface="Myriad Pro" panose="020B0503030403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8468A6-FBAF-9CD0-C2AD-314A992AC17A}"/>
              </a:ext>
            </a:extLst>
          </p:cNvPr>
          <p:cNvSpPr txBox="1"/>
          <p:nvPr/>
        </p:nvSpPr>
        <p:spPr>
          <a:xfrm>
            <a:off x="102358" y="6429491"/>
            <a:ext cx="1850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3</a:t>
            </a:r>
          </a:p>
          <a:p>
            <a:pPr algn="ctr"/>
            <a:r>
              <a:rPr lang="fr-FR" sz="1200">
                <a:cs typeface="Calibri"/>
              </a:rPr>
              <a:t>À partir d'ensembles de signaux et d’images</a:t>
            </a:r>
          </a:p>
          <a:p>
            <a:pPr algn="ctr"/>
            <a:endParaRPr lang="fr-FR" sz="1200" b="1">
              <a:latin typeface="Myriad Pro" panose="020B0503030403020204" pitchFamily="34" charset="0"/>
            </a:endParaRPr>
          </a:p>
          <a:p>
            <a:pPr algn="ctr"/>
            <a:endParaRPr lang="fr-FR" sz="1200">
              <a:latin typeface="Myriad Pro" panose="020B0503030403020204" pitchFamily="34" charset="0"/>
            </a:endParaRPr>
          </a:p>
          <a:p>
            <a:pPr algn="ctr"/>
            <a:endParaRPr lang="fr-FR" sz="1200">
              <a:latin typeface="Myriad Pro" panose="020B0503030403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05BC66E-038E-6729-98EE-570916A290C1}"/>
              </a:ext>
            </a:extLst>
          </p:cNvPr>
          <p:cNvSpPr txBox="1"/>
          <p:nvPr/>
        </p:nvSpPr>
        <p:spPr>
          <a:xfrm>
            <a:off x="1965743" y="3384089"/>
            <a:ext cx="3657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1600" b="1" i="1"/>
              <a:t>Apprentissages critiques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0BE6C5-C445-D8AB-4C49-F06327F3D35A}"/>
              </a:ext>
            </a:extLst>
          </p:cNvPr>
          <p:cNvSpPr/>
          <p:nvPr/>
        </p:nvSpPr>
        <p:spPr>
          <a:xfrm>
            <a:off x="115172" y="561160"/>
            <a:ext cx="1850571" cy="13280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  <a:t>traiter </a:t>
            </a:r>
            <a:r>
              <a:rPr lang="fr-FR" sz="1200" b="1" cap="all" err="1">
                <a:solidFill>
                  <a:schemeClr val="bg1"/>
                </a:solidFill>
                <a:ea typeface="+mn-lt"/>
                <a:cs typeface="+mn-lt"/>
              </a:rPr>
              <a:t>DEs</a:t>
            </a:r>
            <a: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  <a:t> DONNÉES issues de capteurs </a:t>
            </a:r>
            <a:endParaRPr lang="fr-FR" sz="1200" cap="all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endParaRPr lang="fr-FR" sz="1200" cap="all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r>
              <a:rPr lang="fr-FR" sz="1200" cap="all">
                <a:ea typeface="Calibri"/>
                <a:cs typeface="Calibri"/>
              </a:rPr>
              <a:t>RNCP35711BC02  RNCP35711BC05 </a:t>
            </a:r>
            <a:endParaRPr lang="fr-FR" sz="1200" cap="all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6F84988-4303-5FAC-598E-97F238A8472F}"/>
              </a:ext>
            </a:extLst>
          </p:cNvPr>
          <p:cNvSpPr txBox="1"/>
          <p:nvPr/>
        </p:nvSpPr>
        <p:spPr>
          <a:xfrm>
            <a:off x="2058211" y="3709551"/>
            <a:ext cx="4684618" cy="10618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>
                <a:ea typeface="+mn-lt"/>
                <a:cs typeface="+mn-lt"/>
              </a:rPr>
              <a:t>AC 2.1 - Choisir une représentation déterministe signal/image</a:t>
            </a:r>
          </a:p>
          <a:p>
            <a:r>
              <a:rPr lang="fr-FR" sz="900">
                <a:ea typeface="+mn-lt"/>
                <a:cs typeface="+mn-lt"/>
              </a:rPr>
              <a:t>AC 2.2 - Mettre en œuvre un échantillonnage d’un signal analogique</a:t>
            </a:r>
            <a:endParaRPr lang="fr-FR" sz="2500">
              <a:ea typeface="+mn-lt"/>
              <a:cs typeface="+mn-lt"/>
            </a:endParaRPr>
          </a:p>
          <a:p>
            <a:pPr>
              <a:buFont typeface="Arial"/>
            </a:pPr>
            <a:r>
              <a:rPr lang="fr-FR" sz="900">
                <a:ea typeface="+mn-lt"/>
                <a:cs typeface="+mn-lt"/>
              </a:rPr>
              <a:t>AC 2.3 - Effectuer une analyse temporelle et fréquentielle d’un signal déterministe </a:t>
            </a:r>
            <a:endParaRPr lang="fr-FR" sz="2500">
              <a:ea typeface="+mn-lt"/>
              <a:cs typeface="+mn-lt"/>
            </a:endParaRPr>
          </a:p>
          <a:p>
            <a:pPr>
              <a:buFont typeface="Arial"/>
            </a:pPr>
            <a:r>
              <a:rPr lang="fr-FR" sz="900">
                <a:ea typeface="+mn-lt"/>
                <a:cs typeface="+mn-lt"/>
              </a:rPr>
              <a:t>AC 2.4 - Réaliser un filtre linéaire d'un signal déterministe</a:t>
            </a:r>
          </a:p>
          <a:p>
            <a:pPr>
              <a:buFont typeface="Arial"/>
            </a:pPr>
            <a:r>
              <a:rPr lang="fr-FR" sz="900">
                <a:ea typeface="+mn-lt"/>
                <a:cs typeface="+mn-lt"/>
              </a:rPr>
              <a:t>AC 2.5 - Evaluer l'impact environnemental des solutions proposées</a:t>
            </a:r>
          </a:p>
          <a:p>
            <a:pPr>
              <a:buFont typeface="Arial"/>
            </a:pPr>
            <a:r>
              <a:rPr lang="fr-FR" sz="900">
                <a:ea typeface="+mn-lt"/>
                <a:cs typeface="+mn-lt"/>
              </a:rPr>
              <a:t>AC 2.6 - Présenter des bilans d'études sur les choix techniques et les résultats obtenus</a:t>
            </a:r>
          </a:p>
          <a:p>
            <a:pPr>
              <a:buFont typeface="Arial"/>
            </a:pPr>
            <a:endParaRPr lang="fr-FR" sz="900">
              <a:ea typeface="+mn-lt"/>
              <a:cs typeface="+mn-lt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A84D950-1711-5A10-D96F-03D2E5D98B73}"/>
              </a:ext>
            </a:extLst>
          </p:cNvPr>
          <p:cNvSpPr txBox="1"/>
          <p:nvPr/>
        </p:nvSpPr>
        <p:spPr>
          <a:xfrm>
            <a:off x="2060616" y="4824083"/>
            <a:ext cx="4695862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>
                <a:ea typeface="+mn-lt"/>
                <a:cs typeface="+mn-lt"/>
              </a:rPr>
              <a:t>AC 2.7 - Choisir une représentation d’un signal aléatoire</a:t>
            </a:r>
            <a:endParaRPr lang="fr-FR" sz="2500">
              <a:latin typeface="Arial"/>
              <a:ea typeface="+mn-lt"/>
              <a:cs typeface="Arial"/>
            </a:endParaRPr>
          </a:p>
          <a:p>
            <a:r>
              <a:rPr lang="fr-FR" sz="900">
                <a:ea typeface="+mn-lt"/>
                <a:cs typeface="+mn-lt"/>
              </a:rPr>
              <a:t>AC 2.8 - R</a:t>
            </a:r>
            <a:r>
              <a:rPr lang="fr-FR" sz="900">
                <a:highlight>
                  <a:srgbClr val="FFFF00"/>
                </a:highlight>
                <a:ea typeface="+mn-lt"/>
                <a:cs typeface="+mn-lt"/>
              </a:rPr>
              <a:t>éaliser une estimation de l'autocorrélation et de la densité spectrale d'un signal aléatoire et effectuer un filtre adaptatif </a:t>
            </a:r>
            <a:endParaRPr lang="fr-FR" sz="2500">
              <a:highlight>
                <a:srgbClr val="FFFF00"/>
              </a:highlight>
              <a:latin typeface="Arial"/>
              <a:ea typeface="+mn-lt"/>
              <a:cs typeface="Arial"/>
            </a:endParaRPr>
          </a:p>
          <a:p>
            <a:r>
              <a:rPr lang="fr-FR" sz="900">
                <a:ea typeface="+mn-lt"/>
                <a:cs typeface="+mn-lt"/>
              </a:rPr>
              <a:t>AC 2.9 - Effectuer des opérations de filtrage linéaire, d’ordre ou morphologique sur des images</a:t>
            </a:r>
            <a:endParaRPr lang="fr-FR" sz="2500">
              <a:latin typeface="Arial"/>
              <a:ea typeface="+mn-lt"/>
              <a:cs typeface="Arial"/>
            </a:endParaRPr>
          </a:p>
          <a:p>
            <a:r>
              <a:rPr lang="fr-FR" sz="900">
                <a:ea typeface="+mn-lt"/>
                <a:cs typeface="+mn-lt"/>
              </a:rPr>
              <a:t>AC 2.10 - Réaliser une détection d’objets, une segmentation d’images</a:t>
            </a:r>
          </a:p>
          <a:p>
            <a:r>
              <a:rPr lang="fr-FR" sz="900">
                <a:ea typeface="+mn-lt"/>
                <a:cs typeface="+mn-lt"/>
              </a:rPr>
              <a:t>AC 2.11 - Estimer les mouvements d’objets dans les séries d’images</a:t>
            </a:r>
            <a:endParaRPr lang="fr-FR" sz="2500">
              <a:latin typeface="Arial"/>
              <a:ea typeface="+mn-lt"/>
              <a:cs typeface="Arial"/>
            </a:endParaRPr>
          </a:p>
          <a:p>
            <a:r>
              <a:rPr lang="fr-FR" sz="900">
                <a:ea typeface="+mn-lt"/>
                <a:cs typeface="+mn-lt"/>
              </a:rPr>
              <a:t>AC 2.12 – Adapter les traitements aux données issues de l’observation de l’environnement</a:t>
            </a:r>
            <a:endParaRPr lang="fr-FR" sz="2500">
              <a:solidFill>
                <a:srgbClr val="000000"/>
              </a:solidFill>
              <a:latin typeface="Arial"/>
              <a:cs typeface="Arial"/>
            </a:endParaRPr>
          </a:p>
          <a:p>
            <a:r>
              <a:rPr lang="fr-FR" sz="900">
                <a:ea typeface="Calibri"/>
                <a:cs typeface="Calibri"/>
              </a:rPr>
              <a:t>AC 2.13 - Caractériser les incertitudes liées aux données, modèles et méthodes utilisés</a:t>
            </a:r>
          </a:p>
          <a:p>
            <a:r>
              <a:rPr lang="fr-FR" sz="900">
                <a:ea typeface="Calibri"/>
                <a:cs typeface="Calibri"/>
              </a:rPr>
              <a:t>AC 2.14 - Synthétiser des ressources bibliographiques pour se positionner par rapport à l'état de l'art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DBBCF91-9750-DA92-0990-494FE77C8C77}"/>
              </a:ext>
            </a:extLst>
          </p:cNvPr>
          <p:cNvSpPr txBox="1"/>
          <p:nvPr/>
        </p:nvSpPr>
        <p:spPr>
          <a:xfrm>
            <a:off x="2092191" y="6453035"/>
            <a:ext cx="4663451" cy="10618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>
                <a:ea typeface="+mn-lt"/>
                <a:cs typeface="+mn-lt"/>
              </a:rPr>
              <a:t>AC 2.15 - Réaliser des traitements d’apprentissage non-supervisé</a:t>
            </a:r>
            <a:endParaRPr lang="en-US" sz="2500">
              <a:ea typeface="+mn-lt"/>
              <a:cs typeface="+mn-lt"/>
            </a:endParaRPr>
          </a:p>
          <a:p>
            <a:r>
              <a:rPr lang="fr-FR" sz="900">
                <a:ea typeface="+mn-lt"/>
                <a:cs typeface="+mn-lt"/>
              </a:rPr>
              <a:t>AC 2.16 - Mettre en œuvre des stratégies d’apprentissage supervisé</a:t>
            </a:r>
            <a:endParaRPr lang="en-US" sz="2500">
              <a:ea typeface="+mn-lt"/>
              <a:cs typeface="+mn-lt"/>
            </a:endParaRPr>
          </a:p>
          <a:p>
            <a:r>
              <a:rPr lang="fr-FR" sz="900">
                <a:ea typeface="+mn-lt"/>
                <a:cs typeface="+mn-lt"/>
              </a:rPr>
              <a:t>AC 2.17 -  Concevoir des traitements pour mesurer les conséquences du changement climatique</a:t>
            </a:r>
            <a:endParaRPr lang="en-US" sz="2500">
              <a:ea typeface="+mn-lt"/>
              <a:cs typeface="+mn-lt"/>
            </a:endParaRPr>
          </a:p>
          <a:p>
            <a:r>
              <a:rPr lang="fr-FR" sz="900">
                <a:ea typeface="+mn-lt"/>
                <a:cs typeface="+mn-lt"/>
              </a:rPr>
              <a:t>avec différentes sources de données issues de la télédétection</a:t>
            </a:r>
          </a:p>
          <a:p>
            <a:r>
              <a:rPr lang="fr-FR" sz="900">
                <a:ea typeface="+mn-lt"/>
                <a:cs typeface="+mn-lt"/>
              </a:rPr>
              <a:t>AC 2.18 - Elaborer un cahier des charges </a:t>
            </a:r>
            <a:r>
              <a:rPr lang="fr-FR" sz="900" i="1" strike="sngStrike">
                <a:ea typeface="+mn-lt"/>
                <a:cs typeface="+mn-lt"/>
              </a:rPr>
              <a:t>en tenant compte des objectifs de DDRS</a:t>
            </a:r>
          </a:p>
          <a:p>
            <a:r>
              <a:rPr lang="fr-FR" sz="900">
                <a:ea typeface="+mn-lt"/>
                <a:cs typeface="+mn-lt"/>
              </a:rPr>
              <a:t>AC 2.19 – Mettre en place une méthode de gestion de projet de type DMAIC ou PDCA SHES704</a:t>
            </a:r>
          </a:p>
          <a:p>
            <a:r>
              <a:rPr lang="fr-FR" sz="900">
                <a:cs typeface="Calibri"/>
              </a:rPr>
              <a:t>AC 2.20 - Présenter un rapport technique complet comportant les aspects du sujet d'étude </a:t>
            </a:r>
            <a:endParaRPr lang="fr-FR" sz="9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2843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7C2E-25C5-7103-B26E-F2CF56CB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39C6AD-AF35-BE97-714E-47D414B85D41}"/>
              </a:ext>
            </a:extLst>
          </p:cNvPr>
          <p:cNvSpPr/>
          <p:nvPr/>
        </p:nvSpPr>
        <p:spPr>
          <a:xfrm>
            <a:off x="115172" y="113568"/>
            <a:ext cx="6640470" cy="3190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cap="all">
                <a:solidFill>
                  <a:schemeClr val="bg1"/>
                </a:solidFill>
                <a:latin typeface="Myriad Pro" panose="020B0503030403020204" pitchFamily="34" charset="0"/>
              </a:rPr>
              <a:t>		Nom de la formation		Polytech XXX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304A67-8B2E-B3E3-31CF-722C5F9D66A3}"/>
              </a:ext>
            </a:extLst>
          </p:cNvPr>
          <p:cNvSpPr/>
          <p:nvPr/>
        </p:nvSpPr>
        <p:spPr>
          <a:xfrm>
            <a:off x="2066564" y="542521"/>
            <a:ext cx="4689078" cy="13280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fr-FR" sz="900">
                <a:solidFill>
                  <a:schemeClr val="tx1"/>
                </a:solidFill>
              </a:rPr>
              <a:t>Composantes essentielles</a:t>
            </a:r>
          </a:p>
          <a:p>
            <a:pPr marL="171450" indent="-171450">
              <a:buFont typeface="Arial"/>
              <a:buChar char="•"/>
            </a:pPr>
            <a:r>
              <a:rPr lang="fr-FR" sz="900">
                <a:solidFill>
                  <a:schemeClr val="tx1"/>
                </a:solidFill>
              </a:rPr>
              <a:t>En adoptant une approche systémique SHES505 </a:t>
            </a:r>
            <a:endParaRPr lang="fr-FR" sz="900">
              <a:solidFill>
                <a:schemeClr val="tx1"/>
              </a:solidFill>
              <a:ea typeface="Calibri" panose="020F0502020204030204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fr-FR" sz="900">
                <a:solidFill>
                  <a:schemeClr val="tx1"/>
                </a:solidFill>
              </a:rPr>
              <a:t>En utilisant des méthodes et outils adaptés</a:t>
            </a:r>
            <a:endParaRPr lang="fr-FR" sz="9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fr-FR" sz="900">
                <a:solidFill>
                  <a:schemeClr val="tx1"/>
                </a:solidFill>
              </a:rPr>
              <a:t>En répondant à l'expression des besoins de façon pertinente  SHES704</a:t>
            </a:r>
            <a:endParaRPr lang="fr-FR" sz="9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fr-FR" sz="900">
                <a:solidFill>
                  <a:schemeClr val="tx1"/>
                </a:solidFill>
              </a:rPr>
              <a:t>En communiquant de manière adaptée, étayée et précise SHES703</a:t>
            </a:r>
            <a:endParaRPr lang="fr-FR" sz="900">
              <a:solidFill>
                <a:schemeClr val="tx1"/>
              </a:solidFill>
              <a:ea typeface="Calibri" panose="020F0502020204030204"/>
              <a:cs typeface="Calibri"/>
            </a:endParaRPr>
          </a:p>
          <a:p>
            <a:pPr marL="171450" indent="-171450" algn="just">
              <a:buFont typeface="Arial,Sans-Serif"/>
              <a:buChar char="•"/>
            </a:pPr>
            <a:r>
              <a:rPr lang="fr-FR" sz="900">
                <a:solidFill>
                  <a:schemeClr val="tx1"/>
                </a:solidFill>
                <a:ea typeface="Calibri" panose="020F0502020204030204"/>
                <a:cs typeface="Calibri"/>
              </a:rPr>
              <a:t>En prenant en compte ou en maitrisant les impacts environnementaux et sociétaux SHES802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9CD12-2037-DE8F-6A9E-95825825CA7C}"/>
              </a:ext>
            </a:extLst>
          </p:cNvPr>
          <p:cNvSpPr/>
          <p:nvPr/>
        </p:nvSpPr>
        <p:spPr>
          <a:xfrm>
            <a:off x="2066564" y="1980480"/>
            <a:ext cx="4689078" cy="11036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Courier New"/>
              <a:buChar char="o"/>
            </a:pPr>
            <a:r>
              <a:rPr lang="fr-FR" sz="900">
                <a:solidFill>
                  <a:schemeClr val="tx1"/>
                </a:solidFill>
                <a:ea typeface="Calibri"/>
                <a:cs typeface="Segoe UI"/>
              </a:rPr>
              <a:t>Tests et prototypage</a:t>
            </a:r>
            <a:endParaRPr lang="fr-FR" sz="9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Courier New"/>
              <a:buChar char="o"/>
            </a:pPr>
            <a:r>
              <a:rPr lang="fr-FR" sz="900">
                <a:solidFill>
                  <a:schemeClr val="tx1"/>
                </a:solidFill>
                <a:ea typeface="Calibri"/>
                <a:cs typeface="Calibri"/>
              </a:rPr>
              <a:t>Surveillance et diagnostic </a:t>
            </a:r>
            <a:endParaRPr lang="fr-FR" sz="900">
              <a:solidFill>
                <a:schemeClr val="tx1"/>
              </a:solidFill>
              <a:ea typeface="Calibri"/>
              <a:cs typeface="Segoe UI"/>
            </a:endParaRPr>
          </a:p>
          <a:p>
            <a:pPr marL="171450" indent="-171450">
              <a:buFont typeface="Courier New"/>
              <a:buChar char="o"/>
            </a:pPr>
            <a:r>
              <a:rPr lang="fr-FR" sz="900">
                <a:solidFill>
                  <a:schemeClr val="tx1"/>
                </a:solidFill>
                <a:ea typeface="Calibri"/>
                <a:cs typeface="Calibri"/>
              </a:rPr>
              <a:t>Conception et développement de machines et machines spéciales</a:t>
            </a:r>
          </a:p>
          <a:p>
            <a:pPr marL="171450" indent="-171450">
              <a:buFont typeface="Courier New"/>
              <a:buChar char="o"/>
            </a:pPr>
            <a:r>
              <a:rPr lang="fr-FR" sz="900">
                <a:solidFill>
                  <a:schemeClr val="tx1"/>
                </a:solidFill>
                <a:ea typeface="Calibri"/>
                <a:cs typeface="Calibri"/>
              </a:rPr>
              <a:t>Pilotage et contrôle de procédés industriels ou de lignes de production 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A0BF5BA-02F0-CAEF-B55D-D10743D07B41}"/>
              </a:ext>
            </a:extLst>
          </p:cNvPr>
          <p:cNvSpPr txBox="1"/>
          <p:nvPr/>
        </p:nvSpPr>
        <p:spPr>
          <a:xfrm>
            <a:off x="115171" y="1980480"/>
            <a:ext cx="18806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b="1">
                <a:latin typeface="Myriad Pro" panose="020B0503030403020204" pitchFamily="34" charset="0"/>
              </a:rPr>
              <a:t>Situations professionnelles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BA9DC19-8C43-2F07-D6C3-D9FBD553DB6B}"/>
              </a:ext>
            </a:extLst>
          </p:cNvPr>
          <p:cNvGrpSpPr/>
          <p:nvPr/>
        </p:nvGrpSpPr>
        <p:grpSpPr>
          <a:xfrm>
            <a:off x="84691" y="3724791"/>
            <a:ext cx="1865812" cy="4061773"/>
            <a:chOff x="2638730" y="3612188"/>
            <a:chExt cx="1850572" cy="3955093"/>
          </a:xfrm>
        </p:grpSpPr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77AB3678-109B-F125-2779-B4B152E962B3}"/>
                </a:ext>
              </a:extLst>
            </p:cNvPr>
            <p:cNvSpPr/>
            <p:nvPr/>
          </p:nvSpPr>
          <p:spPr>
            <a:xfrm rot="5400000">
              <a:off x="2788216" y="4596848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C545B399-7E15-DA81-2411-FD1AF0EFFFCD}"/>
                </a:ext>
              </a:extLst>
            </p:cNvPr>
            <p:cNvSpPr/>
            <p:nvPr/>
          </p:nvSpPr>
          <p:spPr>
            <a:xfrm rot="5400000">
              <a:off x="2788216" y="5866195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3" name="Signalisation droite 12">
              <a:extLst>
                <a:ext uri="{FF2B5EF4-FFF2-40B4-BE49-F238E27FC236}">
                  <a16:creationId xmlns:a16="http://schemas.microsoft.com/office/drawing/2014/main" id="{869B42AE-192E-30A2-CA01-FAE5B6ED176C}"/>
                </a:ext>
              </a:extLst>
            </p:cNvPr>
            <p:cNvSpPr/>
            <p:nvPr/>
          </p:nvSpPr>
          <p:spPr>
            <a:xfrm rot="5400000">
              <a:off x="2855409" y="3395510"/>
              <a:ext cx="1417215" cy="1850571"/>
            </a:xfrm>
            <a:prstGeom prst="homePlate">
              <a:avLst>
                <a:gd name="adj" fmla="val 23531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fr-FR" sz="1200">
                <a:latin typeface="Myriad Pro" panose="020B0503030403020204" pitchFamily="34" charset="0"/>
              </a:endParaRP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A9010F20-576C-4615-CAFD-D7C2E038ABC5}"/>
              </a:ext>
            </a:extLst>
          </p:cNvPr>
          <p:cNvSpPr txBox="1"/>
          <p:nvPr/>
        </p:nvSpPr>
        <p:spPr>
          <a:xfrm>
            <a:off x="115171" y="3692721"/>
            <a:ext cx="18505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1</a:t>
            </a:r>
          </a:p>
          <a:p>
            <a:pPr algn="ctr"/>
            <a:r>
              <a:rPr lang="fr-FR" sz="1200">
                <a:latin typeface="Calibri"/>
                <a:ea typeface="Calibri"/>
                <a:cs typeface="Calibri"/>
              </a:rPr>
              <a:t>pour la commande d'un système simple continu ou discret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92A6767-BEC8-73FB-0CBD-5BC233E484A5}"/>
              </a:ext>
            </a:extLst>
          </p:cNvPr>
          <p:cNvSpPr txBox="1"/>
          <p:nvPr/>
        </p:nvSpPr>
        <p:spPr>
          <a:xfrm>
            <a:off x="115171" y="5153040"/>
            <a:ext cx="18505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2</a:t>
            </a:r>
          </a:p>
          <a:p>
            <a:pPr algn="ctr"/>
            <a:r>
              <a:rPr lang="fr-FR" sz="1200">
                <a:latin typeface="Calibri"/>
                <a:ea typeface="Calibri"/>
                <a:cs typeface="Calibri"/>
              </a:rPr>
              <a:t>pour le contrôle d'un système centralisé ou réparti (appuyé par des modèles, des simulations)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8468A6-FBAF-9CD0-C2AD-314A992AC17A}"/>
              </a:ext>
            </a:extLst>
          </p:cNvPr>
          <p:cNvSpPr txBox="1"/>
          <p:nvPr/>
        </p:nvSpPr>
        <p:spPr>
          <a:xfrm>
            <a:off x="102358" y="6536171"/>
            <a:ext cx="18505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3</a:t>
            </a:r>
          </a:p>
          <a:p>
            <a:pPr algn="ctr"/>
            <a:r>
              <a:rPr lang="fr-FR" sz="1200">
                <a:latin typeface="Calibri"/>
                <a:ea typeface="Calibri"/>
                <a:cs typeface="Calibri"/>
              </a:rPr>
              <a:t>pour le contrôle et le pilotage d'un système par des techniques avancées d'automatique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05BC66E-038E-6729-98EE-570916A290C1}"/>
              </a:ext>
            </a:extLst>
          </p:cNvPr>
          <p:cNvSpPr txBox="1"/>
          <p:nvPr/>
        </p:nvSpPr>
        <p:spPr>
          <a:xfrm>
            <a:off x="1965743" y="3384089"/>
            <a:ext cx="3657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1600" b="1" i="1"/>
              <a:t>Apprentissages critiques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0BE6C5-C445-D8AB-4C49-F06327F3D35A}"/>
              </a:ext>
            </a:extLst>
          </p:cNvPr>
          <p:cNvSpPr/>
          <p:nvPr/>
        </p:nvSpPr>
        <p:spPr>
          <a:xfrm>
            <a:off x="115172" y="561160"/>
            <a:ext cx="1850571" cy="13280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Aft>
                <a:spcPts val="600"/>
              </a:spcAft>
            </a:pPr>
            <a:r>
              <a:rPr lang="fr-FR" sz="1200" b="1" cap="all">
                <a:solidFill>
                  <a:schemeClr val="bg1"/>
                </a:solidFill>
                <a:ea typeface="+mn-lt"/>
                <a:cs typeface="Calibri"/>
              </a:rPr>
              <a:t>Élaborer des structures de commande et de pilotage de systèmes automatisés</a:t>
            </a:r>
            <a:br>
              <a:rPr lang="fr-FR" sz="1200" b="1" cap="all">
                <a:solidFill>
                  <a:schemeClr val="bg1"/>
                </a:solidFill>
                <a:ea typeface="+mn-lt"/>
                <a:cs typeface="Calibri"/>
              </a:rPr>
            </a:br>
            <a:r>
              <a:rPr lang="fr-FR" sz="1200" b="1" cap="all">
                <a:solidFill>
                  <a:schemeClr val="bg1"/>
                </a:solidFill>
                <a:ea typeface="+mn-lt"/>
                <a:cs typeface="Calibri"/>
              </a:rPr>
              <a:t>RNCP35711BC03</a:t>
            </a:r>
            <a:r>
              <a:rPr lang="fr-FR" sz="1200" cap="all">
                <a:solidFill>
                  <a:schemeClr val="bg1"/>
                </a:solidFill>
                <a:ea typeface="+mn-lt"/>
                <a:cs typeface="Calibri"/>
              </a:rPr>
              <a:t> </a:t>
            </a:r>
            <a:r>
              <a:rPr lang="fr-FR" sz="1200" cap="all"/>
              <a:t>RNCP35711BC05</a:t>
            </a:r>
            <a:endParaRPr lang="fr-FR" sz="1200" cap="all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6F84988-4303-5FAC-598E-97F238A8472F}"/>
              </a:ext>
            </a:extLst>
          </p:cNvPr>
          <p:cNvSpPr txBox="1"/>
          <p:nvPr/>
        </p:nvSpPr>
        <p:spPr>
          <a:xfrm>
            <a:off x="2071024" y="3692163"/>
            <a:ext cx="468461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>
                <a:latin typeface="Myriad Pro"/>
                <a:ea typeface="+mn-lt"/>
                <a:cs typeface="+mn-lt"/>
              </a:rPr>
              <a:t>AC 3.1 Mettre en œuvre une démarche d'analyse pour la modélisation et l'identification d'un système </a:t>
            </a:r>
            <a:endParaRPr lang="en-US" sz="900">
              <a:latin typeface="Myriad Pro"/>
              <a:ea typeface="+mn-lt"/>
              <a:cs typeface="+mn-lt"/>
            </a:endParaRPr>
          </a:p>
          <a:p>
            <a:r>
              <a:rPr lang="fr-FR" sz="900">
                <a:latin typeface="Myriad Pro"/>
                <a:ea typeface="+mn-lt"/>
                <a:cs typeface="+mn-lt"/>
              </a:rPr>
              <a:t>AC 3.2  </a:t>
            </a:r>
            <a:r>
              <a:rPr lang="fr-FR" sz="900" i="1" strike="sngStrike">
                <a:latin typeface="Myriad Pro"/>
                <a:ea typeface="+mn-lt"/>
                <a:cs typeface="+mn-lt"/>
              </a:rPr>
              <a:t>Utiliser les outils mathématiques appropriés pour </a:t>
            </a:r>
            <a:r>
              <a:rPr lang="fr-FR" sz="900">
                <a:latin typeface="Myriad Pro"/>
                <a:ea typeface="+mn-lt"/>
                <a:cs typeface="+mn-lt"/>
              </a:rPr>
              <a:t>l'analyse des signaux et des systèmes continus ou échantillonnés </a:t>
            </a:r>
          </a:p>
          <a:p>
            <a:r>
              <a:rPr lang="fr-FR" sz="900">
                <a:latin typeface="Myriad Pro"/>
                <a:ea typeface="+mn-lt"/>
                <a:cs typeface="+mn-lt"/>
              </a:rPr>
              <a:t>AC 3.3 Simuler et mettre en œuvre une solution de commande en boucle ouverte </a:t>
            </a:r>
            <a:endParaRPr lang="en-US" sz="900">
              <a:latin typeface="Myriad Pro"/>
              <a:ea typeface="+mn-lt"/>
              <a:cs typeface="+mn-lt"/>
            </a:endParaRPr>
          </a:p>
          <a:p>
            <a:r>
              <a:rPr lang="fr-FR" sz="900">
                <a:latin typeface="Myriad Pro"/>
                <a:ea typeface="+mn-lt"/>
                <a:cs typeface="+mn-lt"/>
              </a:rPr>
              <a:t>AC 3.4 Utiliser les outils de modélisation de l'automatisation (GEMMA, GRAFCET) </a:t>
            </a:r>
            <a:endParaRPr lang="en-US" sz="900">
              <a:latin typeface="Myriad Pro"/>
              <a:ea typeface="+mn-lt"/>
              <a:cs typeface="+mn-lt"/>
            </a:endParaRPr>
          </a:p>
          <a:p>
            <a:r>
              <a:rPr lang="fr-FR" sz="900">
                <a:latin typeface="Myriad Pro"/>
                <a:ea typeface="+mn-lt"/>
                <a:cs typeface="+mn-lt"/>
              </a:rPr>
              <a:t>AC 3.5 </a:t>
            </a:r>
            <a:r>
              <a:rPr lang="fr-FR" sz="900">
                <a:solidFill>
                  <a:srgbClr val="333333"/>
                </a:solidFill>
                <a:latin typeface="Myriad Pro"/>
                <a:ea typeface="+mn-lt"/>
                <a:cs typeface="Segoe UI"/>
              </a:rPr>
              <a:t>Organiser la modularisation et hiérarchisation d’une solution de commande d‘un automatisme simple et la mettre en œuvre</a:t>
            </a:r>
            <a:endParaRPr lang="fr-FR" sz="900">
              <a:latin typeface="Myriad Pro"/>
              <a:ea typeface="+mn-lt"/>
              <a:cs typeface="+mn-lt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A84D950-1711-5A10-D96F-03D2E5D98B73}"/>
              </a:ext>
            </a:extLst>
          </p:cNvPr>
          <p:cNvSpPr txBox="1"/>
          <p:nvPr/>
        </p:nvSpPr>
        <p:spPr>
          <a:xfrm>
            <a:off x="2072970" y="6251379"/>
            <a:ext cx="4676264" cy="7848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900">
                <a:latin typeface="Myriad Pro"/>
                <a:ea typeface="+mn-lt"/>
                <a:cs typeface="+mn-lt"/>
              </a:rPr>
              <a:t>AC 3.14 Construire des modèles de type représentation d’état de systèmes multi-entrées multi-sorties </a:t>
            </a:r>
            <a:endParaRPr lang="en-US" sz="900">
              <a:latin typeface="Myriad Pro"/>
              <a:ea typeface="+mn-lt"/>
              <a:cs typeface="+mn-lt"/>
            </a:endParaRPr>
          </a:p>
          <a:p>
            <a:r>
              <a:rPr lang="fr-FR" sz="900">
                <a:latin typeface="Myriad Pro"/>
                <a:ea typeface="+mn-lt"/>
                <a:cs typeface="+mn-lt"/>
              </a:rPr>
              <a:t>AC 3.15 Construire des observateurs pour obtenir des informations sur l'état d'un système</a:t>
            </a:r>
          </a:p>
          <a:p>
            <a:r>
              <a:rPr lang="fr-FR" sz="900">
                <a:latin typeface="Myriad Pro"/>
                <a:ea typeface="+mn-lt"/>
                <a:cs typeface="+mn-lt"/>
              </a:rPr>
              <a:t>AC 3.16 Concevoir des structures de commande avancée</a:t>
            </a:r>
            <a:endParaRPr lang="en-US" sz="900">
              <a:latin typeface="Myriad Pro"/>
              <a:cs typeface="Calibri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DBBCF91-9750-DA92-0990-494FE77C8C77}"/>
              </a:ext>
            </a:extLst>
          </p:cNvPr>
          <p:cNvSpPr txBox="1"/>
          <p:nvPr/>
        </p:nvSpPr>
        <p:spPr>
          <a:xfrm>
            <a:off x="2064137" y="4872711"/>
            <a:ext cx="4678691" cy="129266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lIns="91440" tIns="45720" rIns="91440" bIns="0" rtlCol="0" anchor="t">
            <a:spAutoFit/>
          </a:bodyPr>
          <a:lstStyle/>
          <a:p>
            <a:r>
              <a:rPr lang="fr-FR" sz="900">
                <a:latin typeface="Myriad Pro"/>
                <a:ea typeface="+mn-lt"/>
                <a:cs typeface="+mn-lt"/>
              </a:rPr>
              <a:t>AC 3.7 Synthétiser un correcteur standard en s'assurant de la stabilité du système bouclé;  </a:t>
            </a:r>
            <a:endParaRPr lang="en-US" sz="900">
              <a:latin typeface="Myriad Pro"/>
              <a:ea typeface="+mn-lt"/>
              <a:cs typeface="+mn-lt"/>
            </a:endParaRPr>
          </a:p>
          <a:p>
            <a:r>
              <a:rPr lang="fr-FR" sz="900">
                <a:latin typeface="Myriad Pro"/>
                <a:ea typeface="+mn-lt"/>
                <a:cs typeface="+mn-lt"/>
              </a:rPr>
              <a:t>AC 3.8 Simuler et mettre en œuvre une solution de commande en boucle fermée   </a:t>
            </a:r>
            <a:endParaRPr lang="en-US" sz="900">
              <a:latin typeface="Myriad Pro"/>
              <a:ea typeface="+mn-lt"/>
              <a:cs typeface="+mn-lt"/>
            </a:endParaRPr>
          </a:p>
          <a:p>
            <a:r>
              <a:rPr lang="fr-FR" sz="900">
                <a:latin typeface="Myriad Pro"/>
                <a:ea typeface="+mn-lt"/>
                <a:cs typeface="+mn-lt"/>
              </a:rPr>
              <a:t>AC 3.9 Evaluer les performances </a:t>
            </a:r>
            <a:r>
              <a:rPr lang="fr-FR" sz="900">
                <a:solidFill>
                  <a:srgbClr val="333333"/>
                </a:solidFill>
                <a:latin typeface="Myriad Pro"/>
                <a:ea typeface="+mn-lt"/>
                <a:cs typeface="Segoe UI"/>
              </a:rPr>
              <a:t>de la solution de commande en boucle fermée</a:t>
            </a:r>
            <a:r>
              <a:rPr lang="fr-FR" sz="900">
                <a:latin typeface="Myriad Pro"/>
                <a:ea typeface="+mn-lt"/>
                <a:cs typeface="+mn-lt"/>
              </a:rPr>
              <a:t> </a:t>
            </a:r>
            <a:endParaRPr lang="en-US" sz="900">
              <a:latin typeface="Myriad Pro"/>
              <a:ea typeface="+mn-lt"/>
              <a:cs typeface="+mn-lt"/>
            </a:endParaRPr>
          </a:p>
          <a:p>
            <a:r>
              <a:rPr lang="fr-FR" sz="900">
                <a:latin typeface="Myriad Pro"/>
                <a:ea typeface="+mn-lt"/>
                <a:cs typeface="+mn-lt"/>
              </a:rPr>
              <a:t>AC 3.10 Caractériser la solution centralisée / décentralisée</a:t>
            </a:r>
            <a:endParaRPr lang="en-US" sz="900">
              <a:latin typeface="Myriad Pro"/>
              <a:ea typeface="+mn-lt"/>
              <a:cs typeface="+mn-lt"/>
            </a:endParaRPr>
          </a:p>
          <a:p>
            <a:r>
              <a:rPr lang="fr-FR" sz="900">
                <a:latin typeface="Myriad Pro"/>
                <a:ea typeface="+mn-lt"/>
                <a:cs typeface="+mn-lt"/>
              </a:rPr>
              <a:t>AC 3.11</a:t>
            </a:r>
            <a:r>
              <a:rPr lang="fr-FR" sz="900">
                <a:highlight>
                  <a:srgbClr val="FFFF00"/>
                </a:highlight>
                <a:latin typeface="Myriad Pro"/>
                <a:ea typeface="+mn-lt"/>
                <a:cs typeface="+mn-lt"/>
              </a:rPr>
              <a:t> Organiser la démarche de décentralisation de la commande,  la modularisation, la hiérarchisation de la solution et la mettre en œuvre</a:t>
            </a:r>
            <a:endParaRPr lang="en-US" sz="900">
              <a:highlight>
                <a:srgbClr val="FFFF00"/>
              </a:highlight>
              <a:latin typeface="Myriad Pro"/>
              <a:ea typeface="+mn-lt"/>
              <a:cs typeface="+mn-lt"/>
            </a:endParaRPr>
          </a:p>
          <a:p>
            <a:r>
              <a:rPr lang="fr-FR" sz="900">
                <a:latin typeface="Myriad Pro"/>
                <a:ea typeface="+mn-lt"/>
                <a:cs typeface="+mn-lt"/>
              </a:rPr>
              <a:t>AC 3.12 Collaborer sur un projet en équipe  SHESX</a:t>
            </a:r>
            <a:endParaRPr lang="en-US" sz="900">
              <a:latin typeface="Myriad Pro"/>
              <a:ea typeface="+mn-lt"/>
              <a:cs typeface="+mn-lt"/>
            </a:endParaRPr>
          </a:p>
          <a:p>
            <a:r>
              <a:rPr lang="fr-FR" sz="900">
                <a:latin typeface="Myriad Pro"/>
                <a:ea typeface="+mn-lt"/>
                <a:cs typeface="+mn-lt"/>
              </a:rPr>
              <a:t>AC 3.13 Présenter les résultats de son travail  </a:t>
            </a:r>
            <a:r>
              <a:rPr lang="fr-FR" sz="900">
                <a:ea typeface="+mn-lt"/>
                <a:cs typeface="+mn-lt"/>
              </a:rPr>
              <a:t>SHESX</a:t>
            </a:r>
            <a:endParaRPr lang="en-US" sz="900">
              <a:latin typeface="Myriad Pr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6914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7C2E-25C5-7103-B26E-F2CF56CB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39C6AD-AF35-BE97-714E-47D414B85D41}"/>
              </a:ext>
            </a:extLst>
          </p:cNvPr>
          <p:cNvSpPr/>
          <p:nvPr/>
        </p:nvSpPr>
        <p:spPr>
          <a:xfrm>
            <a:off x="115172" y="113568"/>
            <a:ext cx="6640470" cy="3190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cap="all">
                <a:solidFill>
                  <a:schemeClr val="bg1"/>
                </a:solidFill>
                <a:latin typeface="Myriad Pro" panose="020B0503030403020204" pitchFamily="34" charset="0"/>
              </a:rPr>
              <a:t>		Nom de la formation		Polytech XXX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304A67-8B2E-B3E3-31CF-722C5F9D66A3}"/>
              </a:ext>
            </a:extLst>
          </p:cNvPr>
          <p:cNvSpPr/>
          <p:nvPr/>
        </p:nvSpPr>
        <p:spPr>
          <a:xfrm>
            <a:off x="2066564" y="542521"/>
            <a:ext cx="4689078" cy="13280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fr-FR" sz="900">
                <a:solidFill>
                  <a:schemeClr val="tx1"/>
                </a:solidFill>
              </a:rPr>
              <a:t>Composantes essentielles</a:t>
            </a:r>
          </a:p>
          <a:p>
            <a:pPr marL="171450" indent="-171450">
              <a:buFont typeface="Arial"/>
              <a:buChar char="•"/>
            </a:pPr>
            <a:r>
              <a:rPr lang="fr-FR" sz="900">
                <a:solidFill>
                  <a:schemeClr val="tx1"/>
                </a:solidFill>
                <a:cs typeface="Calibri" panose="020F0502020204030204"/>
              </a:rPr>
              <a:t>En répondant à l'expression des besoins de façon pertinente SHES704 SHES901</a:t>
            </a:r>
            <a:endParaRPr lang="fr-FR" sz="900">
              <a:solidFill>
                <a:schemeClr val="tx1"/>
              </a:solidFill>
              <a:ea typeface="Calibri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fr-FR" sz="900">
                <a:solidFill>
                  <a:schemeClr val="tx1"/>
                </a:solidFill>
              </a:rPr>
              <a:t>En utilisant de manière critique des méthodes et outils assurant la qualité du système (gestion de projet informatique, </a:t>
            </a:r>
            <a:r>
              <a:rPr lang="fr-FR" sz="900">
                <a:solidFill>
                  <a:schemeClr val="tx1"/>
                </a:solidFill>
                <a:ea typeface="Calibri"/>
                <a:cs typeface="Arial"/>
              </a:rPr>
              <a:t>standards qualité, sûreté, sécurité, amélioration continue</a:t>
            </a:r>
            <a:r>
              <a:rPr lang="fr-FR" sz="900">
                <a:solidFill>
                  <a:schemeClr val="tx1"/>
                </a:solidFill>
              </a:rPr>
              <a:t>)</a:t>
            </a:r>
            <a:endParaRPr lang="fr-FR" sz="9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fr-FR" sz="900">
                <a:solidFill>
                  <a:schemeClr val="tx1"/>
                </a:solidFill>
              </a:rPr>
              <a:t>En </a:t>
            </a:r>
            <a:r>
              <a:rPr lang="fr-FR" sz="900">
                <a:solidFill>
                  <a:schemeClr val="tx1"/>
                </a:solidFill>
                <a:ea typeface="Calibri"/>
                <a:cs typeface="Arial"/>
              </a:rPr>
              <a:t>adoptant une approche systémique (aspects matériels et logiciels)</a:t>
            </a:r>
            <a:endParaRPr lang="fr-FR" sz="900">
              <a:solidFill>
                <a:schemeClr val="tx1"/>
              </a:solidFill>
              <a:cs typeface="Calibri" panose="020F0502020204030204"/>
            </a:endParaRPr>
          </a:p>
          <a:p>
            <a:pPr marL="171450" indent="-171450" algn="just">
              <a:buFont typeface="Arial"/>
              <a:buChar char="•"/>
            </a:pPr>
            <a:r>
              <a:rPr lang="fr-FR" sz="900">
                <a:solidFill>
                  <a:schemeClr val="tx1"/>
                </a:solidFill>
                <a:cs typeface="Segoe UI"/>
              </a:rPr>
              <a:t>En communiquant de manière adaptée, étayée et précise SHSX</a:t>
            </a:r>
            <a:endParaRPr lang="fr-FR" sz="900">
              <a:solidFill>
                <a:schemeClr val="tx1"/>
              </a:solidFill>
              <a:ea typeface="Calibri"/>
              <a:cs typeface="Arial"/>
            </a:endParaRPr>
          </a:p>
          <a:p>
            <a:pPr marL="171450" indent="-171450" algn="just">
              <a:buFont typeface="Arial"/>
              <a:buChar char="•"/>
            </a:pPr>
            <a:r>
              <a:rPr lang="fr-FR" sz="900">
                <a:solidFill>
                  <a:schemeClr val="tx1"/>
                </a:solidFill>
                <a:ea typeface="+mn-lt"/>
                <a:cs typeface="+mn-lt"/>
              </a:rPr>
              <a:t>En adoptant une démarche </a:t>
            </a:r>
            <a:r>
              <a:rPr lang="fr-FR" sz="900">
                <a:solidFill>
                  <a:schemeClr val="tx1"/>
                </a:solidFill>
                <a:ea typeface="+mn-lt"/>
                <a:cs typeface="Calibri"/>
              </a:rPr>
              <a:t>respectueuse de la règlementation, </a:t>
            </a:r>
            <a:r>
              <a:rPr lang="fr-FR" sz="900">
                <a:solidFill>
                  <a:schemeClr val="tx1"/>
                </a:solidFill>
                <a:ea typeface="+mn-lt"/>
                <a:cs typeface="Segoe UI"/>
              </a:rPr>
              <a:t>du développement durable et de la responsabilité sociétale </a:t>
            </a:r>
            <a:r>
              <a:rPr lang="fr-FR" sz="900">
                <a:solidFill>
                  <a:schemeClr val="tx1"/>
                </a:solidFill>
                <a:ea typeface="+mn-lt"/>
                <a:cs typeface="+mn-lt"/>
              </a:rPr>
              <a:t> (frugalité numérique, accessibilité, RGPD, licences, ...) SHES602</a:t>
            </a:r>
            <a:endParaRPr lang="fr-FR" sz="900">
              <a:solidFill>
                <a:schemeClr val="tx1"/>
              </a:solidFill>
              <a:ea typeface="Calibri"/>
              <a:cs typeface="Calibri"/>
            </a:endParaRPr>
          </a:p>
          <a:p>
            <a:pPr algn="just"/>
            <a:endParaRPr lang="fr-FR" sz="900">
              <a:solidFill>
                <a:schemeClr val="tx1"/>
              </a:solidFill>
              <a:highlight>
                <a:srgbClr val="00FF00"/>
              </a:highlight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9CD12-2037-DE8F-6A9E-95825825CA7C}"/>
              </a:ext>
            </a:extLst>
          </p:cNvPr>
          <p:cNvSpPr/>
          <p:nvPr/>
        </p:nvSpPr>
        <p:spPr>
          <a:xfrm>
            <a:off x="2066564" y="1980480"/>
            <a:ext cx="4689078" cy="11036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Conception et mise en œuvre de l'Internet des Objets (Internet of Things, IoT)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Conception et réalisation d'applications logicielles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Conception et réalisation d'un système informatique d'acquisition et de traitement de données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A0BF5BA-02F0-CAEF-B55D-D10743D07B41}"/>
              </a:ext>
            </a:extLst>
          </p:cNvPr>
          <p:cNvSpPr txBox="1"/>
          <p:nvPr/>
        </p:nvSpPr>
        <p:spPr>
          <a:xfrm>
            <a:off x="115171" y="1980480"/>
            <a:ext cx="18806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b="1">
                <a:latin typeface="Myriad Pro" panose="020B0503030403020204" pitchFamily="34" charset="0"/>
              </a:rPr>
              <a:t>Situations professionnelles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8DDAEA-5EAB-8B33-030A-71CEA82ABC09}"/>
              </a:ext>
            </a:extLst>
          </p:cNvPr>
          <p:cNvSpPr/>
          <p:nvPr/>
        </p:nvSpPr>
        <p:spPr>
          <a:xfrm>
            <a:off x="2066564" y="3709551"/>
            <a:ext cx="4689078" cy="110668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B6D710-E0A0-E469-2EC9-0C7D72E6CC9D}"/>
              </a:ext>
            </a:extLst>
          </p:cNvPr>
          <p:cNvSpPr/>
          <p:nvPr/>
        </p:nvSpPr>
        <p:spPr>
          <a:xfrm>
            <a:off x="2066564" y="4892972"/>
            <a:ext cx="4689078" cy="118864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71F8F7-3B12-EC8D-4424-D149104818B2}"/>
              </a:ext>
            </a:extLst>
          </p:cNvPr>
          <p:cNvSpPr/>
          <p:nvPr/>
        </p:nvSpPr>
        <p:spPr>
          <a:xfrm>
            <a:off x="2066564" y="6182399"/>
            <a:ext cx="4689078" cy="126413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BA9DC19-8C43-2F07-D6C3-D9FBD553DB6B}"/>
              </a:ext>
            </a:extLst>
          </p:cNvPr>
          <p:cNvGrpSpPr/>
          <p:nvPr/>
        </p:nvGrpSpPr>
        <p:grpSpPr>
          <a:xfrm>
            <a:off x="115171" y="3709551"/>
            <a:ext cx="1850572" cy="3955093"/>
            <a:chOff x="2638730" y="3612188"/>
            <a:chExt cx="1850572" cy="3955093"/>
          </a:xfrm>
        </p:grpSpPr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77AB3678-109B-F125-2779-B4B152E962B3}"/>
                </a:ext>
              </a:extLst>
            </p:cNvPr>
            <p:cNvSpPr/>
            <p:nvPr/>
          </p:nvSpPr>
          <p:spPr>
            <a:xfrm rot="5400000">
              <a:off x="2788216" y="4596848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C545B399-7E15-DA81-2411-FD1AF0EFFFCD}"/>
                </a:ext>
              </a:extLst>
            </p:cNvPr>
            <p:cNvSpPr/>
            <p:nvPr/>
          </p:nvSpPr>
          <p:spPr>
            <a:xfrm rot="5400000">
              <a:off x="2788216" y="5866195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3" name="Signalisation droite 12">
              <a:extLst>
                <a:ext uri="{FF2B5EF4-FFF2-40B4-BE49-F238E27FC236}">
                  <a16:creationId xmlns:a16="http://schemas.microsoft.com/office/drawing/2014/main" id="{869B42AE-192E-30A2-CA01-FAE5B6ED176C}"/>
                </a:ext>
              </a:extLst>
            </p:cNvPr>
            <p:cNvSpPr/>
            <p:nvPr/>
          </p:nvSpPr>
          <p:spPr>
            <a:xfrm rot="5400000">
              <a:off x="2855409" y="3395510"/>
              <a:ext cx="1417215" cy="1850571"/>
            </a:xfrm>
            <a:prstGeom prst="homePlate">
              <a:avLst>
                <a:gd name="adj" fmla="val 23531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fr-FR" sz="1200">
                <a:latin typeface="Myriad Pro" panose="020B0503030403020204" pitchFamily="34" charset="0"/>
              </a:endParaRP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A9010F20-576C-4615-CAFD-D7C2E038ABC5}"/>
              </a:ext>
            </a:extLst>
          </p:cNvPr>
          <p:cNvSpPr txBox="1"/>
          <p:nvPr/>
        </p:nvSpPr>
        <p:spPr>
          <a:xfrm>
            <a:off x="115171" y="3692721"/>
            <a:ext cx="185057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1</a:t>
            </a:r>
          </a:p>
          <a:p>
            <a:pPr algn="ctr"/>
            <a:r>
              <a:rPr lang="fr-FR" sz="1000">
                <a:latin typeface="Calibri"/>
                <a:ea typeface="Calibri"/>
                <a:cs typeface="Calibri"/>
              </a:rPr>
              <a:t>pour une application simple 3-tiers intégrant une base de données et programmée, en langage procédural ou obje</a:t>
            </a:r>
            <a:r>
              <a:rPr lang="fr-FR" sz="1000">
                <a:latin typeface="Myriad Pro"/>
              </a:rPr>
              <a:t>t</a:t>
            </a:r>
            <a:endParaRPr lang="fr-FR" sz="1000">
              <a:latin typeface="Myriad Pro" panose="020B0503030403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92A6767-BEC8-73FB-0CBD-5BC233E484A5}"/>
              </a:ext>
            </a:extLst>
          </p:cNvPr>
          <p:cNvSpPr txBox="1"/>
          <p:nvPr/>
        </p:nvSpPr>
        <p:spPr>
          <a:xfrm>
            <a:off x="115171" y="5153040"/>
            <a:ext cx="185057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2</a:t>
            </a:r>
          </a:p>
          <a:p>
            <a:pPr algn="ctr"/>
            <a:r>
              <a:rPr lang="fr-FR" sz="1000">
                <a:latin typeface="Myriad Pro"/>
                <a:ea typeface="Calibri"/>
                <a:cs typeface="Times New Roman"/>
              </a:rPr>
              <a:t>pour des applications informatiques embarquées avec une architecture N-tiers, en langage procédural ou objet</a:t>
            </a:r>
            <a:endParaRPr lang="fr-FR" sz="1000">
              <a:latin typeface="Myriad Pro"/>
              <a:ea typeface="Calibri"/>
              <a:cs typeface="Calibri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8468A6-FBAF-9CD0-C2AD-314A992AC17A}"/>
              </a:ext>
            </a:extLst>
          </p:cNvPr>
          <p:cNvSpPr txBox="1"/>
          <p:nvPr/>
        </p:nvSpPr>
        <p:spPr>
          <a:xfrm>
            <a:off x="102358" y="6429491"/>
            <a:ext cx="18505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3</a:t>
            </a:r>
          </a:p>
          <a:p>
            <a:pPr algn="ctr"/>
            <a:r>
              <a:rPr lang="fr-FR" sz="1000">
                <a:ea typeface="Calibri"/>
                <a:cs typeface="Times New Roman"/>
              </a:rPr>
              <a:t>pour des applications informatiques intégrant  des systèmes  embarqués communicants</a:t>
            </a:r>
            <a:r>
              <a:rPr lang="fr-FR" sz="1000">
                <a:cs typeface="Times New Roman"/>
              </a:rPr>
              <a:t> </a:t>
            </a:r>
            <a:endParaRPr lang="fr-FR" sz="1000">
              <a:cs typeface="Calibri" panose="020F0502020204030204"/>
            </a:endParaRPr>
          </a:p>
          <a:p>
            <a:pPr algn="ctr"/>
            <a:endParaRPr lang="fr-FR" sz="1200" b="1">
              <a:latin typeface="Myriad Pro" panose="020B0503030403020204" pitchFamily="34" charset="0"/>
            </a:endParaRPr>
          </a:p>
          <a:p>
            <a:pPr algn="ctr"/>
            <a:endParaRPr lang="fr-FR" sz="1200">
              <a:latin typeface="Myriad Pro" panose="020B0503030403020204" pitchFamily="34" charset="0"/>
            </a:endParaRPr>
          </a:p>
          <a:p>
            <a:pPr algn="ctr"/>
            <a:endParaRPr lang="fr-FR" sz="1200">
              <a:latin typeface="Myriad Pro" panose="020B0503030403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05BC66E-038E-6729-98EE-570916A290C1}"/>
              </a:ext>
            </a:extLst>
          </p:cNvPr>
          <p:cNvSpPr txBox="1"/>
          <p:nvPr/>
        </p:nvSpPr>
        <p:spPr>
          <a:xfrm>
            <a:off x="1965743" y="3384089"/>
            <a:ext cx="3657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1600" b="1" i="1"/>
              <a:t>Apprentissages critiques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0BE6C5-C445-D8AB-4C49-F06327F3D35A}"/>
              </a:ext>
            </a:extLst>
          </p:cNvPr>
          <p:cNvSpPr/>
          <p:nvPr/>
        </p:nvSpPr>
        <p:spPr>
          <a:xfrm>
            <a:off x="115172" y="561160"/>
            <a:ext cx="1850571" cy="13280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  <a:t>DÉVELOPPER UN SYSTÈME </a:t>
            </a:r>
            <a:b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</a:br>
            <a: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  <a:t>INFORMATIQUE </a:t>
            </a:r>
            <a:b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</a:br>
            <a: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  <a:t>embarqué</a:t>
            </a:r>
            <a:endParaRPr lang="fr-FR" sz="1200" cap="all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r>
              <a:rPr lang="fr-FR" sz="1200" cap="all">
                <a:ea typeface="Calibri"/>
                <a:cs typeface="Calibri"/>
              </a:rPr>
              <a:t>RNCP35711BC04 </a:t>
            </a:r>
            <a:r>
              <a:rPr lang="fr-FR" sz="1200" cap="all"/>
              <a:t>RNCP35711BC05</a:t>
            </a:r>
            <a:endParaRPr lang="fr-FR" sz="1200" cap="all">
              <a:solidFill>
                <a:schemeClr val="bg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6F84988-4303-5FAC-598E-97F238A8472F}"/>
              </a:ext>
            </a:extLst>
          </p:cNvPr>
          <p:cNvSpPr txBox="1"/>
          <p:nvPr/>
        </p:nvSpPr>
        <p:spPr>
          <a:xfrm>
            <a:off x="2170415" y="3739208"/>
            <a:ext cx="4684618" cy="10618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>
                <a:latin typeface="Calibri"/>
                <a:cs typeface="Calibri"/>
              </a:rPr>
              <a:t>AC 4.1 </a:t>
            </a:r>
            <a:r>
              <a:rPr lang="fr-FR" sz="900">
                <a:highlight>
                  <a:srgbClr val="FFFF00"/>
                </a:highlight>
                <a:latin typeface="Calibri"/>
                <a:cs typeface="Calibri"/>
              </a:rPr>
              <a:t>Concevoir, gérer et utiliser </a:t>
            </a:r>
            <a:r>
              <a:rPr lang="fr-FR" sz="900">
                <a:latin typeface="Calibri"/>
                <a:cs typeface="Calibri"/>
              </a:rPr>
              <a:t>une base de données  </a:t>
            </a:r>
            <a:endParaRPr lang="en-US" sz="900">
              <a:latin typeface="Calibri"/>
              <a:cs typeface="Calibri"/>
            </a:endParaRPr>
          </a:p>
          <a:p>
            <a:r>
              <a:rPr lang="fr-FR" sz="900">
                <a:latin typeface="Calibri"/>
                <a:cs typeface="Calibri"/>
              </a:rPr>
              <a:t>AC 4.2 </a:t>
            </a:r>
            <a:r>
              <a:rPr lang="fr-FR" sz="900">
                <a:highlight>
                  <a:srgbClr val="FFFF00"/>
                </a:highlight>
                <a:latin typeface="Calibri"/>
                <a:cs typeface="Calibri"/>
              </a:rPr>
              <a:t>Concevoir et implémenter u</a:t>
            </a:r>
            <a:r>
              <a:rPr lang="fr-FR" sz="900">
                <a:latin typeface="Calibri"/>
                <a:cs typeface="Calibri"/>
              </a:rPr>
              <a:t>n algorithme dans un programme informatique pour résoudre un problème</a:t>
            </a:r>
            <a:endParaRPr lang="en-US" sz="900">
              <a:latin typeface="Calibri"/>
              <a:cs typeface="Calibri"/>
            </a:endParaRPr>
          </a:p>
          <a:p>
            <a:r>
              <a:rPr lang="fr-FR" sz="900">
                <a:latin typeface="Calibri"/>
                <a:cs typeface="Calibri"/>
              </a:rPr>
              <a:t>AC 4.3 </a:t>
            </a:r>
            <a:r>
              <a:rPr lang="fr-FR" sz="900">
                <a:highlight>
                  <a:srgbClr val="FFFF00"/>
                </a:highlight>
                <a:latin typeface="Calibri"/>
                <a:cs typeface="Calibri"/>
              </a:rPr>
              <a:t>Concevoir et implémenter </a:t>
            </a:r>
            <a:r>
              <a:rPr lang="fr-FR" sz="900">
                <a:latin typeface="Calibri"/>
                <a:cs typeface="Calibri"/>
              </a:rPr>
              <a:t>une application logicielle avec un nombre limité de fonctionnalités </a:t>
            </a:r>
            <a:endParaRPr lang="en-US" sz="900">
              <a:latin typeface="Calibri"/>
              <a:ea typeface="Calibri"/>
              <a:cs typeface="Calibri"/>
            </a:endParaRPr>
          </a:p>
          <a:p>
            <a:r>
              <a:rPr lang="fr-FR" sz="900">
                <a:latin typeface="Calibri"/>
                <a:cs typeface="Calibri"/>
              </a:rPr>
              <a:t>AC 4.4 </a:t>
            </a:r>
            <a:r>
              <a:rPr lang="fr-FR" sz="900">
                <a:solidFill>
                  <a:srgbClr val="333333"/>
                </a:solidFill>
                <a:latin typeface="Segoe UI"/>
                <a:cs typeface="Segoe UI"/>
              </a:rPr>
              <a:t>Développer une application Web intégrant une base de données relationnelle</a:t>
            </a:r>
            <a:r>
              <a:rPr lang="fr-FR" sz="900">
                <a:latin typeface="Calibri"/>
                <a:cs typeface="Calibri"/>
              </a:rPr>
              <a:t>  </a:t>
            </a:r>
            <a:endParaRPr lang="en-US" sz="900">
              <a:latin typeface="Calibri"/>
              <a:cs typeface="Calibri"/>
            </a:endParaRPr>
          </a:p>
          <a:p>
            <a:r>
              <a:rPr lang="fr-FR" sz="900">
                <a:latin typeface="Calibri"/>
                <a:cs typeface="Calibri"/>
              </a:rPr>
              <a:t>AC 4.5 Définir le périmètre d'un projet SHES704</a:t>
            </a:r>
            <a:endParaRPr lang="fr-FR" sz="900">
              <a:latin typeface="Calibri"/>
              <a:ea typeface="Calibri"/>
              <a:cs typeface="Calibri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A84D950-1711-5A10-D96F-03D2E5D98B73}"/>
              </a:ext>
            </a:extLst>
          </p:cNvPr>
          <p:cNvSpPr txBox="1"/>
          <p:nvPr/>
        </p:nvSpPr>
        <p:spPr>
          <a:xfrm>
            <a:off x="2072970" y="6160213"/>
            <a:ext cx="4676264" cy="10618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>
                <a:ea typeface="+mn-lt"/>
                <a:cs typeface="+mn-lt"/>
              </a:rPr>
              <a:t>AC 4.12 </a:t>
            </a:r>
            <a:r>
              <a:rPr lang="fr-FR" sz="900">
                <a:highlight>
                  <a:srgbClr val="FFFF00"/>
                </a:highlight>
                <a:ea typeface="+mn-lt"/>
                <a:cs typeface="+mn-lt"/>
              </a:rPr>
              <a:t>Définir et mettre en œuvre</a:t>
            </a:r>
            <a:r>
              <a:rPr lang="fr-FR" sz="900">
                <a:ea typeface="+mn-lt"/>
                <a:cs typeface="+mn-lt"/>
              </a:rPr>
              <a:t> une architecture pour les systèmes embarqués communicants (organisation matérielle et logicielle, IoT..) </a:t>
            </a:r>
            <a:endParaRPr lang="en-US" sz="900">
              <a:ea typeface="+mn-lt"/>
              <a:cs typeface="+mn-lt"/>
            </a:endParaRPr>
          </a:p>
          <a:p>
            <a:r>
              <a:rPr lang="fr-FR" sz="900">
                <a:ea typeface="+mn-lt"/>
                <a:cs typeface="+mn-lt"/>
              </a:rPr>
              <a:t>AC 4.13 </a:t>
            </a:r>
            <a:r>
              <a:rPr lang="fr-FR" sz="900">
                <a:highlight>
                  <a:srgbClr val="FFFF00"/>
                </a:highlight>
                <a:ea typeface="+mn-lt"/>
                <a:cs typeface="+mn-lt"/>
              </a:rPr>
              <a:t>Caractériser et choisir</a:t>
            </a:r>
            <a:r>
              <a:rPr lang="fr-FR" sz="900">
                <a:ea typeface="+mn-lt"/>
                <a:cs typeface="+mn-lt"/>
              </a:rPr>
              <a:t> les moyens de communication entre les sous-systèmes </a:t>
            </a:r>
            <a:endParaRPr lang="en-US" sz="2500">
              <a:ea typeface="+mn-lt"/>
              <a:cs typeface="+mn-lt"/>
            </a:endParaRPr>
          </a:p>
          <a:p>
            <a:r>
              <a:rPr lang="fr-FR" sz="900">
                <a:ea typeface="+mn-lt"/>
                <a:cs typeface="+mn-lt"/>
              </a:rPr>
              <a:t>AC 4.14 Identifier les critères garantissant la sûreté, la fiabilité et la sécurité d'un système embarqué  </a:t>
            </a:r>
            <a:r>
              <a:rPr lang="fr-FR" sz="900">
                <a:highlight>
                  <a:srgbClr val="00FF00"/>
                </a:highlight>
                <a:ea typeface="+mn-lt"/>
                <a:cs typeface="+mn-lt"/>
              </a:rPr>
              <a:t>(production d'une documentation technique) à mettre à part</a:t>
            </a:r>
            <a:endParaRPr lang="en-US" sz="2500">
              <a:highlight>
                <a:srgbClr val="00FF00"/>
              </a:highlight>
              <a:ea typeface="+mn-lt"/>
              <a:cs typeface="+mn-lt"/>
            </a:endParaRPr>
          </a:p>
          <a:p>
            <a:r>
              <a:rPr lang="fr-FR" sz="900">
                <a:ea typeface="+mn-lt"/>
                <a:cs typeface="+mn-lt"/>
              </a:rPr>
              <a:t>AC 4.15 Concevoir des applications multitâches et temps réel </a:t>
            </a:r>
            <a:endParaRPr lang="en-US" sz="2500">
              <a:ea typeface="+mn-lt"/>
              <a:cs typeface="+mn-lt"/>
            </a:endParaRPr>
          </a:p>
          <a:p>
            <a:r>
              <a:rPr lang="fr-FR" sz="900">
                <a:ea typeface="+mn-lt"/>
                <a:cs typeface="+mn-lt"/>
              </a:rPr>
              <a:t>AC 4.16</a:t>
            </a:r>
            <a:r>
              <a:rPr lang="fr-FR" sz="900">
                <a:highlight>
                  <a:srgbClr val="FFFF00"/>
                </a:highlight>
                <a:ea typeface="+mn-lt"/>
                <a:cs typeface="+mn-lt"/>
              </a:rPr>
              <a:t> Évaluer et optimiser</a:t>
            </a:r>
            <a:r>
              <a:rPr lang="fr-FR" sz="900">
                <a:ea typeface="+mn-lt"/>
                <a:cs typeface="+mn-lt"/>
              </a:rPr>
              <a:t> les performances énergétiques d'un système embarqué </a:t>
            </a:r>
            <a:endParaRPr lang="en-US" sz="2500">
              <a:ea typeface="+mn-lt"/>
              <a:cs typeface="+mn-lt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DBBCF91-9750-DA92-0990-494FE77C8C77}"/>
              </a:ext>
            </a:extLst>
          </p:cNvPr>
          <p:cNvSpPr txBox="1"/>
          <p:nvPr/>
        </p:nvSpPr>
        <p:spPr>
          <a:xfrm>
            <a:off x="2094318" y="4978813"/>
            <a:ext cx="4663451" cy="10618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>
                <a:ea typeface="+mn-lt"/>
                <a:cs typeface="+mn-lt"/>
              </a:rPr>
              <a:t>AC 4.6 Intégrer les exigences du RGPD et du droit de la propriété SHES602</a:t>
            </a:r>
            <a:endParaRPr lang="en-US" sz="2500">
              <a:ea typeface="+mn-lt"/>
              <a:cs typeface="+mn-lt"/>
            </a:endParaRPr>
          </a:p>
          <a:p>
            <a:r>
              <a:rPr lang="fr-FR" sz="900">
                <a:ea typeface="+mn-lt"/>
                <a:cs typeface="+mn-lt"/>
              </a:rPr>
              <a:t>AC 4.7 </a:t>
            </a:r>
            <a:r>
              <a:rPr lang="fr-FR" sz="900">
                <a:highlight>
                  <a:srgbClr val="FFFF00"/>
                </a:highlight>
                <a:ea typeface="+mn-lt"/>
                <a:cs typeface="+mn-lt"/>
              </a:rPr>
              <a:t>Spécifier et concevoir</a:t>
            </a:r>
            <a:r>
              <a:rPr lang="fr-FR" sz="900">
                <a:ea typeface="+mn-lt"/>
                <a:cs typeface="+mn-lt"/>
              </a:rPr>
              <a:t> un système embarqué </a:t>
            </a:r>
            <a:endParaRPr lang="en-US" sz="2500">
              <a:ea typeface="+mn-lt"/>
              <a:cs typeface="+mn-lt"/>
            </a:endParaRPr>
          </a:p>
          <a:p>
            <a:r>
              <a:rPr lang="fr-FR" sz="900">
                <a:ea typeface="+mn-lt"/>
                <a:cs typeface="+mn-lt"/>
              </a:rPr>
              <a:t>AC 4.8 Intégrer la dimension qualité dans le développement du système embarqué </a:t>
            </a:r>
            <a:endParaRPr lang="en-US" sz="2500">
              <a:ea typeface="+mn-lt"/>
              <a:cs typeface="+mn-lt"/>
            </a:endParaRPr>
          </a:p>
          <a:p>
            <a:r>
              <a:rPr lang="fr-FR" sz="900">
                <a:ea typeface="+mn-lt"/>
                <a:cs typeface="+mn-lt"/>
              </a:rPr>
              <a:t>AC 4.9 Adopter une démarche de gestion de projet adaptée au développement d'un système informatique embarqué</a:t>
            </a:r>
            <a:endParaRPr lang="en-US" sz="2500">
              <a:ea typeface="+mn-lt"/>
              <a:cs typeface="+mn-lt"/>
            </a:endParaRPr>
          </a:p>
          <a:p>
            <a:r>
              <a:rPr lang="fr-FR" sz="900">
                <a:ea typeface="+mn-lt"/>
                <a:cs typeface="+mn-lt"/>
              </a:rPr>
              <a:t>AC 4.10 Appliquer une méthode créative et centrée sur l'utilisateur (design </a:t>
            </a:r>
            <a:r>
              <a:rPr lang="fr-FR" sz="900" err="1">
                <a:ea typeface="+mn-lt"/>
                <a:cs typeface="+mn-lt"/>
              </a:rPr>
              <a:t>thinking</a:t>
            </a:r>
            <a:r>
              <a:rPr lang="fr-FR" sz="900">
                <a:ea typeface="+mn-lt"/>
                <a:cs typeface="+mn-lt"/>
              </a:rPr>
              <a:t> ) SHES704</a:t>
            </a:r>
            <a:endParaRPr lang="en-US" sz="2500">
              <a:ea typeface="+mn-lt"/>
              <a:cs typeface="+mn-lt"/>
            </a:endParaRPr>
          </a:p>
          <a:p>
            <a:r>
              <a:rPr lang="fr-FR" sz="900">
                <a:ea typeface="+mn-lt"/>
                <a:cs typeface="+mn-lt"/>
              </a:rPr>
              <a:t>AC 4.11 Développer une application s'appuyant sur un système N-tiers</a:t>
            </a:r>
            <a:endParaRPr lang="en-US" sz="25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8400343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a932de8-014e-4395-a210-acace869bdb6">
      <Terms xmlns="http://schemas.microsoft.com/office/infopath/2007/PartnerControls"/>
    </lcf76f155ced4ddcb4097134ff3c332f>
    <TaxCatchAll xmlns="64984f8b-2057-4450-93f2-8aa5e6a062c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eate a new document." ma:contentTypeScope="" ma:versionID="2dfcd33df7f21bc1d96cac68e309c354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5e67dd59e0820bf22da62f711b406a14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3699C8-6372-4A5C-BD5F-9D45EF57FBB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7DD30F-A297-4FC9-B9BE-64DF109F2300}">
  <ds:schemaRefs>
    <ds:schemaRef ds:uri="5a932de8-014e-4395-a210-acace869bdb6"/>
    <ds:schemaRef ds:uri="64984f8b-2057-4450-93f2-8aa5e6a062c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34553D5-4F74-413E-8A83-577244CA0204}">
  <ds:schemaRefs>
    <ds:schemaRef ds:uri="5a932de8-014e-4395-a210-acace869bdb6"/>
    <ds:schemaRef ds:uri="64984f8b-2057-4450-93f2-8aa5e6a062c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Application>Microsoft Office PowerPoint</Application>
  <PresentationFormat>On-screen Show (4:3)</PresentationFormat>
  <Slides>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Arnaud Stolz</dc:creator>
  <cp:revision>1</cp:revision>
  <dcterms:created xsi:type="dcterms:W3CDTF">2024-01-30T16:46:58Z</dcterms:created>
  <dcterms:modified xsi:type="dcterms:W3CDTF">2025-03-14T10:32:35Z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  <property fmtid="{D5CDD505-2E9C-101B-9397-08002B2CF9AE}" pid="3" name="MediaServiceImageTags">
    <vt:lpwstr/>
  </property>
</Properties>
</file>