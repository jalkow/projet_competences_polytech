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71" r:id="rId7"/>
    <p:sldId id="274" r:id="rId8"/>
    <p:sldId id="275" r:id="rId9"/>
    <p:sldId id="260" r:id="rId10"/>
    <p:sldId id="276" r:id="rId11"/>
    <p:sldId id="261" r:id="rId12"/>
    <p:sldId id="277" r:id="rId13"/>
    <p:sldId id="278" r:id="rId14"/>
    <p:sldId id="273" r:id="rId15"/>
    <p:sldId id="267" r:id="rId16"/>
    <p:sldId id="264" r:id="rId17"/>
    <p:sldId id="265" r:id="rId18"/>
    <p:sldId id="259" r:id="rId19"/>
    <p:sldId id="269" r:id="rId20"/>
    <p:sldId id="270" r:id="rId21"/>
    <p:sldId id="262" r:id="rId22"/>
    <p:sldId id="263" r:id="rId23"/>
  </p:sldIdLst>
  <p:sldSz cx="18288000" cy="10287000"/>
  <p:notesSz cx="6858000" cy="9144000"/>
  <p:embeddedFontLst>
    <p:embeddedFont>
      <p:font typeface="Helvetica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5F2011-1BD1-770B-1D46-8A3442ED7DF8}" v="189" dt="2025-05-16T14:13:35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77"/>
    <p:restoredTop sz="94666"/>
  </p:normalViewPr>
  <p:slideViewPr>
    <p:cSldViewPr snapToGrid="0">
      <p:cViewPr varScale="1">
        <p:scale>
          <a:sx n="85" d="100"/>
          <a:sy n="85" d="100"/>
        </p:scale>
        <p:origin x="792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5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CARTOGRAPHIE AMS</a:t>
            </a:r>
          </a:p>
          <a:p>
            <a:pPr algn="ctr"/>
            <a:r>
              <a:rPr lang="fr-FR" sz="8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Systèmes embarqués et automatisés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494029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494029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99214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/>
          </p:cNvSpPr>
          <p:nvPr/>
        </p:nvSpPr>
        <p:spPr>
          <a:xfrm>
            <a:off x="427182" y="5143499"/>
            <a:ext cx="17433636" cy="3155075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07EE84B-735D-9AAF-E93B-5AE3B55C9063}"/>
              </a:ext>
            </a:extLst>
          </p:cNvPr>
          <p:cNvSpPr>
            <a:spLocks/>
          </p:cNvSpPr>
          <p:nvPr/>
        </p:nvSpPr>
        <p:spPr>
          <a:xfrm>
            <a:off x="427182" y="8804460"/>
            <a:ext cx="17433636" cy="1173218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88DDC145-8B3D-45C5-13D2-FE2A57B227BF}"/>
              </a:ext>
            </a:extLst>
          </p:cNvPr>
          <p:cNvSpPr>
            <a:spLocks/>
          </p:cNvSpPr>
          <p:nvPr/>
        </p:nvSpPr>
        <p:spPr>
          <a:xfrm>
            <a:off x="771011" y="8417362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Stage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1012" y="4919143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A84399E-F74B-332F-8F6D-188FE8A79215}"/>
              </a:ext>
            </a:extLst>
          </p:cNvPr>
          <p:cNvSpPr/>
          <p:nvPr/>
        </p:nvSpPr>
        <p:spPr>
          <a:xfrm>
            <a:off x="771222" y="2085225"/>
            <a:ext cx="3824067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PROJ541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539CE36-66D0-A059-EFC5-DEDE70B8DECC}"/>
              </a:ext>
            </a:extLst>
          </p:cNvPr>
          <p:cNvSpPr/>
          <p:nvPr/>
        </p:nvSpPr>
        <p:spPr>
          <a:xfrm>
            <a:off x="764710" y="2776951"/>
            <a:ext cx="3824066" cy="4652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EASI541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EA186CEA-EBDE-FD53-B631-FC9D84F9F912}"/>
              </a:ext>
            </a:extLst>
          </p:cNvPr>
          <p:cNvSpPr/>
          <p:nvPr/>
        </p:nvSpPr>
        <p:spPr>
          <a:xfrm>
            <a:off x="9158081" y="2768999"/>
            <a:ext cx="5521796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</a:rPr>
              <a:t>APP INFO 642 (web) 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5F0D630-1B40-75B1-0A9E-B20D66327826}"/>
              </a:ext>
            </a:extLst>
          </p:cNvPr>
          <p:cNvSpPr/>
          <p:nvPr/>
        </p:nvSpPr>
        <p:spPr>
          <a:xfrm>
            <a:off x="9158081" y="1988425"/>
            <a:ext cx="5521796" cy="5620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(PROJ641 APP)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89FF1F8-07A3-27B2-B1CA-412F1B36CE83}"/>
              </a:ext>
            </a:extLst>
          </p:cNvPr>
          <p:cNvSpPr/>
          <p:nvPr/>
        </p:nvSpPr>
        <p:spPr>
          <a:xfrm>
            <a:off x="9158082" y="9113673"/>
            <a:ext cx="5521796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Expérience professionnelle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0E3FA9A-9094-4C80-14DE-806C20C5A3F2}"/>
              </a:ext>
            </a:extLst>
          </p:cNvPr>
          <p:cNvSpPr/>
          <p:nvPr/>
        </p:nvSpPr>
        <p:spPr>
          <a:xfrm>
            <a:off x="4939329" y="273817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ADA60CC-0164-4C10-DD0C-E4F9D51C1147}"/>
              </a:ext>
            </a:extLst>
          </p:cNvPr>
          <p:cNvSpPr/>
          <p:nvPr/>
        </p:nvSpPr>
        <p:spPr>
          <a:xfrm>
            <a:off x="14864266" y="273882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134AA4FD-6D2C-65FB-7E48-640484B0E134}"/>
              </a:ext>
            </a:extLst>
          </p:cNvPr>
          <p:cNvSpPr/>
          <p:nvPr/>
        </p:nvSpPr>
        <p:spPr>
          <a:xfrm>
            <a:off x="9158080" y="5537756"/>
            <a:ext cx="5521797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a typeface="Calibri"/>
                <a:cs typeface="Calibri"/>
              </a:rPr>
              <a:t>Coefficient de Fresnel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113ECE33-3FC1-6E23-C952-D60757BF791E}"/>
              </a:ext>
            </a:extLst>
          </p:cNvPr>
          <p:cNvSpPr/>
          <p:nvPr/>
        </p:nvSpPr>
        <p:spPr>
          <a:xfrm>
            <a:off x="9158080" y="6347085"/>
            <a:ext cx="5521797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</a:rPr>
              <a:t>INFO </a:t>
            </a:r>
            <a:r>
              <a:rPr lang="fr-FR" sz="2000" dirty="0">
                <a:solidFill>
                  <a:srgbClr val="000005"/>
                </a:solidFill>
              </a:rPr>
              <a:t>641</a:t>
            </a:r>
            <a:r>
              <a:rPr lang="fr-FR" sz="2000" dirty="0">
                <a:solidFill>
                  <a:srgbClr val="000005"/>
                </a:solidFill>
                <a:effectLst/>
              </a:rPr>
              <a:t> </a:t>
            </a:r>
            <a:r>
              <a:rPr lang="fr-FR" sz="2000" dirty="0">
                <a:solidFill>
                  <a:srgbClr val="000005"/>
                </a:solidFill>
              </a:rPr>
              <a:t>(SE)</a:t>
            </a:r>
            <a:r>
              <a:rPr lang="fr-FR" sz="2000" dirty="0">
                <a:solidFill>
                  <a:srgbClr val="000005"/>
                </a:solidFill>
                <a:effectLst/>
              </a:rPr>
              <a:t> 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1D59174E-4103-C41B-65DB-EE98AB54084F}"/>
              </a:ext>
            </a:extLst>
          </p:cNvPr>
          <p:cNvSpPr/>
          <p:nvPr/>
        </p:nvSpPr>
        <p:spPr>
          <a:xfrm>
            <a:off x="14864266" y="6338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246364E-724D-5CB1-3D5F-0FD14FAFF0FB}"/>
              </a:ext>
            </a:extLst>
          </p:cNvPr>
          <p:cNvSpPr/>
          <p:nvPr/>
        </p:nvSpPr>
        <p:spPr>
          <a:xfrm>
            <a:off x="14848981" y="91068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3140242-180F-F4A9-727F-B674F8165C19}"/>
              </a:ext>
            </a:extLst>
          </p:cNvPr>
          <p:cNvSpPr/>
          <p:nvPr/>
        </p:nvSpPr>
        <p:spPr>
          <a:xfrm>
            <a:off x="15383290" y="911367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536EF62B-FCEF-09E1-9EB2-5C8185E1E946}"/>
              </a:ext>
            </a:extLst>
          </p:cNvPr>
          <p:cNvSpPr/>
          <p:nvPr/>
        </p:nvSpPr>
        <p:spPr>
          <a:xfrm>
            <a:off x="15914212" y="911367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EDF0B085-C7CB-8366-726B-F742231A9037}"/>
              </a:ext>
            </a:extLst>
          </p:cNvPr>
          <p:cNvSpPr/>
          <p:nvPr/>
        </p:nvSpPr>
        <p:spPr>
          <a:xfrm>
            <a:off x="16445134" y="909204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" name="Freeform 118">
            <a:extLst>
              <a:ext uri="{FF2B5EF4-FFF2-40B4-BE49-F238E27FC236}">
                <a16:creationId xmlns:a16="http://schemas.microsoft.com/office/drawing/2014/main" id="{7E4DBF26-4DBA-A75F-800D-6238D62D9BB4}"/>
              </a:ext>
            </a:extLst>
          </p:cNvPr>
          <p:cNvSpPr/>
          <p:nvPr/>
        </p:nvSpPr>
        <p:spPr>
          <a:xfrm>
            <a:off x="17068195" y="91297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5268771-252E-08A6-0DB1-F2FD35A82C40}"/>
              </a:ext>
            </a:extLst>
          </p:cNvPr>
          <p:cNvSpPr/>
          <p:nvPr/>
        </p:nvSpPr>
        <p:spPr>
          <a:xfrm>
            <a:off x="14848981" y="203231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0FCFEF0-97E5-09D5-2392-2C6570BCCF80}"/>
              </a:ext>
            </a:extLst>
          </p:cNvPr>
          <p:cNvSpPr/>
          <p:nvPr/>
        </p:nvSpPr>
        <p:spPr>
          <a:xfrm>
            <a:off x="15371661" y="203670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F6765B74-16BA-BCF8-D161-C9FAEDF41927}"/>
              </a:ext>
            </a:extLst>
          </p:cNvPr>
          <p:cNvSpPr/>
          <p:nvPr/>
        </p:nvSpPr>
        <p:spPr>
          <a:xfrm>
            <a:off x="15902311" y="204530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15DD4A-7099-D76C-A802-AAFE05A23FA6}"/>
              </a:ext>
            </a:extLst>
          </p:cNvPr>
          <p:cNvSpPr/>
          <p:nvPr/>
        </p:nvSpPr>
        <p:spPr>
          <a:xfrm>
            <a:off x="14848981" y="552987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AD5CCA39-80E3-FC58-BA70-019F5BE099D0}"/>
              </a:ext>
            </a:extLst>
          </p:cNvPr>
          <p:cNvSpPr/>
          <p:nvPr/>
        </p:nvSpPr>
        <p:spPr>
          <a:xfrm>
            <a:off x="4939329" y="20497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E7C9BAD-9DC2-072C-1144-2DD2753A6560}"/>
              </a:ext>
            </a:extLst>
          </p:cNvPr>
          <p:cNvSpPr/>
          <p:nvPr/>
        </p:nvSpPr>
        <p:spPr>
          <a:xfrm>
            <a:off x="5462009" y="205418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70B0A3A-114F-7366-D152-8962BF3A7BC8}"/>
              </a:ext>
            </a:extLst>
          </p:cNvPr>
          <p:cNvSpPr/>
          <p:nvPr/>
        </p:nvSpPr>
        <p:spPr>
          <a:xfrm>
            <a:off x="5992659" y="206278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351-3E05-9BB1-49F0-0254E183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03B23FB0-5D69-46C4-683C-352270023D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51B47E4-18E5-379E-FDA3-AAF556087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56504E-A68B-ADDB-39D9-8054A25E35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B58614F3-CF7F-FE29-8856-6D12EB0AFC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F80FC56-E00A-AD90-9E14-7FE8169DCE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96FEB78-ADC0-D60A-8910-CDFF8D6A44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F94619-92EA-3DC6-BB66-F71E2F2E9E77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3021714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49801EC0-15FF-2814-D011-7B9AB5E41531}"/>
              </a:ext>
            </a:extLst>
          </p:cNvPr>
          <p:cNvSpPr>
            <a:spLocks/>
          </p:cNvSpPr>
          <p:nvPr/>
        </p:nvSpPr>
        <p:spPr>
          <a:xfrm>
            <a:off x="427182" y="8752740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75C6C50C-6D35-478D-78F3-2F8C3B544591}"/>
              </a:ext>
            </a:extLst>
          </p:cNvPr>
          <p:cNvSpPr>
            <a:spLocks/>
          </p:cNvSpPr>
          <p:nvPr/>
        </p:nvSpPr>
        <p:spPr>
          <a:xfrm>
            <a:off x="774582" y="846491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8F1E374-11CB-D197-093C-5D5D91CB7D4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C116DAE6-5236-7374-80C2-C86EDEDACAD8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720C9935-AE47-AC38-FE95-6E01101876BD}"/>
              </a:ext>
            </a:extLst>
          </p:cNvPr>
          <p:cNvSpPr/>
          <p:nvPr/>
        </p:nvSpPr>
        <p:spPr>
          <a:xfrm>
            <a:off x="655097" y="3858391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(INFO741)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3A45E9AB-B7AF-6973-AFDE-5FD2C1D4057A}"/>
              </a:ext>
            </a:extLst>
          </p:cNvPr>
          <p:cNvSpPr/>
          <p:nvPr/>
        </p:nvSpPr>
        <p:spPr>
          <a:xfrm>
            <a:off x="655098" y="2954166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(PACI742) 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2DCF63E1-48C3-A1EB-D39E-B40CB6CF59F7}"/>
              </a:ext>
            </a:extLst>
          </p:cNvPr>
          <p:cNvSpPr/>
          <p:nvPr/>
        </p:nvSpPr>
        <p:spPr>
          <a:xfrm>
            <a:off x="680271" y="2060689"/>
            <a:ext cx="5126691" cy="5770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(PROJ741 APP) 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2564BF4-A6A6-A4EE-D875-0254FE5CFB17}"/>
              </a:ext>
            </a:extLst>
          </p:cNvPr>
          <p:cNvSpPr/>
          <p:nvPr/>
        </p:nvSpPr>
        <p:spPr>
          <a:xfrm>
            <a:off x="9721784" y="9100891"/>
            <a:ext cx="5105394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A1EC3D52-2F1A-7061-7F5F-C1E3A894B5E4}"/>
              </a:ext>
            </a:extLst>
          </p:cNvPr>
          <p:cNvSpPr/>
          <p:nvPr/>
        </p:nvSpPr>
        <p:spPr>
          <a:xfrm>
            <a:off x="9700487" y="3779609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EASI843</a:t>
            </a: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)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A909550C-7212-BE21-1E26-2D5865DB8B66}"/>
              </a:ext>
            </a:extLst>
          </p:cNvPr>
          <p:cNvSpPr/>
          <p:nvPr/>
        </p:nvSpPr>
        <p:spPr>
          <a:xfrm>
            <a:off x="9700487" y="2948588"/>
            <a:ext cx="5126691" cy="53339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PACI841</a:t>
            </a:r>
            <a:r>
              <a:rPr lang="fr-FR" sz="2000" dirty="0">
                <a:ea typeface="Calibri"/>
                <a:cs typeface="Calibri"/>
              </a:rPr>
              <a:t>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4DDF3F05-6959-C628-BE29-27462772B945}"/>
              </a:ext>
            </a:extLst>
          </p:cNvPr>
          <p:cNvSpPr/>
          <p:nvPr/>
        </p:nvSpPr>
        <p:spPr>
          <a:xfrm>
            <a:off x="9700487" y="2052916"/>
            <a:ext cx="5126691" cy="5788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PROJ841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32EA92C-818F-7F2B-F413-ACE90C21BD85}"/>
              </a:ext>
            </a:extLst>
          </p:cNvPr>
          <p:cNvSpPr/>
          <p:nvPr/>
        </p:nvSpPr>
        <p:spPr>
          <a:xfrm>
            <a:off x="6003627" y="297797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F2FEE6EE-98AD-B26D-F21E-DABF6CAF8506}"/>
              </a:ext>
            </a:extLst>
          </p:cNvPr>
          <p:cNvSpPr/>
          <p:nvPr/>
        </p:nvSpPr>
        <p:spPr>
          <a:xfrm>
            <a:off x="6003627" y="38822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908863E-5F61-D844-DFD8-2FBCCC8BAAAA}"/>
              </a:ext>
            </a:extLst>
          </p:cNvPr>
          <p:cNvSpPr/>
          <p:nvPr/>
        </p:nvSpPr>
        <p:spPr>
          <a:xfrm>
            <a:off x="14953911" y="300178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F4A0839-E205-27D1-AEB0-8670CA27D6B2}"/>
              </a:ext>
            </a:extLst>
          </p:cNvPr>
          <p:cNvSpPr/>
          <p:nvPr/>
        </p:nvSpPr>
        <p:spPr>
          <a:xfrm>
            <a:off x="15476591" y="300617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42371FB-9A3A-D34A-34C6-31AE4444D975}"/>
              </a:ext>
            </a:extLst>
          </p:cNvPr>
          <p:cNvSpPr/>
          <p:nvPr/>
        </p:nvSpPr>
        <p:spPr>
          <a:xfrm>
            <a:off x="14953911" y="382264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11B4F8D0-03DA-AE3F-7FD5-495003136FB7}"/>
              </a:ext>
            </a:extLst>
          </p:cNvPr>
          <p:cNvSpPr/>
          <p:nvPr/>
        </p:nvSpPr>
        <p:spPr>
          <a:xfrm>
            <a:off x="683494" y="6080496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</a:t>
            </a:r>
            <a:r>
              <a:rPr lang="fr-FR" sz="2000" dirty="0">
                <a:solidFill>
                  <a:srgbClr val="000005"/>
                </a:solidFill>
              </a:rPr>
              <a:t>INFO743) Réseau et sécurité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C498C95-5BC6-22B9-B85C-7C9EDBBF5A1A}"/>
              </a:ext>
            </a:extLst>
          </p:cNvPr>
          <p:cNvSpPr/>
          <p:nvPr/>
        </p:nvSpPr>
        <p:spPr>
          <a:xfrm>
            <a:off x="6003627" y="6132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76C54A4A-0CD0-039F-991F-747A296487E6}"/>
              </a:ext>
            </a:extLst>
          </p:cNvPr>
          <p:cNvSpPr/>
          <p:nvPr/>
        </p:nvSpPr>
        <p:spPr>
          <a:xfrm>
            <a:off x="683495" y="6922718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a typeface="Calibri"/>
                <a:cs typeface="Calibri"/>
              </a:rPr>
              <a:t>EASI744 - Contrôle / commande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D86CF500-1195-286E-CCAE-CAE07F308555}"/>
              </a:ext>
            </a:extLst>
          </p:cNvPr>
          <p:cNvSpPr/>
          <p:nvPr/>
        </p:nvSpPr>
        <p:spPr>
          <a:xfrm>
            <a:off x="9721784" y="6135058"/>
            <a:ext cx="5105394" cy="54332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</a:rPr>
              <a:t>PROJ842 Traitement de l'information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77DD0B5-0752-BF53-1A5D-3DAE1B89BFD1}"/>
              </a:ext>
            </a:extLst>
          </p:cNvPr>
          <p:cNvSpPr/>
          <p:nvPr/>
        </p:nvSpPr>
        <p:spPr>
          <a:xfrm>
            <a:off x="14953911" y="612990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AB2947B-006B-F72F-6074-3411F8E4109A}"/>
              </a:ext>
            </a:extLst>
          </p:cNvPr>
          <p:cNvSpPr/>
          <p:nvPr/>
        </p:nvSpPr>
        <p:spPr>
          <a:xfrm>
            <a:off x="15483613" y="6132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A200C730-C658-904E-B6A2-C2D15649E55E}"/>
              </a:ext>
            </a:extLst>
          </p:cNvPr>
          <p:cNvSpPr/>
          <p:nvPr/>
        </p:nvSpPr>
        <p:spPr>
          <a:xfrm>
            <a:off x="14953911" y="91068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D9BD4D81-F2EA-E3B8-5D93-85B0D62A95E6}"/>
              </a:ext>
            </a:extLst>
          </p:cNvPr>
          <p:cNvSpPr/>
          <p:nvPr/>
        </p:nvSpPr>
        <p:spPr>
          <a:xfrm>
            <a:off x="15488220" y="911367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57B9537-AB19-0016-EA0C-FF5A30706DD1}"/>
              </a:ext>
            </a:extLst>
          </p:cNvPr>
          <p:cNvSpPr/>
          <p:nvPr/>
        </p:nvSpPr>
        <p:spPr>
          <a:xfrm>
            <a:off x="16019142" y="911367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28E6809D-087D-90DB-6E99-6B4CA66B29C7}"/>
              </a:ext>
            </a:extLst>
          </p:cNvPr>
          <p:cNvSpPr/>
          <p:nvPr/>
        </p:nvSpPr>
        <p:spPr>
          <a:xfrm>
            <a:off x="16550064" y="909204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1" name="Freeform 118">
            <a:extLst>
              <a:ext uri="{FF2B5EF4-FFF2-40B4-BE49-F238E27FC236}">
                <a16:creationId xmlns:a16="http://schemas.microsoft.com/office/drawing/2014/main" id="{E197F376-7307-E1EF-20B3-71EA30CEF0ED}"/>
              </a:ext>
            </a:extLst>
          </p:cNvPr>
          <p:cNvSpPr/>
          <p:nvPr/>
        </p:nvSpPr>
        <p:spPr>
          <a:xfrm>
            <a:off x="17173125" y="91297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692C2B40-F1D3-FAFF-0EB8-57935F39E35E}"/>
              </a:ext>
            </a:extLst>
          </p:cNvPr>
          <p:cNvSpPr/>
          <p:nvPr/>
        </p:nvSpPr>
        <p:spPr>
          <a:xfrm>
            <a:off x="6003627" y="697034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DD248459-25F5-0645-C98E-8E1C30C2476C}"/>
              </a:ext>
            </a:extLst>
          </p:cNvPr>
          <p:cNvSpPr/>
          <p:nvPr/>
        </p:nvSpPr>
        <p:spPr>
          <a:xfrm>
            <a:off x="6000470" y="211323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7AEC8E78-76A9-68BF-96ED-75B5725FF87E}"/>
              </a:ext>
            </a:extLst>
          </p:cNvPr>
          <p:cNvSpPr/>
          <p:nvPr/>
        </p:nvSpPr>
        <p:spPr>
          <a:xfrm>
            <a:off x="6523150" y="211762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62EB05D2-AC61-24CB-5759-20B305BC4B12}"/>
              </a:ext>
            </a:extLst>
          </p:cNvPr>
          <p:cNvSpPr/>
          <p:nvPr/>
        </p:nvSpPr>
        <p:spPr>
          <a:xfrm>
            <a:off x="7053800" y="212622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7206CD1-2EA4-1D84-05F0-35493560FD08}"/>
              </a:ext>
            </a:extLst>
          </p:cNvPr>
          <p:cNvSpPr/>
          <p:nvPr/>
        </p:nvSpPr>
        <p:spPr>
          <a:xfrm>
            <a:off x="14953911" y="208288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C3372806-6645-4545-B7D7-35C7BD57E8B1}"/>
              </a:ext>
            </a:extLst>
          </p:cNvPr>
          <p:cNvSpPr/>
          <p:nvPr/>
        </p:nvSpPr>
        <p:spPr>
          <a:xfrm>
            <a:off x="15476591" y="208727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9E147673-2FE5-69A0-71E8-5C3DD4291D57}"/>
              </a:ext>
            </a:extLst>
          </p:cNvPr>
          <p:cNvSpPr/>
          <p:nvPr/>
        </p:nvSpPr>
        <p:spPr>
          <a:xfrm>
            <a:off x="16007241" y="209587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223039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2596-0F87-8AA9-1525-F0303503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E55A5079-7A4A-854F-3BB2-501520B79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E76DF6F-5EB7-A0FA-1A97-3E2BCD9A0F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57D7FD0-6EB0-D880-0271-312DE54E3F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1141FD6-3340-47D5-31CA-90E641BEBE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DC7768E-7F2E-4677-168A-0A2E6CED81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0CDA02DE-1B1C-52F9-49F3-82BB6DA336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A2786DC8-03B1-B515-E843-9CE11F5D7A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AA5BAA4-BA06-CD0E-6BF3-2311EC88C6FE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262111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7431DB5-63A6-3FBF-3213-63E358923C5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C304504D-78C1-B4D1-6D54-E011C8BF5AAD}"/>
              </a:ext>
            </a:extLst>
          </p:cNvPr>
          <p:cNvSpPr>
            <a:spLocks/>
          </p:cNvSpPr>
          <p:nvPr/>
        </p:nvSpPr>
        <p:spPr>
          <a:xfrm>
            <a:off x="771147" y="8438253"/>
            <a:ext cx="2505608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256E6429-3EA7-A75F-0C18-08B7982E524D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8EE98AAB-E843-AE21-80CC-D4F60C79FE20}"/>
              </a:ext>
            </a:extLst>
          </p:cNvPr>
          <p:cNvSpPr/>
          <p:nvPr/>
        </p:nvSpPr>
        <p:spPr>
          <a:xfrm>
            <a:off x="9264887" y="9071691"/>
            <a:ext cx="5416579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C9FFCC80-46B1-F2E7-D4B6-A866A8F1D4C1}"/>
              </a:ext>
            </a:extLst>
          </p:cNvPr>
          <p:cNvSpPr/>
          <p:nvPr/>
        </p:nvSpPr>
        <p:spPr>
          <a:xfrm>
            <a:off x="804179" y="1992525"/>
            <a:ext cx="4882246" cy="469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(PROJ943 APP)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E3E62564-819E-5B7C-EAD5-7FF14DA06311}"/>
              </a:ext>
            </a:extLst>
          </p:cNvPr>
          <p:cNvSpPr/>
          <p:nvPr/>
        </p:nvSpPr>
        <p:spPr>
          <a:xfrm>
            <a:off x="804178" y="2690769"/>
            <a:ext cx="4882247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(EASI941)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91CE3C54-AEF4-DD33-4CB8-553580766482}"/>
              </a:ext>
            </a:extLst>
          </p:cNvPr>
          <p:cNvSpPr/>
          <p:nvPr/>
        </p:nvSpPr>
        <p:spPr>
          <a:xfrm>
            <a:off x="804179" y="4116061"/>
            <a:ext cx="4897786" cy="4524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364DA7DB-26B2-349A-1B6C-8E9BD1E4CBB0}"/>
              </a:ext>
            </a:extLst>
          </p:cNvPr>
          <p:cNvSpPr/>
          <p:nvPr/>
        </p:nvSpPr>
        <p:spPr>
          <a:xfrm>
            <a:off x="804178" y="3383458"/>
            <a:ext cx="4882247" cy="45242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PROJ942 (IT + INFO)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D7EAF78-D0DE-314E-EC0C-A6E54B6D084C}"/>
              </a:ext>
            </a:extLst>
          </p:cNvPr>
          <p:cNvSpPr/>
          <p:nvPr/>
        </p:nvSpPr>
        <p:spPr>
          <a:xfrm>
            <a:off x="5883707" y="269979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B4CCAF9-EB4B-1D49-3286-344A0C2368CF}"/>
              </a:ext>
            </a:extLst>
          </p:cNvPr>
          <p:cNvSpPr/>
          <p:nvPr/>
        </p:nvSpPr>
        <p:spPr>
          <a:xfrm>
            <a:off x="6426305" y="26997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52AB992-B88C-E3BD-A1D4-1A318D3608B7}"/>
              </a:ext>
            </a:extLst>
          </p:cNvPr>
          <p:cNvSpPr/>
          <p:nvPr/>
        </p:nvSpPr>
        <p:spPr>
          <a:xfrm>
            <a:off x="5883707" y="338345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5131358-9266-68FA-9F88-EAC1F046EDEC}"/>
              </a:ext>
            </a:extLst>
          </p:cNvPr>
          <p:cNvSpPr/>
          <p:nvPr/>
        </p:nvSpPr>
        <p:spPr>
          <a:xfrm>
            <a:off x="6429776" y="337906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1BC8E76B-CD0C-4AA7-2BF4-3D6E1E266D04}"/>
              </a:ext>
            </a:extLst>
          </p:cNvPr>
          <p:cNvSpPr/>
          <p:nvPr/>
        </p:nvSpPr>
        <p:spPr>
          <a:xfrm>
            <a:off x="839674" y="5984880"/>
            <a:ext cx="4882247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latin typeface="Helvetica"/>
                <a:cs typeface="Helvetica"/>
              </a:rPr>
              <a:t>DATA942</a:t>
            </a:r>
            <a:endParaRPr lang="fr-FR" sz="2000" dirty="0">
              <a:solidFill>
                <a:srgbClr val="000005"/>
              </a:solidFill>
              <a:effectLst/>
              <a:latin typeface="Helvetica"/>
              <a:cs typeface="Helvetica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8686ABFE-FEC3-3DEE-CF86-2D75AA526F3E}"/>
              </a:ext>
            </a:extLst>
          </p:cNvPr>
          <p:cNvSpPr/>
          <p:nvPr/>
        </p:nvSpPr>
        <p:spPr>
          <a:xfrm>
            <a:off x="5883707" y="596763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F1817DA6-3EFE-22F8-1EE2-3EE9F80A7A89}"/>
              </a:ext>
            </a:extLst>
          </p:cNvPr>
          <p:cNvSpPr/>
          <p:nvPr/>
        </p:nvSpPr>
        <p:spPr>
          <a:xfrm>
            <a:off x="839673" y="6872302"/>
            <a:ext cx="4882247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latin typeface="Helvetica"/>
                <a:cs typeface="Helvetica"/>
              </a:rPr>
              <a:t>EASI943</a:t>
            </a:r>
            <a:endParaRPr lang="fr-FR" sz="2000" dirty="0">
              <a:solidFill>
                <a:srgbClr val="000005"/>
              </a:solidFill>
              <a:effectLst/>
              <a:latin typeface="Helvetica"/>
              <a:cs typeface="Helvetica"/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C71FE0A-1F53-AF4D-4991-A0FC4691E59F}"/>
              </a:ext>
            </a:extLst>
          </p:cNvPr>
          <p:cNvSpPr/>
          <p:nvPr/>
        </p:nvSpPr>
        <p:spPr>
          <a:xfrm>
            <a:off x="14953911" y="91068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5B6704D5-8A0E-6D8B-9889-86C49B365578}"/>
              </a:ext>
            </a:extLst>
          </p:cNvPr>
          <p:cNvSpPr/>
          <p:nvPr/>
        </p:nvSpPr>
        <p:spPr>
          <a:xfrm>
            <a:off x="15488220" y="911367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F5C0C97B-0A1F-D8D7-C1EF-F7142A08E02F}"/>
              </a:ext>
            </a:extLst>
          </p:cNvPr>
          <p:cNvSpPr/>
          <p:nvPr/>
        </p:nvSpPr>
        <p:spPr>
          <a:xfrm>
            <a:off x="16019142" y="911367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ABB3AB1-E055-E457-A73B-EF9A0FC09FCD}"/>
              </a:ext>
            </a:extLst>
          </p:cNvPr>
          <p:cNvSpPr/>
          <p:nvPr/>
        </p:nvSpPr>
        <p:spPr>
          <a:xfrm>
            <a:off x="16550064" y="909204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6" name="Freeform 118">
            <a:extLst>
              <a:ext uri="{FF2B5EF4-FFF2-40B4-BE49-F238E27FC236}">
                <a16:creationId xmlns:a16="http://schemas.microsoft.com/office/drawing/2014/main" id="{E6F21B5F-0799-D307-023A-2C663FB491D6}"/>
              </a:ext>
            </a:extLst>
          </p:cNvPr>
          <p:cNvSpPr/>
          <p:nvPr/>
        </p:nvSpPr>
        <p:spPr>
          <a:xfrm>
            <a:off x="17173125" y="91297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77A52BA4-6D52-5323-1B07-CF6285552E44}"/>
              </a:ext>
            </a:extLst>
          </p:cNvPr>
          <p:cNvSpPr/>
          <p:nvPr/>
        </p:nvSpPr>
        <p:spPr>
          <a:xfrm>
            <a:off x="5872355" y="40726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4DE7378-26D5-D9D9-A3C2-B1711034686B}"/>
              </a:ext>
            </a:extLst>
          </p:cNvPr>
          <p:cNvSpPr/>
          <p:nvPr/>
        </p:nvSpPr>
        <p:spPr>
          <a:xfrm>
            <a:off x="6406664" y="407947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55EB2D12-285D-7D8F-7C01-F7ED928F5CC2}"/>
              </a:ext>
            </a:extLst>
          </p:cNvPr>
          <p:cNvSpPr/>
          <p:nvPr/>
        </p:nvSpPr>
        <p:spPr>
          <a:xfrm>
            <a:off x="6937586" y="407947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B46161D-8D55-BFCD-8DA4-3B82A7DE37A0}"/>
              </a:ext>
            </a:extLst>
          </p:cNvPr>
          <p:cNvSpPr/>
          <p:nvPr/>
        </p:nvSpPr>
        <p:spPr>
          <a:xfrm>
            <a:off x="7468508" y="405784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1" name="Freeform 118">
            <a:extLst>
              <a:ext uri="{FF2B5EF4-FFF2-40B4-BE49-F238E27FC236}">
                <a16:creationId xmlns:a16="http://schemas.microsoft.com/office/drawing/2014/main" id="{1E345CF6-AB64-B1B5-5313-35DC3DB48AC7}"/>
              </a:ext>
            </a:extLst>
          </p:cNvPr>
          <p:cNvSpPr/>
          <p:nvPr/>
        </p:nvSpPr>
        <p:spPr>
          <a:xfrm>
            <a:off x="8091569" y="40955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C98FEA7-9E0B-3DD2-FFA4-DBB021262BD8}"/>
              </a:ext>
            </a:extLst>
          </p:cNvPr>
          <p:cNvSpPr/>
          <p:nvPr/>
        </p:nvSpPr>
        <p:spPr>
          <a:xfrm>
            <a:off x="5872355" y="200346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B8E3416-142B-EB64-06BD-A42F09A25207}"/>
              </a:ext>
            </a:extLst>
          </p:cNvPr>
          <p:cNvSpPr/>
          <p:nvPr/>
        </p:nvSpPr>
        <p:spPr>
          <a:xfrm>
            <a:off x="6395035" y="200785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4CC0770-CAB2-FBE8-962B-E47344F55191}"/>
              </a:ext>
            </a:extLst>
          </p:cNvPr>
          <p:cNvSpPr/>
          <p:nvPr/>
        </p:nvSpPr>
        <p:spPr>
          <a:xfrm>
            <a:off x="6925685" y="201645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B5F27B58-835D-51E8-F2D6-4467292B91C0}"/>
              </a:ext>
            </a:extLst>
          </p:cNvPr>
          <p:cNvSpPr/>
          <p:nvPr/>
        </p:nvSpPr>
        <p:spPr>
          <a:xfrm>
            <a:off x="5896458" y="683746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399830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10482"/>
            <a:ext cx="17835899" cy="8037969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9CBAFD7A-28FD-39C9-919D-FA5C2831D010}"/>
              </a:ext>
            </a:extLst>
          </p:cNvPr>
          <p:cNvSpPr/>
          <p:nvPr/>
        </p:nvSpPr>
        <p:spPr>
          <a:xfrm>
            <a:off x="468924" y="2449158"/>
            <a:ext cx="2641094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PROJ541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F2A9AB9B-669F-EB59-D4EA-DC381EB9915C}"/>
              </a:ext>
            </a:extLst>
          </p:cNvPr>
          <p:cNvSpPr/>
          <p:nvPr/>
        </p:nvSpPr>
        <p:spPr>
          <a:xfrm>
            <a:off x="466371" y="3653588"/>
            <a:ext cx="2641094" cy="4652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EASI541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3F6EC48-034B-743E-DFC0-8CEAFC68F61E}"/>
              </a:ext>
            </a:extLst>
          </p:cNvPr>
          <p:cNvSpPr/>
          <p:nvPr/>
        </p:nvSpPr>
        <p:spPr>
          <a:xfrm>
            <a:off x="518696" y="416945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CFFA72F9-4705-C0EB-1830-D4862F005157}"/>
              </a:ext>
            </a:extLst>
          </p:cNvPr>
          <p:cNvSpPr/>
          <p:nvPr/>
        </p:nvSpPr>
        <p:spPr>
          <a:xfrm>
            <a:off x="3508085" y="2449158"/>
            <a:ext cx="2467710" cy="5620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(PROJ641 APP)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2B071C2-9640-0E90-1E07-9C9F4184A3FA}"/>
              </a:ext>
            </a:extLst>
          </p:cNvPr>
          <p:cNvSpPr/>
          <p:nvPr/>
        </p:nvSpPr>
        <p:spPr>
          <a:xfrm>
            <a:off x="3528923" y="3682143"/>
            <a:ext cx="2444319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</a:rPr>
              <a:t>APP INFO 642 (web) 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E4082E0-805B-8BFD-09A0-09C8F997E2BC}"/>
              </a:ext>
            </a:extLst>
          </p:cNvPr>
          <p:cNvSpPr/>
          <p:nvPr/>
        </p:nvSpPr>
        <p:spPr>
          <a:xfrm>
            <a:off x="3598804" y="422158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1C70A2A7-8FD0-8BA1-B508-260B45452249}"/>
              </a:ext>
            </a:extLst>
          </p:cNvPr>
          <p:cNvSpPr/>
          <p:nvPr/>
        </p:nvSpPr>
        <p:spPr>
          <a:xfrm>
            <a:off x="6580655" y="2449158"/>
            <a:ext cx="2464180" cy="5770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(PROJ741 APP) </a:t>
            </a: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201E0435-E8DB-A052-7D79-61846ED0D265}"/>
              </a:ext>
            </a:extLst>
          </p:cNvPr>
          <p:cNvSpPr/>
          <p:nvPr/>
        </p:nvSpPr>
        <p:spPr>
          <a:xfrm>
            <a:off x="9351942" y="2449158"/>
            <a:ext cx="2681216" cy="5788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PROJ841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5017BF78-1D4C-5C37-A3CD-6AE38D58EBAA}"/>
              </a:ext>
            </a:extLst>
          </p:cNvPr>
          <p:cNvSpPr/>
          <p:nvPr/>
        </p:nvSpPr>
        <p:spPr>
          <a:xfrm>
            <a:off x="12298002" y="2449158"/>
            <a:ext cx="2681216" cy="5788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PROJ943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F091ABE1-53C1-9806-CC9E-4F475D3B28C5}"/>
              </a:ext>
            </a:extLst>
          </p:cNvPr>
          <p:cNvSpPr/>
          <p:nvPr/>
        </p:nvSpPr>
        <p:spPr>
          <a:xfrm>
            <a:off x="6580655" y="5077155"/>
            <a:ext cx="2468235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(INFO741)</a:t>
            </a: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E4FAF644-0039-B11E-D72A-6A447B46D13A}"/>
              </a:ext>
            </a:extLst>
          </p:cNvPr>
          <p:cNvSpPr/>
          <p:nvPr/>
        </p:nvSpPr>
        <p:spPr>
          <a:xfrm>
            <a:off x="6580655" y="3842527"/>
            <a:ext cx="2459066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(PACI742) 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CFD33BF0-2D1E-FDFA-76B5-0D976C93F38B}"/>
              </a:ext>
            </a:extLst>
          </p:cNvPr>
          <p:cNvSpPr/>
          <p:nvPr/>
        </p:nvSpPr>
        <p:spPr>
          <a:xfrm>
            <a:off x="6617515" y="44298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605CC8B4-EC10-46A3-EBE9-37CDEA2C927E}"/>
              </a:ext>
            </a:extLst>
          </p:cNvPr>
          <p:cNvSpPr/>
          <p:nvPr/>
        </p:nvSpPr>
        <p:spPr>
          <a:xfrm>
            <a:off x="6617532" y="567210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6C4FD500-1B53-8B57-47CD-CB0DE656CC14}"/>
              </a:ext>
            </a:extLst>
          </p:cNvPr>
          <p:cNvSpPr/>
          <p:nvPr/>
        </p:nvSpPr>
        <p:spPr>
          <a:xfrm>
            <a:off x="9339724" y="5080619"/>
            <a:ext cx="2688319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EASI843</a:t>
            </a: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)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4AB10007-FCBC-FDFB-05FE-71780A003EBA}"/>
              </a:ext>
            </a:extLst>
          </p:cNvPr>
          <p:cNvSpPr/>
          <p:nvPr/>
        </p:nvSpPr>
        <p:spPr>
          <a:xfrm>
            <a:off x="9355996" y="3839783"/>
            <a:ext cx="2672047" cy="53339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PACI841</a:t>
            </a:r>
            <a:r>
              <a:rPr lang="fr-FR" sz="2000" dirty="0">
                <a:ea typeface="Calibri"/>
                <a:cs typeface="Calibri"/>
              </a:rPr>
              <a:t>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2A6B58E-4CE5-F3AF-FA87-1E6DE5D0A900}"/>
              </a:ext>
            </a:extLst>
          </p:cNvPr>
          <p:cNvSpPr/>
          <p:nvPr/>
        </p:nvSpPr>
        <p:spPr>
          <a:xfrm>
            <a:off x="9351942" y="44130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CE059EFF-87F7-91A7-C8D8-91B305DB0FB0}"/>
              </a:ext>
            </a:extLst>
          </p:cNvPr>
          <p:cNvSpPr/>
          <p:nvPr/>
        </p:nvSpPr>
        <p:spPr>
          <a:xfrm>
            <a:off x="9874622" y="441742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19E5A74-98FA-A848-996A-BA6D90111EBC}"/>
              </a:ext>
            </a:extLst>
          </p:cNvPr>
          <p:cNvSpPr/>
          <p:nvPr/>
        </p:nvSpPr>
        <p:spPr>
          <a:xfrm>
            <a:off x="9351942" y="566794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3" name="Freeform 31">
            <a:extLst>
              <a:ext uri="{FF2B5EF4-FFF2-40B4-BE49-F238E27FC236}">
                <a16:creationId xmlns:a16="http://schemas.microsoft.com/office/drawing/2014/main" id="{20F2AC36-A6DD-867D-340D-A47C3A5F0CF0}"/>
              </a:ext>
            </a:extLst>
          </p:cNvPr>
          <p:cNvSpPr/>
          <p:nvPr/>
        </p:nvSpPr>
        <p:spPr>
          <a:xfrm>
            <a:off x="12298003" y="3852139"/>
            <a:ext cx="2681216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(EASI941)</a:t>
            </a:r>
          </a:p>
        </p:txBody>
      </p:sp>
      <p:sp>
        <p:nvSpPr>
          <p:cNvPr id="44" name="Freeform 31">
            <a:extLst>
              <a:ext uri="{FF2B5EF4-FFF2-40B4-BE49-F238E27FC236}">
                <a16:creationId xmlns:a16="http://schemas.microsoft.com/office/drawing/2014/main" id="{6C8F2B48-F7A5-BABA-EB70-A05C6FDC912F}"/>
              </a:ext>
            </a:extLst>
          </p:cNvPr>
          <p:cNvSpPr/>
          <p:nvPr/>
        </p:nvSpPr>
        <p:spPr>
          <a:xfrm>
            <a:off x="12298003" y="6369254"/>
            <a:ext cx="2681215" cy="4524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45" name="Freeform 31">
            <a:extLst>
              <a:ext uri="{FF2B5EF4-FFF2-40B4-BE49-F238E27FC236}">
                <a16:creationId xmlns:a16="http://schemas.microsoft.com/office/drawing/2014/main" id="{3F05ACF2-8AB5-321B-EACD-6E8896D9AB26}"/>
              </a:ext>
            </a:extLst>
          </p:cNvPr>
          <p:cNvSpPr/>
          <p:nvPr/>
        </p:nvSpPr>
        <p:spPr>
          <a:xfrm>
            <a:off x="12298003" y="5077091"/>
            <a:ext cx="2681216" cy="45242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PROJ942 (IT + INFO)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B38CC842-438A-065D-1483-7F2940D001A4}"/>
              </a:ext>
            </a:extLst>
          </p:cNvPr>
          <p:cNvSpPr/>
          <p:nvPr/>
        </p:nvSpPr>
        <p:spPr>
          <a:xfrm>
            <a:off x="12327845" y="43388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50A2F533-CEE8-554F-2F78-D5E9C02D75E1}"/>
              </a:ext>
            </a:extLst>
          </p:cNvPr>
          <p:cNvSpPr/>
          <p:nvPr/>
        </p:nvSpPr>
        <p:spPr>
          <a:xfrm>
            <a:off x="12870443" y="433884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6D65C2CE-48D7-9212-58ED-8E9FA97D32A6}"/>
              </a:ext>
            </a:extLst>
          </p:cNvPr>
          <p:cNvSpPr/>
          <p:nvPr/>
        </p:nvSpPr>
        <p:spPr>
          <a:xfrm>
            <a:off x="12340264" y="556937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B22CDD79-DACB-116D-ADB0-C2F1103C1CBC}"/>
              </a:ext>
            </a:extLst>
          </p:cNvPr>
          <p:cNvSpPr/>
          <p:nvPr/>
        </p:nvSpPr>
        <p:spPr>
          <a:xfrm>
            <a:off x="12886333" y="556498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2C65622-06DC-5E74-B01F-E53D44D3B175}"/>
              </a:ext>
            </a:extLst>
          </p:cNvPr>
          <p:cNvSpPr/>
          <p:nvPr/>
        </p:nvSpPr>
        <p:spPr>
          <a:xfrm>
            <a:off x="12379304" y="685869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ED284876-9194-2271-F7C3-5436406314B9}"/>
              </a:ext>
            </a:extLst>
          </p:cNvPr>
          <p:cNvSpPr/>
          <p:nvPr/>
        </p:nvSpPr>
        <p:spPr>
          <a:xfrm>
            <a:off x="12913613" y="686548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AA377875-A825-2929-4A40-7082854C01E2}"/>
              </a:ext>
            </a:extLst>
          </p:cNvPr>
          <p:cNvSpPr/>
          <p:nvPr/>
        </p:nvSpPr>
        <p:spPr>
          <a:xfrm>
            <a:off x="13444535" y="686548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764BCE37-5EB9-4EF7-0C9E-980809A12B53}"/>
              </a:ext>
            </a:extLst>
          </p:cNvPr>
          <p:cNvSpPr/>
          <p:nvPr/>
        </p:nvSpPr>
        <p:spPr>
          <a:xfrm>
            <a:off x="513506" y="293107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9448AEA-D92E-6EB7-6EB9-187BABEA6F59}"/>
              </a:ext>
            </a:extLst>
          </p:cNvPr>
          <p:cNvSpPr/>
          <p:nvPr/>
        </p:nvSpPr>
        <p:spPr>
          <a:xfrm>
            <a:off x="1036186" y="293546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3E380678-D9F6-54F3-F21B-33E014FF4613}"/>
              </a:ext>
            </a:extLst>
          </p:cNvPr>
          <p:cNvSpPr/>
          <p:nvPr/>
        </p:nvSpPr>
        <p:spPr>
          <a:xfrm>
            <a:off x="1566836" y="29440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F60B5696-F75E-0D21-33A3-F4D9A668B57A}"/>
              </a:ext>
            </a:extLst>
          </p:cNvPr>
          <p:cNvSpPr/>
          <p:nvPr/>
        </p:nvSpPr>
        <p:spPr>
          <a:xfrm>
            <a:off x="3514141" y="30262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2F3322F-F560-3F22-A8F3-C0C14B7B8801}"/>
              </a:ext>
            </a:extLst>
          </p:cNvPr>
          <p:cNvSpPr/>
          <p:nvPr/>
        </p:nvSpPr>
        <p:spPr>
          <a:xfrm>
            <a:off x="4036821" y="303061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F4ABAD6E-5BBF-BA35-1FAB-06140018DB5C}"/>
              </a:ext>
            </a:extLst>
          </p:cNvPr>
          <p:cNvSpPr/>
          <p:nvPr/>
        </p:nvSpPr>
        <p:spPr>
          <a:xfrm>
            <a:off x="4567471" y="303921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28BFB02C-AA80-3A7E-75C7-23F8B17535DB}"/>
              </a:ext>
            </a:extLst>
          </p:cNvPr>
          <p:cNvSpPr/>
          <p:nvPr/>
        </p:nvSpPr>
        <p:spPr>
          <a:xfrm>
            <a:off x="6599963" y="305836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072206AA-69FA-9E23-6EF4-C5F3D63BB3AD}"/>
              </a:ext>
            </a:extLst>
          </p:cNvPr>
          <p:cNvSpPr/>
          <p:nvPr/>
        </p:nvSpPr>
        <p:spPr>
          <a:xfrm>
            <a:off x="7122643" y="306275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838536E7-4A1F-28F8-E4CD-5273D27381C5}"/>
              </a:ext>
            </a:extLst>
          </p:cNvPr>
          <p:cNvSpPr/>
          <p:nvPr/>
        </p:nvSpPr>
        <p:spPr>
          <a:xfrm>
            <a:off x="7653293" y="307135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C666E294-30DF-8F29-4AAF-E2D5D97D1410}"/>
              </a:ext>
            </a:extLst>
          </p:cNvPr>
          <p:cNvSpPr/>
          <p:nvPr/>
        </p:nvSpPr>
        <p:spPr>
          <a:xfrm>
            <a:off x="9343192" y="304320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B7BDB05B-0178-427A-3005-832B65B0FD7E}"/>
              </a:ext>
            </a:extLst>
          </p:cNvPr>
          <p:cNvSpPr/>
          <p:nvPr/>
        </p:nvSpPr>
        <p:spPr>
          <a:xfrm>
            <a:off x="9865872" y="304759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D00F74EF-6B6C-42FA-C233-DD67440EDC1C}"/>
              </a:ext>
            </a:extLst>
          </p:cNvPr>
          <p:cNvSpPr/>
          <p:nvPr/>
        </p:nvSpPr>
        <p:spPr>
          <a:xfrm>
            <a:off x="10396522" y="305619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0ED305A-D4E0-D3EA-9281-E40ACF359B41}"/>
              </a:ext>
            </a:extLst>
          </p:cNvPr>
          <p:cNvSpPr/>
          <p:nvPr/>
        </p:nvSpPr>
        <p:spPr>
          <a:xfrm>
            <a:off x="12355802" y="305619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7D0219D5-A43A-F679-F042-9D3617221BCE}"/>
              </a:ext>
            </a:extLst>
          </p:cNvPr>
          <p:cNvSpPr/>
          <p:nvPr/>
        </p:nvSpPr>
        <p:spPr>
          <a:xfrm>
            <a:off x="12878482" y="306058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EE01ECB7-FD10-EF57-52FE-8EB4F0D5F1D4}"/>
              </a:ext>
            </a:extLst>
          </p:cNvPr>
          <p:cNvSpPr/>
          <p:nvPr/>
        </p:nvSpPr>
        <p:spPr>
          <a:xfrm>
            <a:off x="13409132" y="306918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5AB9CB41-9422-74C2-EEE4-1897AB165F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E09842-3C7C-E2CA-5375-D2E75BC0911C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21097BCF-F0BF-B629-0EE6-97116A6F7CFE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F34B18F4-F025-A896-451E-9CEC9CF44C33}"/>
              </a:ext>
            </a:extLst>
          </p:cNvPr>
          <p:cNvSpPr/>
          <p:nvPr/>
        </p:nvSpPr>
        <p:spPr>
          <a:xfrm>
            <a:off x="3448980" y="3736577"/>
            <a:ext cx="2655336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a typeface="Calibri"/>
                <a:cs typeface="Calibri"/>
              </a:rPr>
              <a:t>Coefficient de Fresnel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7D493A82-E97A-481A-78BA-6A96371308F4}"/>
              </a:ext>
            </a:extLst>
          </p:cNvPr>
          <p:cNvSpPr/>
          <p:nvPr/>
        </p:nvSpPr>
        <p:spPr>
          <a:xfrm>
            <a:off x="3458143" y="2358799"/>
            <a:ext cx="2690121" cy="53741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</a:rPr>
              <a:t>INFO </a:t>
            </a:r>
            <a:r>
              <a:rPr lang="fr-FR" sz="2000" dirty="0">
                <a:solidFill>
                  <a:srgbClr val="000005"/>
                </a:solidFill>
              </a:rPr>
              <a:t>641</a:t>
            </a:r>
            <a:r>
              <a:rPr lang="fr-FR" sz="2000" dirty="0">
                <a:solidFill>
                  <a:srgbClr val="000005"/>
                </a:solidFill>
                <a:effectLst/>
              </a:rPr>
              <a:t> </a:t>
            </a:r>
            <a:r>
              <a:rPr lang="fr-FR" sz="2000" dirty="0">
                <a:solidFill>
                  <a:srgbClr val="000005"/>
                </a:solidFill>
              </a:rPr>
              <a:t>(SE)</a:t>
            </a:r>
            <a:r>
              <a:rPr lang="fr-FR" sz="2000" dirty="0">
                <a:solidFill>
                  <a:srgbClr val="000005"/>
                </a:solidFill>
                <a:effectLst/>
              </a:rPr>
              <a:t> 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F062387-D667-DF3E-B79E-B26A7DEFDB75}"/>
              </a:ext>
            </a:extLst>
          </p:cNvPr>
          <p:cNvSpPr/>
          <p:nvPr/>
        </p:nvSpPr>
        <p:spPr>
          <a:xfrm>
            <a:off x="3512199" y="293551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E9355C46-3F74-DD3A-EFD1-3677A6D00E84}"/>
              </a:ext>
            </a:extLst>
          </p:cNvPr>
          <p:cNvSpPr/>
          <p:nvPr/>
        </p:nvSpPr>
        <p:spPr>
          <a:xfrm>
            <a:off x="3381346" y="7608861"/>
            <a:ext cx="2747907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Expérience professionnelle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DFAAD57-ACBC-32B5-4C20-4BE94CF7445F}"/>
              </a:ext>
            </a:extLst>
          </p:cNvPr>
          <p:cNvSpPr/>
          <p:nvPr/>
        </p:nvSpPr>
        <p:spPr>
          <a:xfrm>
            <a:off x="3386178" y="821667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4D95B71-A767-A7A2-EBFD-C73C64E98DE1}"/>
              </a:ext>
            </a:extLst>
          </p:cNvPr>
          <p:cNvSpPr/>
          <p:nvPr/>
        </p:nvSpPr>
        <p:spPr>
          <a:xfrm>
            <a:off x="3920487" y="822345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F75C66E-38AE-959D-F250-029C0553C45F}"/>
              </a:ext>
            </a:extLst>
          </p:cNvPr>
          <p:cNvSpPr/>
          <p:nvPr/>
        </p:nvSpPr>
        <p:spPr>
          <a:xfrm>
            <a:off x="4451409" y="822345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5E2EF54-49F0-28FD-73CE-234761C04F4E}"/>
              </a:ext>
            </a:extLst>
          </p:cNvPr>
          <p:cNvSpPr/>
          <p:nvPr/>
        </p:nvSpPr>
        <p:spPr>
          <a:xfrm>
            <a:off x="4982331" y="820182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" name="Freeform 118">
            <a:extLst>
              <a:ext uri="{FF2B5EF4-FFF2-40B4-BE49-F238E27FC236}">
                <a16:creationId xmlns:a16="http://schemas.microsoft.com/office/drawing/2014/main" id="{22C88A7C-7217-7544-E023-6B4E607F189D}"/>
              </a:ext>
            </a:extLst>
          </p:cNvPr>
          <p:cNvSpPr/>
          <p:nvPr/>
        </p:nvSpPr>
        <p:spPr>
          <a:xfrm>
            <a:off x="5605392" y="823951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BC3EC48-0336-CE4A-AA88-6FFAECEC52F1}"/>
              </a:ext>
            </a:extLst>
          </p:cNvPr>
          <p:cNvSpPr/>
          <p:nvPr/>
        </p:nvSpPr>
        <p:spPr>
          <a:xfrm>
            <a:off x="9278144" y="7608861"/>
            <a:ext cx="2766916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6170FD4-0411-DF4D-7045-635B6AFF9799}"/>
              </a:ext>
            </a:extLst>
          </p:cNvPr>
          <p:cNvSpPr/>
          <p:nvPr/>
        </p:nvSpPr>
        <p:spPr>
          <a:xfrm>
            <a:off x="9312241" y="823557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D5329C5-79EF-FE54-2EB4-215B27817DAF}"/>
              </a:ext>
            </a:extLst>
          </p:cNvPr>
          <p:cNvSpPr/>
          <p:nvPr/>
        </p:nvSpPr>
        <p:spPr>
          <a:xfrm>
            <a:off x="9846550" y="824235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5162648-059D-A890-F3AF-FCBA25532F2E}"/>
              </a:ext>
            </a:extLst>
          </p:cNvPr>
          <p:cNvSpPr/>
          <p:nvPr/>
        </p:nvSpPr>
        <p:spPr>
          <a:xfrm>
            <a:off x="10377472" y="824235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2A418E8-C745-7AB1-633D-5B5965D42DAE}"/>
              </a:ext>
            </a:extLst>
          </p:cNvPr>
          <p:cNvSpPr/>
          <p:nvPr/>
        </p:nvSpPr>
        <p:spPr>
          <a:xfrm>
            <a:off x="10908394" y="822072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5" name="Freeform 118">
            <a:extLst>
              <a:ext uri="{FF2B5EF4-FFF2-40B4-BE49-F238E27FC236}">
                <a16:creationId xmlns:a16="http://schemas.microsoft.com/office/drawing/2014/main" id="{E38E7178-19DA-EC6B-19B6-696F745C2AD7}"/>
              </a:ext>
            </a:extLst>
          </p:cNvPr>
          <p:cNvSpPr/>
          <p:nvPr/>
        </p:nvSpPr>
        <p:spPr>
          <a:xfrm>
            <a:off x="11531455" y="8258413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89E46052-936F-913D-E708-2C1133F42FCC}"/>
              </a:ext>
            </a:extLst>
          </p:cNvPr>
          <p:cNvSpPr/>
          <p:nvPr/>
        </p:nvSpPr>
        <p:spPr>
          <a:xfrm>
            <a:off x="15209881" y="7608860"/>
            <a:ext cx="2655408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20A9FBC0-1D8C-3492-E1C2-E62202422C6F}"/>
              </a:ext>
            </a:extLst>
          </p:cNvPr>
          <p:cNvSpPr/>
          <p:nvPr/>
        </p:nvSpPr>
        <p:spPr>
          <a:xfrm>
            <a:off x="15209881" y="823557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4ACC1320-4053-10F8-4119-A3475BEC1A9A}"/>
              </a:ext>
            </a:extLst>
          </p:cNvPr>
          <p:cNvSpPr/>
          <p:nvPr/>
        </p:nvSpPr>
        <p:spPr>
          <a:xfrm>
            <a:off x="15744190" y="824235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27D72B0F-44AB-2E7C-BD7D-D7664A44EFBE}"/>
              </a:ext>
            </a:extLst>
          </p:cNvPr>
          <p:cNvSpPr/>
          <p:nvPr/>
        </p:nvSpPr>
        <p:spPr>
          <a:xfrm>
            <a:off x="16275112" y="824235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CEDB5EA-76CD-BAAE-FB5C-73859890078A}"/>
              </a:ext>
            </a:extLst>
          </p:cNvPr>
          <p:cNvSpPr/>
          <p:nvPr/>
        </p:nvSpPr>
        <p:spPr>
          <a:xfrm>
            <a:off x="16806034" y="822072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" name="Freeform 118">
            <a:extLst>
              <a:ext uri="{FF2B5EF4-FFF2-40B4-BE49-F238E27FC236}">
                <a16:creationId xmlns:a16="http://schemas.microsoft.com/office/drawing/2014/main" id="{06424C83-21A7-E73D-CCA5-1DED78243B05}"/>
              </a:ext>
            </a:extLst>
          </p:cNvPr>
          <p:cNvSpPr/>
          <p:nvPr/>
        </p:nvSpPr>
        <p:spPr>
          <a:xfrm>
            <a:off x="17429095" y="8258413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2362CDE3-4DD9-A170-C29E-BEA478BB9653}"/>
              </a:ext>
            </a:extLst>
          </p:cNvPr>
          <p:cNvSpPr/>
          <p:nvPr/>
        </p:nvSpPr>
        <p:spPr>
          <a:xfrm>
            <a:off x="6492966" y="2383893"/>
            <a:ext cx="2568448" cy="6898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</a:t>
            </a:r>
            <a:r>
              <a:rPr lang="fr-FR" sz="2000" dirty="0">
                <a:solidFill>
                  <a:srgbClr val="000005"/>
                </a:solidFill>
              </a:rPr>
              <a:t>INFO743) Réseau et sécurité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77BE5B36-D106-CAD0-5581-C4A93F4E5EC8}"/>
              </a:ext>
            </a:extLst>
          </p:cNvPr>
          <p:cNvSpPr/>
          <p:nvPr/>
        </p:nvSpPr>
        <p:spPr>
          <a:xfrm>
            <a:off x="6527996" y="310673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7A2711C2-D7C3-1C6B-D986-26315CEEC6E5}"/>
              </a:ext>
            </a:extLst>
          </p:cNvPr>
          <p:cNvSpPr/>
          <p:nvPr/>
        </p:nvSpPr>
        <p:spPr>
          <a:xfrm>
            <a:off x="6456316" y="3736577"/>
            <a:ext cx="2617312" cy="6898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a typeface="Calibri"/>
                <a:cs typeface="Calibri"/>
              </a:rPr>
              <a:t>EASI744 - Contrôle / commande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1B6F99FF-BB1E-E895-239C-74B0B2D6E3CF}"/>
              </a:ext>
            </a:extLst>
          </p:cNvPr>
          <p:cNvSpPr/>
          <p:nvPr/>
        </p:nvSpPr>
        <p:spPr>
          <a:xfrm>
            <a:off x="9473354" y="2392195"/>
            <a:ext cx="2453838" cy="6815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</a:rPr>
              <a:t>PROJ842 Traitement de l'information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AAA571F3-C727-B195-CD57-8614A6FDEB1A}"/>
              </a:ext>
            </a:extLst>
          </p:cNvPr>
          <p:cNvSpPr/>
          <p:nvPr/>
        </p:nvSpPr>
        <p:spPr>
          <a:xfrm>
            <a:off x="9471014" y="311358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5C2534A-64FE-0A58-121C-B9A1345516EE}"/>
              </a:ext>
            </a:extLst>
          </p:cNvPr>
          <p:cNvSpPr/>
          <p:nvPr/>
        </p:nvSpPr>
        <p:spPr>
          <a:xfrm>
            <a:off x="10000716" y="311638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4232C328-B304-B707-6CD8-2DBDFC3E8FDF}"/>
              </a:ext>
            </a:extLst>
          </p:cNvPr>
          <p:cNvSpPr/>
          <p:nvPr/>
        </p:nvSpPr>
        <p:spPr>
          <a:xfrm>
            <a:off x="12355802" y="2392923"/>
            <a:ext cx="2501304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latin typeface="Helvetica"/>
                <a:cs typeface="Helvetica"/>
              </a:rPr>
              <a:t>DATA942</a:t>
            </a:r>
            <a:endParaRPr lang="fr-FR" sz="2000" dirty="0">
              <a:solidFill>
                <a:srgbClr val="000005"/>
              </a:solidFill>
              <a:effectLst/>
              <a:latin typeface="Helvetica"/>
              <a:cs typeface="Helvetica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0FDEEDD-5099-DC66-2A52-849B89102A03}"/>
              </a:ext>
            </a:extLst>
          </p:cNvPr>
          <p:cNvSpPr/>
          <p:nvPr/>
        </p:nvSpPr>
        <p:spPr>
          <a:xfrm>
            <a:off x="12397318" y="288413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1" name="Freeform 31">
            <a:extLst>
              <a:ext uri="{FF2B5EF4-FFF2-40B4-BE49-F238E27FC236}">
                <a16:creationId xmlns:a16="http://schemas.microsoft.com/office/drawing/2014/main" id="{B33F430C-C82C-7FAB-B964-7F6E70F28A9E}"/>
              </a:ext>
            </a:extLst>
          </p:cNvPr>
          <p:cNvSpPr/>
          <p:nvPr/>
        </p:nvSpPr>
        <p:spPr>
          <a:xfrm>
            <a:off x="12355803" y="3736577"/>
            <a:ext cx="2501304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latin typeface="Helvetica"/>
                <a:cs typeface="Helvetica"/>
              </a:rPr>
              <a:t>EASI943</a:t>
            </a:r>
            <a:endParaRPr lang="fr-FR" sz="2000" dirty="0">
              <a:solidFill>
                <a:srgbClr val="000005"/>
              </a:solidFill>
              <a:effectLst/>
              <a:latin typeface="Helvetica"/>
              <a:cs typeface="Helvetica"/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E08FD7D-E7E1-FD64-36A1-EEF28E05E945}"/>
              </a:ext>
            </a:extLst>
          </p:cNvPr>
          <p:cNvSpPr/>
          <p:nvPr/>
        </p:nvSpPr>
        <p:spPr>
          <a:xfrm>
            <a:off x="6527996" y="445592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D5F96FA-A0D0-C947-AE33-6356779832DA}"/>
              </a:ext>
            </a:extLst>
          </p:cNvPr>
          <p:cNvSpPr/>
          <p:nvPr/>
        </p:nvSpPr>
        <p:spPr>
          <a:xfrm>
            <a:off x="12397318" y="423455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D4C91D1B-4032-01CD-B5C4-7E030794003D}"/>
              </a:ext>
            </a:extLst>
          </p:cNvPr>
          <p:cNvSpPr/>
          <p:nvPr/>
        </p:nvSpPr>
        <p:spPr>
          <a:xfrm>
            <a:off x="3507724" y="426410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7902054"/>
            <a:ext cx="4380029" cy="2242390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582E17C8-521A-20A3-CBDF-35C58238D031}"/>
              </a:ext>
            </a:extLst>
          </p:cNvPr>
          <p:cNvSpPr/>
          <p:nvPr/>
        </p:nvSpPr>
        <p:spPr>
          <a:xfrm>
            <a:off x="431803" y="8658983"/>
            <a:ext cx="3839945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PROJ541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8AD7CCD4-2C10-EF3C-47FB-10B076A74D33}"/>
              </a:ext>
            </a:extLst>
          </p:cNvPr>
          <p:cNvSpPr/>
          <p:nvPr/>
        </p:nvSpPr>
        <p:spPr>
          <a:xfrm>
            <a:off x="431803" y="9326820"/>
            <a:ext cx="3839945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(PROJ641 APP)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819A02EB-ED87-3974-5E4D-BE05D9255F43}"/>
              </a:ext>
            </a:extLst>
          </p:cNvPr>
          <p:cNvSpPr/>
          <p:nvPr/>
        </p:nvSpPr>
        <p:spPr>
          <a:xfrm>
            <a:off x="4965135" y="8662649"/>
            <a:ext cx="3839945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PROJ541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770E6CF-5E7F-B712-A522-2ED16B1A5CDB}"/>
              </a:ext>
            </a:extLst>
          </p:cNvPr>
          <p:cNvSpPr/>
          <p:nvPr/>
        </p:nvSpPr>
        <p:spPr>
          <a:xfrm>
            <a:off x="4965135" y="9330486"/>
            <a:ext cx="3839945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(PROJ641 APP)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1F4B317A-0DB2-DE35-06D8-1952A05525B9}"/>
              </a:ext>
            </a:extLst>
          </p:cNvPr>
          <p:cNvSpPr/>
          <p:nvPr/>
        </p:nvSpPr>
        <p:spPr>
          <a:xfrm>
            <a:off x="9509838" y="8658983"/>
            <a:ext cx="3839945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PROJ541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82DB67C1-D153-0E46-02D3-68AE168790A3}"/>
              </a:ext>
            </a:extLst>
          </p:cNvPr>
          <p:cNvSpPr/>
          <p:nvPr/>
        </p:nvSpPr>
        <p:spPr>
          <a:xfrm>
            <a:off x="9509838" y="9326820"/>
            <a:ext cx="3839945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(PROJ641 APP)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E28D574E-3A8B-B472-7D2C-2CC824F0BF52}"/>
              </a:ext>
            </a:extLst>
          </p:cNvPr>
          <p:cNvSpPr/>
          <p:nvPr/>
        </p:nvSpPr>
        <p:spPr>
          <a:xfrm>
            <a:off x="421182" y="2805400"/>
            <a:ext cx="3839945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a typeface="Calibri"/>
                <a:cs typeface="Calibri"/>
              </a:rPr>
              <a:t>Coefficient de Fresnel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66C1FE5D-E85C-185D-B127-316E8BFA6BF8}"/>
              </a:ext>
            </a:extLst>
          </p:cNvPr>
          <p:cNvSpPr/>
          <p:nvPr/>
        </p:nvSpPr>
        <p:spPr>
          <a:xfrm>
            <a:off x="9525717" y="8043529"/>
            <a:ext cx="3824066" cy="4652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EASI541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3CFA1F5-11DD-29B9-17A3-0DAB90CC130F}"/>
              </a:ext>
            </a:extLst>
          </p:cNvPr>
          <p:cNvSpPr/>
          <p:nvPr/>
        </p:nvSpPr>
        <p:spPr>
          <a:xfrm>
            <a:off x="14042752" y="2805399"/>
            <a:ext cx="3824066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</a:rPr>
              <a:t>INFO </a:t>
            </a:r>
            <a:r>
              <a:rPr lang="fr-FR" sz="2000" dirty="0">
                <a:solidFill>
                  <a:srgbClr val="000005"/>
                </a:solidFill>
              </a:rPr>
              <a:t>641</a:t>
            </a:r>
            <a:r>
              <a:rPr lang="fr-FR" sz="2000" dirty="0">
                <a:solidFill>
                  <a:srgbClr val="000005"/>
                </a:solidFill>
                <a:effectLst/>
              </a:rPr>
              <a:t> </a:t>
            </a:r>
            <a:r>
              <a:rPr lang="fr-FR" sz="2000" dirty="0">
                <a:solidFill>
                  <a:srgbClr val="000005"/>
                </a:solidFill>
              </a:rPr>
              <a:t>(SE)</a:t>
            </a:r>
            <a:r>
              <a:rPr lang="fr-FR" sz="2000" dirty="0">
                <a:solidFill>
                  <a:srgbClr val="000005"/>
                </a:solidFill>
                <a:effectLst/>
              </a:rPr>
              <a:t> 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B921F442-B56D-FC71-A5F4-1ECBE3053A34}"/>
              </a:ext>
            </a:extLst>
          </p:cNvPr>
          <p:cNvSpPr/>
          <p:nvPr/>
        </p:nvSpPr>
        <p:spPr>
          <a:xfrm>
            <a:off x="14016252" y="8680308"/>
            <a:ext cx="3839945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</a:rPr>
              <a:t>APP INFO 642 (web)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209F-0DEF-FCC6-87EB-DBFC43707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C91D9FF8-0816-0F64-D3E1-8364F75BEB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725CEA2B-5F26-6844-1B1B-EC86E09535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7CB06134-346F-E182-6C23-3E34E45D75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27E044C-018F-03B0-0257-4EC47943E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F8D4D62-C787-87FB-725F-E268DFE0E29A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E952686-DB67-C956-2E6D-B8B4BCAFA5AE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B4765A8-73E2-02E6-C7DC-BF488C427126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9465D1A-CC85-C0A8-DFEC-276972E352F3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E2E7F3EB-DECD-C096-3CB6-08055B1F5A62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040C74B-9DF8-FC92-876D-01FBC7951E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12688EDA-3AC8-494A-FA45-4EFD90AC9C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51908767-F68D-A41B-B7FD-13B40151BF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44EF371F-4321-2498-1556-B5AD6604F8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565E9FE5-820C-875D-1BA2-7E056221F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AF12021-72A8-7F7F-5A01-239ECC339DD6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471289FF-E851-4F24-F5CB-7952AB9549E4}"/>
              </a:ext>
            </a:extLst>
          </p:cNvPr>
          <p:cNvSpPr/>
          <p:nvPr/>
        </p:nvSpPr>
        <p:spPr>
          <a:xfrm>
            <a:off x="9218539" y="7644984"/>
            <a:ext cx="4380029" cy="2499460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AD6A76B3-1354-7EB5-39E9-4C8086F87529}"/>
              </a:ext>
            </a:extLst>
          </p:cNvPr>
          <p:cNvSpPr/>
          <p:nvPr/>
        </p:nvSpPr>
        <p:spPr>
          <a:xfrm>
            <a:off x="4684118" y="7644984"/>
            <a:ext cx="4380029" cy="2499460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30C9A17C-8B04-CDC5-01D5-E54A2665314E}"/>
              </a:ext>
            </a:extLst>
          </p:cNvPr>
          <p:cNvSpPr/>
          <p:nvPr/>
        </p:nvSpPr>
        <p:spPr>
          <a:xfrm>
            <a:off x="151141" y="7150308"/>
            <a:ext cx="4380029" cy="2990985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A1475BE8-1EAC-24C4-8CDD-9B41F6D947CD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3FD70671-DED3-A46B-4A5E-66E25D5274AD}"/>
              </a:ext>
            </a:extLst>
          </p:cNvPr>
          <p:cNvSpPr/>
          <p:nvPr/>
        </p:nvSpPr>
        <p:spPr>
          <a:xfrm>
            <a:off x="501973" y="8746756"/>
            <a:ext cx="3740244" cy="5770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(PROJ741 APP) 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D48A389F-6D0E-1311-D049-02E0BBE34A64}"/>
              </a:ext>
            </a:extLst>
          </p:cNvPr>
          <p:cNvSpPr/>
          <p:nvPr/>
        </p:nvSpPr>
        <p:spPr>
          <a:xfrm>
            <a:off x="501973" y="8044298"/>
            <a:ext cx="3740244" cy="53339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PACI841</a:t>
            </a:r>
            <a:r>
              <a:rPr lang="fr-FR" sz="2000" dirty="0">
                <a:ea typeface="Calibri"/>
                <a:cs typeface="Calibri"/>
              </a:rPr>
              <a:t>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FB5831EE-80B5-0825-D174-D973D21EF5F6}"/>
              </a:ext>
            </a:extLst>
          </p:cNvPr>
          <p:cNvSpPr/>
          <p:nvPr/>
        </p:nvSpPr>
        <p:spPr>
          <a:xfrm>
            <a:off x="501973" y="9492886"/>
            <a:ext cx="3740244" cy="5788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PROJ841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EA592A31-9D27-899D-F598-037FF17D90F6}"/>
              </a:ext>
            </a:extLst>
          </p:cNvPr>
          <p:cNvSpPr/>
          <p:nvPr/>
        </p:nvSpPr>
        <p:spPr>
          <a:xfrm>
            <a:off x="5031501" y="8672260"/>
            <a:ext cx="3740244" cy="5770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(PROJ741 APP) 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7265A573-1C8D-CA6A-56A1-591481BF6A0D}"/>
              </a:ext>
            </a:extLst>
          </p:cNvPr>
          <p:cNvSpPr/>
          <p:nvPr/>
        </p:nvSpPr>
        <p:spPr>
          <a:xfrm>
            <a:off x="5031501" y="7969802"/>
            <a:ext cx="3740244" cy="53339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PACI841</a:t>
            </a:r>
            <a:r>
              <a:rPr lang="fr-FR" sz="2000" dirty="0">
                <a:ea typeface="Calibri"/>
                <a:cs typeface="Calibri"/>
              </a:rPr>
              <a:t>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B1C34E71-2E7A-24EC-912E-B6641AAEEA29}"/>
              </a:ext>
            </a:extLst>
          </p:cNvPr>
          <p:cNvSpPr/>
          <p:nvPr/>
        </p:nvSpPr>
        <p:spPr>
          <a:xfrm>
            <a:off x="5031501" y="9418390"/>
            <a:ext cx="3740244" cy="5788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PROJ841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3A5AAA6-837F-7609-ABAD-548930721250}"/>
              </a:ext>
            </a:extLst>
          </p:cNvPr>
          <p:cNvSpPr/>
          <p:nvPr/>
        </p:nvSpPr>
        <p:spPr>
          <a:xfrm>
            <a:off x="9561030" y="8011529"/>
            <a:ext cx="3740244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EASI843</a:t>
            </a: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)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312335AD-D8B5-FA21-67B7-084D33CA55F6}"/>
              </a:ext>
            </a:extLst>
          </p:cNvPr>
          <p:cNvSpPr/>
          <p:nvPr/>
        </p:nvSpPr>
        <p:spPr>
          <a:xfrm>
            <a:off x="9561029" y="8692275"/>
            <a:ext cx="3740244" cy="5770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(PROJ741 APP) 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001881EF-4AD3-1711-986D-64E0683AE021}"/>
              </a:ext>
            </a:extLst>
          </p:cNvPr>
          <p:cNvSpPr/>
          <p:nvPr/>
        </p:nvSpPr>
        <p:spPr>
          <a:xfrm>
            <a:off x="9561029" y="9408425"/>
            <a:ext cx="3740244" cy="5788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PROJ841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3851DC69-CFE6-CEB4-08F3-84C03BB2DD9C}"/>
              </a:ext>
            </a:extLst>
          </p:cNvPr>
          <p:cNvSpPr/>
          <p:nvPr/>
        </p:nvSpPr>
        <p:spPr>
          <a:xfrm>
            <a:off x="13964781" y="2853514"/>
            <a:ext cx="3963456" cy="6898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</a:t>
            </a:r>
            <a:r>
              <a:rPr lang="fr-FR" sz="2000" dirty="0">
                <a:solidFill>
                  <a:srgbClr val="000005"/>
                </a:solidFill>
              </a:rPr>
              <a:t>INFO743) Réseau et sécurité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73F5ED6D-AD7B-A91E-83FF-BE40B91ED47F}"/>
              </a:ext>
            </a:extLst>
          </p:cNvPr>
          <p:cNvSpPr/>
          <p:nvPr/>
        </p:nvSpPr>
        <p:spPr>
          <a:xfrm>
            <a:off x="13964781" y="3780437"/>
            <a:ext cx="3963456" cy="65700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</a:rPr>
              <a:t>PROJ842 Traitement de l'information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44065263-998E-EB4C-D2F2-B01311D6F0BC}"/>
              </a:ext>
            </a:extLst>
          </p:cNvPr>
          <p:cNvSpPr/>
          <p:nvPr/>
        </p:nvSpPr>
        <p:spPr>
          <a:xfrm>
            <a:off x="4892404" y="2853514"/>
            <a:ext cx="3963456" cy="65700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</a:rPr>
              <a:t>PROJ842 Traitement de l'information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88B9F70B-F201-8494-CA6A-37118C4729F5}"/>
              </a:ext>
            </a:extLst>
          </p:cNvPr>
          <p:cNvSpPr/>
          <p:nvPr/>
        </p:nvSpPr>
        <p:spPr>
          <a:xfrm>
            <a:off x="9561029" y="2853514"/>
            <a:ext cx="3740244" cy="6898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a typeface="Calibri"/>
                <a:cs typeface="Calibri"/>
              </a:rPr>
              <a:t>EASI744 - Contrôle / commande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9E68A4A5-A09B-E1FD-0588-3A5983C1DD6A}"/>
              </a:ext>
            </a:extLst>
          </p:cNvPr>
          <p:cNvSpPr/>
          <p:nvPr/>
        </p:nvSpPr>
        <p:spPr>
          <a:xfrm>
            <a:off x="501974" y="7360701"/>
            <a:ext cx="3740244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(PACI742) 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F8C28F9E-2A41-4582-D855-8D1A8FF2CFDE}"/>
              </a:ext>
            </a:extLst>
          </p:cNvPr>
          <p:cNvSpPr/>
          <p:nvPr/>
        </p:nvSpPr>
        <p:spPr>
          <a:xfrm>
            <a:off x="13964781" y="8894714"/>
            <a:ext cx="3963456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(INFO741)</a:t>
            </a:r>
          </a:p>
        </p:txBody>
      </p:sp>
    </p:spTree>
    <p:extLst>
      <p:ext uri="{BB962C8B-B14F-4D97-AF65-F5344CB8AC3E}">
        <p14:creationId xmlns:p14="http://schemas.microsoft.com/office/powerpoint/2010/main" val="148471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06DB-40FE-A6C5-B9F5-02D74938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D770E264-2DBB-24AF-C85D-F54CED3F01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70645521-C179-EF7B-543B-CC4B661F38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81E5942F-A126-826C-6EA2-150EA25E8E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85E85752-7389-36B2-5AAB-CCEA23526D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3CE96762-67C1-8012-2528-29888CF2E39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0D2F6D7-68A2-561B-12DA-40DCB20E279B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E4C5495-5398-357E-FE0E-1BC40172D056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16EEDAC-1A16-B647-65AF-0BDEE443370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18024EEE-60E7-AA82-D5A9-DAB9EF5B5087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618D4004-2F04-143E-1ABF-6403F6CEFE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(S9 et S10)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6C925277-B57C-65F3-DE5F-E158872A23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D25E8E5D-8ABB-E33D-B6C5-AC43CA32F5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388C102-4578-6285-064A-04E4ECEC2F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7BB0E38E-D59D-F23D-CECA-6303B13DE1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85CF6B2-EA81-6CB2-E4D7-5667189BDD3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338F5E97-A574-700C-71F7-CFE3A3865F22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3EA2F80F-ACE5-FE2C-2D69-F330B0973130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E9EAE592-B895-C7D7-2EFC-93F49B31EFDF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326CEBAB-7FA9-DB94-B9BB-944CA0F76E70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714830C1-50CB-B5E8-121E-EBEFF77B6437}"/>
              </a:ext>
            </a:extLst>
          </p:cNvPr>
          <p:cNvSpPr/>
          <p:nvPr/>
        </p:nvSpPr>
        <p:spPr>
          <a:xfrm>
            <a:off x="457495" y="8765215"/>
            <a:ext cx="3874662" cy="48957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(PROJ943 APP)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EBCB4B48-1B05-0107-EBE8-DEE3077B922D}"/>
              </a:ext>
            </a:extLst>
          </p:cNvPr>
          <p:cNvSpPr/>
          <p:nvPr/>
        </p:nvSpPr>
        <p:spPr>
          <a:xfrm>
            <a:off x="457494" y="9463459"/>
            <a:ext cx="3874663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(EASI941)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F200717B-8F9F-6E3F-796F-EF0FC4BBB7F8}"/>
              </a:ext>
            </a:extLst>
          </p:cNvPr>
          <p:cNvSpPr/>
          <p:nvPr/>
        </p:nvSpPr>
        <p:spPr>
          <a:xfrm>
            <a:off x="4887020" y="8763860"/>
            <a:ext cx="3994824" cy="469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(PROJ943 APP)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4641B7F8-B498-75DF-0A67-7DE515756895}"/>
              </a:ext>
            </a:extLst>
          </p:cNvPr>
          <p:cNvSpPr/>
          <p:nvPr/>
        </p:nvSpPr>
        <p:spPr>
          <a:xfrm>
            <a:off x="4887020" y="9399467"/>
            <a:ext cx="3994824" cy="48957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PROJ942 (IT + INFO)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43D4D44B-7583-6DC0-C1A0-805BF42364D7}"/>
              </a:ext>
            </a:extLst>
          </p:cNvPr>
          <p:cNvSpPr/>
          <p:nvPr/>
        </p:nvSpPr>
        <p:spPr>
          <a:xfrm>
            <a:off x="4887020" y="2907617"/>
            <a:ext cx="3987158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latin typeface="Helvetica"/>
                <a:cs typeface="Helvetica"/>
              </a:rPr>
              <a:t>DATA942</a:t>
            </a:r>
            <a:endParaRPr lang="fr-FR" sz="2000" dirty="0">
              <a:solidFill>
                <a:srgbClr val="000005"/>
              </a:solidFill>
              <a:effectLst/>
              <a:latin typeface="Helvetica"/>
              <a:cs typeface="Helvetica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C6EF4480-3EEC-245F-3B85-E38FB2DD1B84}"/>
              </a:ext>
            </a:extLst>
          </p:cNvPr>
          <p:cNvSpPr/>
          <p:nvPr/>
        </p:nvSpPr>
        <p:spPr>
          <a:xfrm>
            <a:off x="9488997" y="8763859"/>
            <a:ext cx="3957179" cy="469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(PROJ943 APP)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ED815F73-6CA9-4E5D-092C-B92EB92DD6B5}"/>
              </a:ext>
            </a:extLst>
          </p:cNvPr>
          <p:cNvSpPr/>
          <p:nvPr/>
        </p:nvSpPr>
        <p:spPr>
          <a:xfrm>
            <a:off x="9488997" y="2907617"/>
            <a:ext cx="3957179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latin typeface="Helvetica"/>
                <a:cs typeface="Helvetica"/>
              </a:rPr>
              <a:t>EASI943</a:t>
            </a:r>
            <a:endParaRPr lang="fr-FR" sz="2000" dirty="0">
              <a:solidFill>
                <a:srgbClr val="000005"/>
              </a:solidFill>
              <a:effectLst/>
              <a:latin typeface="Helvetica"/>
              <a:cs typeface="Helvetica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EC90EF6-60DB-2E4A-B0BD-1B13DE79067D}"/>
              </a:ext>
            </a:extLst>
          </p:cNvPr>
          <p:cNvSpPr/>
          <p:nvPr/>
        </p:nvSpPr>
        <p:spPr>
          <a:xfrm>
            <a:off x="13995522" y="8795707"/>
            <a:ext cx="3834983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(EASI941)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D2D7FB95-5716-2204-9252-E62CAD9906E5}"/>
              </a:ext>
            </a:extLst>
          </p:cNvPr>
          <p:cNvSpPr/>
          <p:nvPr/>
        </p:nvSpPr>
        <p:spPr>
          <a:xfrm>
            <a:off x="13995522" y="9488396"/>
            <a:ext cx="3834983" cy="45242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PROJ942 (IT + INFO)</a:t>
            </a:r>
          </a:p>
        </p:txBody>
      </p:sp>
    </p:spTree>
    <p:extLst>
      <p:ext uri="{BB962C8B-B14F-4D97-AF65-F5344CB8AC3E}">
        <p14:creationId xmlns:p14="http://schemas.microsoft.com/office/powerpoint/2010/main" val="248039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9dd84554855137b3c4e9941de9ea473a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97d1f51a261b32c39cf293dd3671caf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  <ds:schemaRef ds:uri="64984f8b-2057-4450-93f2-8aa5e6a062ce"/>
    <ds:schemaRef ds:uri="5a932de8-014e-4395-a210-acace869bdb6"/>
  </ds:schemaRefs>
</ds:datastoreItem>
</file>

<file path=customXml/itemProps3.xml><?xml version="1.0" encoding="utf-8"?>
<ds:datastoreItem xmlns:ds="http://schemas.openxmlformats.org/officeDocument/2006/customXml" ds:itemID="{BA969419-8C3D-41EE-97A7-2B7506172EA1}"/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1289</Words>
  <Application>Microsoft Macintosh PowerPoint</Application>
  <PresentationFormat>Personnalisé</PresentationFormat>
  <Paragraphs>624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Calibri</vt:lpstr>
      <vt:lpstr>Segoe UI</vt:lpstr>
      <vt:lpstr>Arial</vt:lpstr>
      <vt:lpstr>Helvetica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229</cp:revision>
  <dcterms:created xsi:type="dcterms:W3CDTF">2006-08-16T00:00:00Z</dcterms:created>
  <dcterms:modified xsi:type="dcterms:W3CDTF">2025-09-23T19:44:31Z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