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71" r:id="rId7"/>
    <p:sldId id="274" r:id="rId8"/>
    <p:sldId id="275" r:id="rId9"/>
    <p:sldId id="260" r:id="rId10"/>
    <p:sldId id="276" r:id="rId11"/>
    <p:sldId id="261" r:id="rId12"/>
    <p:sldId id="273" r:id="rId13"/>
    <p:sldId id="267" r:id="rId14"/>
    <p:sldId id="264" r:id="rId15"/>
    <p:sldId id="265" r:id="rId16"/>
    <p:sldId id="259" r:id="rId17"/>
    <p:sldId id="269" r:id="rId18"/>
    <p:sldId id="270" r:id="rId19"/>
    <p:sldId id="262" r:id="rId20"/>
    <p:sldId id="263" r:id="rId21"/>
  </p:sldIdLst>
  <p:sldSz cx="18288000" cy="10287000"/>
  <p:notesSz cx="6858000" cy="9144000"/>
  <p:embeddedFontLst>
    <p:embeddedFont>
      <p:font typeface="Helvetica" panose="020B0604020202020204" pitchFamily="34" charset="0"/>
      <p:regular r:id="rId22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FE3"/>
    <a:srgbClr val="DDDCDC"/>
    <a:srgbClr val="8C4BE2"/>
    <a:srgbClr val="FBD49E"/>
    <a:srgbClr val="A8DBBA"/>
    <a:srgbClr val="A0C9EB"/>
    <a:srgbClr val="545454"/>
    <a:srgbClr val="4FA954"/>
    <a:srgbClr val="1E7ACC"/>
    <a:srgbClr val="F49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5F2011-1BD1-770B-1D46-8A3442ED7DF8}" v="189" dt="2025-05-16T14:13:35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2"/>
    <p:restoredTop sz="94723"/>
  </p:normalViewPr>
  <p:slideViewPr>
    <p:cSldViewPr snapToGrid="0">
      <p:cViewPr varScale="1">
        <p:scale>
          <a:sx n="76" d="100"/>
          <a:sy n="76" d="100"/>
        </p:scale>
        <p:origin x="1176" y="5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CARTOGRAPHIE SNI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494029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494029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ACDF-F7F3-E3A5-EA49-DBB4640F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D57DD1A-B2E0-C6A9-8DA7-320194D61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41BE71-3279-679C-F159-01BEF143C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D62148-34D9-7B53-804E-2004F689C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45538A11-71D4-C1B4-6840-6C009355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F50BA23A-81C9-E98D-4374-446CE2CBD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9848453-1C4D-1F6D-1DDF-9A02C2FDDA15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299214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0214908-714E-1D11-41D1-217CBBECA63B}"/>
              </a:ext>
            </a:extLst>
          </p:cNvPr>
          <p:cNvSpPr>
            <a:spLocks/>
          </p:cNvSpPr>
          <p:nvPr/>
        </p:nvSpPr>
        <p:spPr>
          <a:xfrm>
            <a:off x="427182" y="5143499"/>
            <a:ext cx="17433636" cy="3155075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07EE84B-735D-9AAF-E93B-5AE3B55C9063}"/>
              </a:ext>
            </a:extLst>
          </p:cNvPr>
          <p:cNvSpPr>
            <a:spLocks/>
          </p:cNvSpPr>
          <p:nvPr/>
        </p:nvSpPr>
        <p:spPr>
          <a:xfrm>
            <a:off x="427182" y="8804460"/>
            <a:ext cx="17433636" cy="1173218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88DDC145-8B3D-45C5-13D2-FE2A57B227BF}"/>
              </a:ext>
            </a:extLst>
          </p:cNvPr>
          <p:cNvSpPr>
            <a:spLocks/>
          </p:cNvSpPr>
          <p:nvPr/>
        </p:nvSpPr>
        <p:spPr>
          <a:xfrm>
            <a:off x="771011" y="8417362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Stage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28C85AC-D911-F784-5D64-FC15D2C924AD}"/>
              </a:ext>
            </a:extLst>
          </p:cNvPr>
          <p:cNvSpPr>
            <a:spLocks/>
          </p:cNvSpPr>
          <p:nvPr/>
        </p:nvSpPr>
        <p:spPr>
          <a:xfrm>
            <a:off x="771012" y="4919143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19ABAAD2-03F8-5218-3DBE-B633C5CA00E4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A84399E-F74B-332F-8F6D-188FE8A79215}"/>
              </a:ext>
            </a:extLst>
          </p:cNvPr>
          <p:cNvSpPr/>
          <p:nvPr/>
        </p:nvSpPr>
        <p:spPr>
          <a:xfrm>
            <a:off x="771222" y="2085225"/>
            <a:ext cx="3824067" cy="4652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PROJ541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8539CE36-66D0-A059-EFC5-DEDE70B8DECC}"/>
              </a:ext>
            </a:extLst>
          </p:cNvPr>
          <p:cNvSpPr/>
          <p:nvPr/>
        </p:nvSpPr>
        <p:spPr>
          <a:xfrm>
            <a:off x="764710" y="2776951"/>
            <a:ext cx="3824066" cy="4652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EASI541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EA186CEA-EBDE-FD53-B631-FC9D84F9F912}"/>
              </a:ext>
            </a:extLst>
          </p:cNvPr>
          <p:cNvSpPr/>
          <p:nvPr/>
        </p:nvSpPr>
        <p:spPr>
          <a:xfrm>
            <a:off x="9158081" y="2768999"/>
            <a:ext cx="4403289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</a:rPr>
              <a:t>APP INFO 642 (web) 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5F0D630-1B40-75B1-0A9E-B20D66327826}"/>
              </a:ext>
            </a:extLst>
          </p:cNvPr>
          <p:cNvSpPr/>
          <p:nvPr/>
        </p:nvSpPr>
        <p:spPr>
          <a:xfrm>
            <a:off x="9158081" y="1988425"/>
            <a:ext cx="5521796" cy="5620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(PROJ641 APP)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589FF1F8-07A3-27B2-B1CA-412F1B36CE83}"/>
              </a:ext>
            </a:extLst>
          </p:cNvPr>
          <p:cNvSpPr/>
          <p:nvPr/>
        </p:nvSpPr>
        <p:spPr>
          <a:xfrm>
            <a:off x="9158081" y="9113673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Expérience professionnelle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B64C138-6927-996B-B462-662C0040286B}"/>
              </a:ext>
            </a:extLst>
          </p:cNvPr>
          <p:cNvSpPr/>
          <p:nvPr/>
        </p:nvSpPr>
        <p:spPr>
          <a:xfrm>
            <a:off x="4939329" y="208522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6E549ED-FE64-0695-3DFE-46AD8BA02EB6}"/>
              </a:ext>
            </a:extLst>
          </p:cNvPr>
          <p:cNvSpPr/>
          <p:nvPr/>
        </p:nvSpPr>
        <p:spPr>
          <a:xfrm>
            <a:off x="5697625" y="208961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B0B7E777-A716-0BE1-B46F-EEEFDB49B62D}"/>
              </a:ext>
            </a:extLst>
          </p:cNvPr>
          <p:cNvSpPr/>
          <p:nvPr/>
        </p:nvSpPr>
        <p:spPr>
          <a:xfrm>
            <a:off x="6460402" y="208667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2F463F39-C854-8E2A-6C77-7EDDF311B985}"/>
              </a:ext>
            </a:extLst>
          </p:cNvPr>
          <p:cNvSpPr/>
          <p:nvPr/>
        </p:nvSpPr>
        <p:spPr>
          <a:xfrm>
            <a:off x="15029156" y="199130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FDA04BB0-5B0E-6A9A-7C06-97363BD0BE9E}"/>
              </a:ext>
            </a:extLst>
          </p:cNvPr>
          <p:cNvSpPr/>
          <p:nvPr/>
        </p:nvSpPr>
        <p:spPr>
          <a:xfrm>
            <a:off x="15787452" y="199569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EF31ABE3-B9EF-81DA-0233-82AE59D35B6C}"/>
              </a:ext>
            </a:extLst>
          </p:cNvPr>
          <p:cNvSpPr/>
          <p:nvPr/>
        </p:nvSpPr>
        <p:spPr>
          <a:xfrm>
            <a:off x="16550229" y="199275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0E3FA9A-9094-4C80-14DE-806C20C5A3F2}"/>
              </a:ext>
            </a:extLst>
          </p:cNvPr>
          <p:cNvSpPr/>
          <p:nvPr/>
        </p:nvSpPr>
        <p:spPr>
          <a:xfrm>
            <a:off x="6460402" y="273817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ADA60CC-0164-4C10-DD0C-E4F9D51C1147}"/>
              </a:ext>
            </a:extLst>
          </p:cNvPr>
          <p:cNvSpPr/>
          <p:nvPr/>
        </p:nvSpPr>
        <p:spPr>
          <a:xfrm>
            <a:off x="17213551" y="273882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4B7CB4EB-BC72-6B62-7E9F-2989E62669EB}"/>
              </a:ext>
            </a:extLst>
          </p:cNvPr>
          <p:cNvSpPr/>
          <p:nvPr/>
        </p:nvSpPr>
        <p:spPr>
          <a:xfrm>
            <a:off x="773714" y="5481319"/>
            <a:ext cx="5521796" cy="5620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</a:rPr>
              <a:t>Propriété des matériaux (thermiques) Christine?</a:t>
            </a:r>
            <a:endParaRPr lang="fr-FR" sz="2000" dirty="0">
              <a:solidFill>
                <a:srgbClr val="000005"/>
              </a:solidFill>
              <a:effectLst/>
              <a:ea typeface="Calibri"/>
              <a:cs typeface="Calibri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5CE5B72-972D-3C8E-F1B1-42B4DB7181D3}"/>
              </a:ext>
            </a:extLst>
          </p:cNvPr>
          <p:cNvSpPr/>
          <p:nvPr/>
        </p:nvSpPr>
        <p:spPr>
          <a:xfrm>
            <a:off x="6458595" y="553552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134AA4FD-6D2C-65FB-7E48-640484B0E134}"/>
              </a:ext>
            </a:extLst>
          </p:cNvPr>
          <p:cNvSpPr/>
          <p:nvPr/>
        </p:nvSpPr>
        <p:spPr>
          <a:xfrm>
            <a:off x="9158080" y="5537756"/>
            <a:ext cx="4403289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a typeface="Calibri"/>
                <a:cs typeface="Calibri"/>
              </a:rPr>
              <a:t>Coefficient de Fresnel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1C1481C-BAFA-43BA-7619-5121A4CB4D3F}"/>
              </a:ext>
            </a:extLst>
          </p:cNvPr>
          <p:cNvSpPr/>
          <p:nvPr/>
        </p:nvSpPr>
        <p:spPr>
          <a:xfrm>
            <a:off x="14019433" y="553552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113ECE33-3FC1-6E23-C952-D60757BF791E}"/>
              </a:ext>
            </a:extLst>
          </p:cNvPr>
          <p:cNvSpPr/>
          <p:nvPr/>
        </p:nvSpPr>
        <p:spPr>
          <a:xfrm>
            <a:off x="9158080" y="6347085"/>
            <a:ext cx="4403289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</a:rPr>
              <a:t>INFO </a:t>
            </a:r>
            <a:r>
              <a:rPr lang="fr-FR" sz="2000" dirty="0">
                <a:solidFill>
                  <a:srgbClr val="000005"/>
                </a:solidFill>
              </a:rPr>
              <a:t>641</a:t>
            </a:r>
            <a:r>
              <a:rPr lang="fr-FR" sz="2000" dirty="0">
                <a:solidFill>
                  <a:srgbClr val="000005"/>
                </a:solidFill>
                <a:effectLst/>
              </a:rPr>
              <a:t> </a:t>
            </a:r>
            <a:r>
              <a:rPr lang="fr-FR" sz="2000" dirty="0">
                <a:solidFill>
                  <a:srgbClr val="000005"/>
                </a:solidFill>
              </a:rPr>
              <a:t>(SE)</a:t>
            </a:r>
            <a:r>
              <a:rPr lang="fr-FR" sz="2000" dirty="0">
                <a:solidFill>
                  <a:srgbClr val="000005"/>
                </a:solidFill>
                <a:effectLst/>
              </a:rPr>
              <a:t> 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1D59174E-4103-C41B-65DB-EE98AB54084F}"/>
              </a:ext>
            </a:extLst>
          </p:cNvPr>
          <p:cNvSpPr/>
          <p:nvPr/>
        </p:nvSpPr>
        <p:spPr>
          <a:xfrm>
            <a:off x="17206451" y="6338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60522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E351-3E05-9BB1-49F0-0254E183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03B23FB0-5D69-46C4-683C-352270023D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51B47E4-18E5-379E-FDA3-AAF556087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56504E-A68B-ADDB-39D9-8054A25E35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B58614F3-CF7F-FE29-8856-6D12EB0AFC6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F80FC56-E00A-AD90-9E14-7FE8169DCE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</a:t>
            </a:r>
            <a:endParaRPr lang="en-US" sz="4800" spc="-96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596FEB78-ADC0-D60A-8910-CDFF8D6A44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AF94619-92EA-3DC6-BB66-F71E2F2E9E77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3021714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49801EC0-15FF-2814-D011-7B9AB5E41531}"/>
              </a:ext>
            </a:extLst>
          </p:cNvPr>
          <p:cNvSpPr>
            <a:spLocks/>
          </p:cNvSpPr>
          <p:nvPr/>
        </p:nvSpPr>
        <p:spPr>
          <a:xfrm>
            <a:off x="427182" y="8752740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75C6C50C-6D35-478D-78F3-2F8C3B544591}"/>
              </a:ext>
            </a:extLst>
          </p:cNvPr>
          <p:cNvSpPr>
            <a:spLocks/>
          </p:cNvSpPr>
          <p:nvPr/>
        </p:nvSpPr>
        <p:spPr>
          <a:xfrm>
            <a:off x="774582" y="846491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78F1E374-11CB-D197-093C-5D5D91CB7D4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C116DAE6-5236-7374-80C2-C86EDEDACAD8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720C9935-AE47-AC38-FE95-6E01101876BD}"/>
              </a:ext>
            </a:extLst>
          </p:cNvPr>
          <p:cNvSpPr/>
          <p:nvPr/>
        </p:nvSpPr>
        <p:spPr>
          <a:xfrm>
            <a:off x="655097" y="3858391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(INFO741)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3A45E9AB-B7AF-6973-AFDE-5FD2C1D4057A}"/>
              </a:ext>
            </a:extLst>
          </p:cNvPr>
          <p:cNvSpPr/>
          <p:nvPr/>
        </p:nvSpPr>
        <p:spPr>
          <a:xfrm>
            <a:off x="655098" y="2954166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(PACI742) 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2DCF63E1-48C3-A1EB-D39E-B40CB6CF59F7}"/>
              </a:ext>
            </a:extLst>
          </p:cNvPr>
          <p:cNvSpPr/>
          <p:nvPr/>
        </p:nvSpPr>
        <p:spPr>
          <a:xfrm>
            <a:off x="680271" y="2060689"/>
            <a:ext cx="5126691" cy="5770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(PROJ741 APP) 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2564BF4-A6A6-A4EE-D875-0254FE5CFB17}"/>
              </a:ext>
            </a:extLst>
          </p:cNvPr>
          <p:cNvSpPr/>
          <p:nvPr/>
        </p:nvSpPr>
        <p:spPr>
          <a:xfrm>
            <a:off x="9143999" y="9100891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A1EC3D52-2F1A-7061-7F5F-C1E3A894B5E4}"/>
              </a:ext>
            </a:extLst>
          </p:cNvPr>
          <p:cNvSpPr/>
          <p:nvPr/>
        </p:nvSpPr>
        <p:spPr>
          <a:xfrm>
            <a:off x="9700487" y="3779609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EASI843</a:t>
            </a:r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)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A909550C-7212-BE21-1E26-2D5865DB8B66}"/>
              </a:ext>
            </a:extLst>
          </p:cNvPr>
          <p:cNvSpPr/>
          <p:nvPr/>
        </p:nvSpPr>
        <p:spPr>
          <a:xfrm>
            <a:off x="9700487" y="2948588"/>
            <a:ext cx="5126691" cy="53339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PACI841</a:t>
            </a:r>
            <a:r>
              <a:rPr lang="fr-FR" sz="2000" dirty="0">
                <a:ea typeface="Calibri"/>
                <a:cs typeface="Calibri"/>
              </a:rPr>
              <a:t>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4DDF3F05-6959-C628-BE29-27462772B945}"/>
              </a:ext>
            </a:extLst>
          </p:cNvPr>
          <p:cNvSpPr/>
          <p:nvPr/>
        </p:nvSpPr>
        <p:spPr>
          <a:xfrm>
            <a:off x="9700487" y="2052916"/>
            <a:ext cx="5126691" cy="57881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(</a:t>
            </a:r>
            <a:r>
              <a:rPr lang="fr-FR" sz="2000" dirty="0">
                <a:solidFill>
                  <a:srgbClr val="000005"/>
                </a:solidFill>
                <a:effectLst/>
              </a:rPr>
              <a:t>PROJ841 APP</a:t>
            </a:r>
            <a:r>
              <a:rPr lang="fr-FR" sz="2000" dirty="0">
                <a:ea typeface="Calibri"/>
                <a:cs typeface="Calibri"/>
              </a:rPr>
              <a:t>)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C88307B-42CC-8C71-60C5-03511A729D65}"/>
              </a:ext>
            </a:extLst>
          </p:cNvPr>
          <p:cNvSpPr/>
          <p:nvPr/>
        </p:nvSpPr>
        <p:spPr>
          <a:xfrm>
            <a:off x="6111595" y="20972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312C91B-E890-74D2-01EF-0C778A8E39B8}"/>
              </a:ext>
            </a:extLst>
          </p:cNvPr>
          <p:cNvSpPr/>
          <p:nvPr/>
        </p:nvSpPr>
        <p:spPr>
          <a:xfrm>
            <a:off x="6869891" y="20972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36BF3E94-07A4-96C6-2775-E7AF40134C51}"/>
              </a:ext>
            </a:extLst>
          </p:cNvPr>
          <p:cNvSpPr/>
          <p:nvPr/>
        </p:nvSpPr>
        <p:spPr>
          <a:xfrm>
            <a:off x="7632668" y="20972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71EA66B1-D928-EC63-E425-BFCB9667EA25}"/>
              </a:ext>
            </a:extLst>
          </p:cNvPr>
          <p:cNvSpPr/>
          <p:nvPr/>
        </p:nvSpPr>
        <p:spPr>
          <a:xfrm>
            <a:off x="15033085" y="2063824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D9576E61-04B8-3B84-B150-07536BFC15B1}"/>
              </a:ext>
            </a:extLst>
          </p:cNvPr>
          <p:cNvSpPr/>
          <p:nvPr/>
        </p:nvSpPr>
        <p:spPr>
          <a:xfrm>
            <a:off x="15791381" y="206821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F57AE96-AA3C-820F-679E-72289392A63F}"/>
              </a:ext>
            </a:extLst>
          </p:cNvPr>
          <p:cNvSpPr/>
          <p:nvPr/>
        </p:nvSpPr>
        <p:spPr>
          <a:xfrm>
            <a:off x="16554158" y="2065269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32EA92C-818F-7F2B-F413-ACE90C21BD85}"/>
              </a:ext>
            </a:extLst>
          </p:cNvPr>
          <p:cNvSpPr/>
          <p:nvPr/>
        </p:nvSpPr>
        <p:spPr>
          <a:xfrm>
            <a:off x="6111595" y="297797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F2FEE6EE-98AD-B26D-F21E-DABF6CAF8506}"/>
              </a:ext>
            </a:extLst>
          </p:cNvPr>
          <p:cNvSpPr/>
          <p:nvPr/>
        </p:nvSpPr>
        <p:spPr>
          <a:xfrm>
            <a:off x="8177455" y="388220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0908863E-5F61-D844-DFD8-2FBCCC8BAAAA}"/>
              </a:ext>
            </a:extLst>
          </p:cNvPr>
          <p:cNvSpPr/>
          <p:nvPr/>
        </p:nvSpPr>
        <p:spPr>
          <a:xfrm>
            <a:off x="15033085" y="300178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F4A0839-E205-27D1-AEB0-8670CA27D6B2}"/>
              </a:ext>
            </a:extLst>
          </p:cNvPr>
          <p:cNvSpPr/>
          <p:nvPr/>
        </p:nvSpPr>
        <p:spPr>
          <a:xfrm>
            <a:off x="15791381" y="300617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42371FB-9A3A-D34A-34C6-31AE4444D975}"/>
              </a:ext>
            </a:extLst>
          </p:cNvPr>
          <p:cNvSpPr/>
          <p:nvPr/>
        </p:nvSpPr>
        <p:spPr>
          <a:xfrm>
            <a:off x="16554158" y="382264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11B4F8D0-03DA-AE3F-7FD5-495003136FB7}"/>
              </a:ext>
            </a:extLst>
          </p:cNvPr>
          <p:cNvSpPr/>
          <p:nvPr/>
        </p:nvSpPr>
        <p:spPr>
          <a:xfrm>
            <a:off x="683494" y="6080496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</a:t>
            </a:r>
            <a:r>
              <a:rPr lang="fr-FR" sz="2000" dirty="0">
                <a:solidFill>
                  <a:srgbClr val="000005"/>
                </a:solidFill>
              </a:rPr>
              <a:t>INFO743) Réseau et sécurité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C498C95-5BC6-22B9-B85C-7C9EDBBF5A1A}"/>
              </a:ext>
            </a:extLst>
          </p:cNvPr>
          <p:cNvSpPr/>
          <p:nvPr/>
        </p:nvSpPr>
        <p:spPr>
          <a:xfrm>
            <a:off x="8177455" y="6132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76C54A4A-0CD0-039F-991F-747A296487E6}"/>
              </a:ext>
            </a:extLst>
          </p:cNvPr>
          <p:cNvSpPr/>
          <p:nvPr/>
        </p:nvSpPr>
        <p:spPr>
          <a:xfrm>
            <a:off x="683495" y="6922718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a typeface="Calibri"/>
                <a:cs typeface="Calibri"/>
              </a:rPr>
              <a:t>EASI744 - Contrôle / commande</a:t>
            </a:r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2ADE506-B51F-69B4-8746-8DC6339FA2ED}"/>
              </a:ext>
            </a:extLst>
          </p:cNvPr>
          <p:cNvSpPr/>
          <p:nvPr/>
        </p:nvSpPr>
        <p:spPr>
          <a:xfrm>
            <a:off x="7632667" y="694609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D86CF500-1195-286E-CCAE-CAE07F308555}"/>
              </a:ext>
            </a:extLst>
          </p:cNvPr>
          <p:cNvSpPr/>
          <p:nvPr/>
        </p:nvSpPr>
        <p:spPr>
          <a:xfrm>
            <a:off x="9721784" y="6135058"/>
            <a:ext cx="4920810" cy="54332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</a:rPr>
              <a:t>PROJ842 Traitement de l'information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77DD0B5-0752-BF53-1A5D-3DAE1B89BFD1}"/>
              </a:ext>
            </a:extLst>
          </p:cNvPr>
          <p:cNvSpPr/>
          <p:nvPr/>
        </p:nvSpPr>
        <p:spPr>
          <a:xfrm>
            <a:off x="15791380" y="612990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AB2947B-006B-F72F-6074-3411F8E4109A}"/>
              </a:ext>
            </a:extLst>
          </p:cNvPr>
          <p:cNvSpPr/>
          <p:nvPr/>
        </p:nvSpPr>
        <p:spPr>
          <a:xfrm>
            <a:off x="17200766" y="6132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223039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2596-0F87-8AA9-1525-F0303503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E55A5079-7A4A-854F-3BB2-501520B79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E76DF6F-5EB7-A0FA-1A97-3E2BCD9A0F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57D7FD0-6EB0-D880-0271-312DE54E3F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1141FD6-3340-47D5-31CA-90E641BEBE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DC7768E-7F2E-4677-168A-0A2E6CED81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0CDA02DE-1B1C-52F9-49F3-82BB6DA336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A2786DC8-03B1-B515-E843-9CE11F5D7A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AA5BAA4-BA06-CD0E-6BF3-2311EC88C6FE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262111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7431DB5-63A6-3FBF-3213-63E358923C5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C304504D-78C1-B4D1-6D54-E011C8BF5AAD}"/>
              </a:ext>
            </a:extLst>
          </p:cNvPr>
          <p:cNvSpPr>
            <a:spLocks/>
          </p:cNvSpPr>
          <p:nvPr/>
        </p:nvSpPr>
        <p:spPr>
          <a:xfrm>
            <a:off x="771147" y="8438253"/>
            <a:ext cx="2505608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256E6429-3EA7-A75F-0C18-08B7982E524D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8EE98AAB-E843-AE21-80CC-D4F60C79FE20}"/>
              </a:ext>
            </a:extLst>
          </p:cNvPr>
          <p:cNvSpPr/>
          <p:nvPr/>
        </p:nvSpPr>
        <p:spPr>
          <a:xfrm>
            <a:off x="9264887" y="9071691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C9FFCC80-46B1-F2E7-D4B6-A866A8F1D4C1}"/>
              </a:ext>
            </a:extLst>
          </p:cNvPr>
          <p:cNvSpPr/>
          <p:nvPr/>
        </p:nvSpPr>
        <p:spPr>
          <a:xfrm>
            <a:off x="804179" y="1992525"/>
            <a:ext cx="4882246" cy="469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</a:rPr>
              <a:t>(PROJ943 APP)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E3E62564-819E-5B7C-EAD5-7FF14DA06311}"/>
              </a:ext>
            </a:extLst>
          </p:cNvPr>
          <p:cNvSpPr/>
          <p:nvPr/>
        </p:nvSpPr>
        <p:spPr>
          <a:xfrm>
            <a:off x="804178" y="2690769"/>
            <a:ext cx="4882247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(EASI941)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91CE3C54-AEF4-DD33-4CB8-553580766482}"/>
              </a:ext>
            </a:extLst>
          </p:cNvPr>
          <p:cNvSpPr/>
          <p:nvPr/>
        </p:nvSpPr>
        <p:spPr>
          <a:xfrm>
            <a:off x="804179" y="4116061"/>
            <a:ext cx="4897786" cy="4524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 </a:t>
            </a:r>
            <a:r>
              <a:rPr lang="en-US" sz="2000" dirty="0">
                <a:cs typeface="Segoe UI"/>
              </a:rPr>
              <a:t>(</a:t>
            </a:r>
            <a:r>
              <a:rPr lang="fr-FR" sz="2000" dirty="0">
                <a:cs typeface="Segoe UI"/>
              </a:rPr>
              <a:t>PROJ901)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364DA7DB-26B2-349A-1B6C-8E9BD1E4CBB0}"/>
              </a:ext>
            </a:extLst>
          </p:cNvPr>
          <p:cNvSpPr/>
          <p:nvPr/>
        </p:nvSpPr>
        <p:spPr>
          <a:xfrm>
            <a:off x="804178" y="3383458"/>
            <a:ext cx="4882247" cy="45242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PROJ942 (IT + INFO)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702ECB8-FF88-06DE-C229-D93B473BCDDA}"/>
              </a:ext>
            </a:extLst>
          </p:cNvPr>
          <p:cNvSpPr/>
          <p:nvPr/>
        </p:nvSpPr>
        <p:spPr>
          <a:xfrm>
            <a:off x="5964212" y="199410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51AB389-0A48-0727-111E-45CF6757C419}"/>
              </a:ext>
            </a:extLst>
          </p:cNvPr>
          <p:cNvSpPr/>
          <p:nvPr/>
        </p:nvSpPr>
        <p:spPr>
          <a:xfrm>
            <a:off x="6722508" y="199849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BC60404-FB76-685D-4C0B-813A8CC7FC27}"/>
              </a:ext>
            </a:extLst>
          </p:cNvPr>
          <p:cNvSpPr/>
          <p:nvPr/>
        </p:nvSpPr>
        <p:spPr>
          <a:xfrm>
            <a:off x="7485285" y="199555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D7EAF78-D0DE-314E-EC0C-A6E54B6D084C}"/>
              </a:ext>
            </a:extLst>
          </p:cNvPr>
          <p:cNvSpPr/>
          <p:nvPr/>
        </p:nvSpPr>
        <p:spPr>
          <a:xfrm>
            <a:off x="5960741" y="269979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B4CCAF9-EB4B-1D49-3286-344A0C2368CF}"/>
              </a:ext>
            </a:extLst>
          </p:cNvPr>
          <p:cNvSpPr/>
          <p:nvPr/>
        </p:nvSpPr>
        <p:spPr>
          <a:xfrm>
            <a:off x="8240110" y="26997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52AB992-B88C-E3BD-A1D4-1A318D3608B7}"/>
              </a:ext>
            </a:extLst>
          </p:cNvPr>
          <p:cNvSpPr/>
          <p:nvPr/>
        </p:nvSpPr>
        <p:spPr>
          <a:xfrm>
            <a:off x="6722508" y="338345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5131358-9266-68FA-9F88-EAC1F046EDEC}"/>
              </a:ext>
            </a:extLst>
          </p:cNvPr>
          <p:cNvSpPr/>
          <p:nvPr/>
        </p:nvSpPr>
        <p:spPr>
          <a:xfrm>
            <a:off x="8243581" y="337906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AE0B617-E479-0F3C-F285-0C117D771AC8}"/>
              </a:ext>
            </a:extLst>
          </p:cNvPr>
          <p:cNvSpPr/>
          <p:nvPr/>
        </p:nvSpPr>
        <p:spPr>
          <a:xfrm>
            <a:off x="5960741" y="413346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4D522BC-D0DA-12DF-D145-6456296F62F6}"/>
              </a:ext>
            </a:extLst>
          </p:cNvPr>
          <p:cNvSpPr/>
          <p:nvPr/>
        </p:nvSpPr>
        <p:spPr>
          <a:xfrm>
            <a:off x="6719037" y="413785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C5ECFCD-4862-BC0B-E7D4-FC8BB53D8E8E}"/>
              </a:ext>
            </a:extLst>
          </p:cNvPr>
          <p:cNvSpPr/>
          <p:nvPr/>
        </p:nvSpPr>
        <p:spPr>
          <a:xfrm>
            <a:off x="7481814" y="413491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6EDF825D-BB2D-1757-0212-ABD25DF1777F}"/>
              </a:ext>
            </a:extLst>
          </p:cNvPr>
          <p:cNvSpPr/>
          <p:nvPr/>
        </p:nvSpPr>
        <p:spPr>
          <a:xfrm>
            <a:off x="8240110" y="4133465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1BC8E76B-CD0C-4AA7-2BF4-3D6E1E266D04}"/>
              </a:ext>
            </a:extLst>
          </p:cNvPr>
          <p:cNvSpPr/>
          <p:nvPr/>
        </p:nvSpPr>
        <p:spPr>
          <a:xfrm>
            <a:off x="839674" y="5984880"/>
            <a:ext cx="4882247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latin typeface="Helvetica"/>
                <a:cs typeface="Helvetica"/>
              </a:rPr>
              <a:t>DATA942</a:t>
            </a:r>
            <a:endParaRPr lang="fr-FR" sz="2000" dirty="0">
              <a:solidFill>
                <a:srgbClr val="000005"/>
              </a:solidFill>
              <a:effectLst/>
              <a:latin typeface="Helvetica"/>
              <a:cs typeface="Helvetica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8686ABFE-FEC3-3DEE-CF86-2D75AA526F3E}"/>
              </a:ext>
            </a:extLst>
          </p:cNvPr>
          <p:cNvSpPr/>
          <p:nvPr/>
        </p:nvSpPr>
        <p:spPr>
          <a:xfrm>
            <a:off x="6722507" y="596763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F1817DA6-3EFE-22F8-1EE2-3EE9F80A7A89}"/>
              </a:ext>
            </a:extLst>
          </p:cNvPr>
          <p:cNvSpPr/>
          <p:nvPr/>
        </p:nvSpPr>
        <p:spPr>
          <a:xfrm>
            <a:off x="839673" y="6872302"/>
            <a:ext cx="4882247" cy="469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latin typeface="Helvetica"/>
                <a:cs typeface="Helvetica"/>
              </a:rPr>
              <a:t>EASI943</a:t>
            </a:r>
            <a:endParaRPr lang="fr-FR" sz="2000" dirty="0">
              <a:solidFill>
                <a:srgbClr val="000005"/>
              </a:solidFill>
              <a:effectLst/>
              <a:latin typeface="Helvetica"/>
              <a:cs typeface="Helvetica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3D4AA6C3-D7C0-F3C2-5414-E5CA959FFF35}"/>
              </a:ext>
            </a:extLst>
          </p:cNvPr>
          <p:cNvSpPr/>
          <p:nvPr/>
        </p:nvSpPr>
        <p:spPr>
          <a:xfrm>
            <a:off x="7481813" y="683977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399830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E0A6F864-C4D7-10E3-C7BA-02459AF66D5B}"/>
              </a:ext>
            </a:extLst>
          </p:cNvPr>
          <p:cNvSpPr>
            <a:spLocks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C240A31D-8072-6757-52B2-09FB6A0F0ABD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Autres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561-7228-61C1-58F0-884D92D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612E82CD-F237-E15B-9FFF-2D4AE120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5AB9CB41-9422-74C2-EEE4-1897AB165F39}"/>
              </a:ext>
            </a:extLst>
          </p:cNvPr>
          <p:cNvSpPr>
            <a:spLocks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98D997-2C4E-ACBB-C6B7-8A3D37F8D7A9}"/>
              </a:ext>
            </a:extLst>
          </p:cNvPr>
          <p:cNvSpPr>
            <a:spLocks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E09842-3C7C-E2CA-5375-D2E75BC0911C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B6B764-B705-4D5B-F179-81EC03587EA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C692E9-2AFD-3267-1566-990694F09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DE2EBF7-24E4-4BDE-9891-71347F4B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8560BB-3E5E-E44C-53AD-B0C5120C5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89126F-0915-E188-8528-7498C8EA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DDDDD3B-408C-A8A8-DD5B-8D4410281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BBAAE4-7C54-120E-4FE6-06814A150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382CC2F-3A21-7B3B-9102-F8E5F3F27E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E644B751-C7C3-6F33-2767-6130FE3F2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46BDBE6-CE35-18BE-862F-8CD5DCCA2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38F40A07-D8F5-A15B-3F28-272967224A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0B8B9C16-335A-FD78-4F70-AD9B9AC831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9D433BC-9482-66F6-91AC-6C9AB4F6E6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21097BCF-F0BF-B629-0EE6-97116A6F7CFE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17A8F86-52B9-BDF8-487B-A9CF759933C2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</p:spTree>
    <p:extLst>
      <p:ext uri="{BB962C8B-B14F-4D97-AF65-F5344CB8AC3E}">
        <p14:creationId xmlns:p14="http://schemas.microsoft.com/office/powerpoint/2010/main" val="43537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  <ds:schemaRef ds:uri="64984f8b-2057-4450-93f2-8aa5e6a062ce"/>
    <ds:schemaRef ds:uri="5a932de8-014e-4395-a210-acace869bdb6"/>
  </ds:schemaRefs>
</ds:datastoreItem>
</file>

<file path=customXml/itemProps3.xml><?xml version="1.0" encoding="utf-8"?>
<ds:datastoreItem xmlns:ds="http://schemas.openxmlformats.org/officeDocument/2006/customXml" ds:itemID="{F87753F0-2526-4CF4-B0A1-3182163A3E25}"/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946</Words>
  <Application>Microsoft Office PowerPoint</Application>
  <PresentationFormat>Personnalisé</PresentationFormat>
  <Paragraphs>480</Paragraphs>
  <Slides>17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201</cp:revision>
  <dcterms:created xsi:type="dcterms:W3CDTF">2006-08-16T00:00:00Z</dcterms:created>
  <dcterms:modified xsi:type="dcterms:W3CDTF">2025-05-16T19:00:49Z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