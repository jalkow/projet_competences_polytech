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85" r:id="rId7"/>
    <p:sldId id="282" r:id="rId8"/>
    <p:sldId id="283" r:id="rId9"/>
    <p:sldId id="284" r:id="rId10"/>
    <p:sldId id="260" r:id="rId11"/>
    <p:sldId id="276" r:id="rId12"/>
    <p:sldId id="261" r:id="rId13"/>
    <p:sldId id="286" r:id="rId14"/>
    <p:sldId id="287" r:id="rId15"/>
    <p:sldId id="273" r:id="rId16"/>
    <p:sldId id="267" r:id="rId17"/>
    <p:sldId id="264" r:id="rId18"/>
    <p:sldId id="265" r:id="rId19"/>
    <p:sldId id="259" r:id="rId20"/>
    <p:sldId id="269" r:id="rId21"/>
    <p:sldId id="270" r:id="rId22"/>
    <p:sldId id="262" r:id="rId23"/>
    <p:sldId id="263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BE2"/>
    <a:srgbClr val="F49831"/>
    <a:srgbClr val="4FA954"/>
    <a:srgbClr val="369FE3"/>
    <a:srgbClr val="DDDCDC"/>
    <a:srgbClr val="FBD49E"/>
    <a:srgbClr val="A8DBBA"/>
    <a:srgbClr val="A0C9EB"/>
    <a:srgbClr val="545454"/>
    <a:srgbClr val="1E7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81ADF-40D4-3853-6CD2-80395D76FEB1}" v="10" dt="2025-10-15T16:58:47.034"/>
    <p1510:client id="{CEB657E5-5C77-6420-F20D-3747531960CC}" v="9" dt="2025-10-15T17:06:48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5"/>
    <p:restoredTop sz="94694"/>
  </p:normalViewPr>
  <p:slideViewPr>
    <p:cSldViewPr snapToGrid="0">
      <p:cViewPr varScale="1">
        <p:scale>
          <a:sx n="71" d="100"/>
          <a:sy n="71" d="100"/>
        </p:scale>
        <p:origin x="135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1CF81ADF-40D4-3853-6CD2-80395D76FEB1}"/>
    <pc:docChg chg="modSld">
      <pc:chgData name="Marc Skerrett" userId="S::marc.skerrett@univ-smb.fr::5838212c-6006-4602-b097-e4ba2e4953e8" providerId="AD" clId="Web-{1CF81ADF-40D4-3853-6CD2-80395D76FEB1}" dt="2025-10-15T16:58:47.034" v="8"/>
      <pc:docMkLst>
        <pc:docMk/>
      </pc:docMkLst>
      <pc:sldChg chg="addSp delSp">
        <pc:chgData name="Marc Skerrett" userId="S::marc.skerrett@univ-smb.fr::5838212c-6006-4602-b097-e4ba2e4953e8" providerId="AD" clId="Web-{1CF81ADF-40D4-3853-6CD2-80395D76FEB1}" dt="2025-10-15T16:58:47.034" v="8"/>
        <pc:sldMkLst>
          <pc:docMk/>
          <pc:sldMk cId="0" sldId="260"/>
        </pc:sldMkLst>
        <pc:spChg chg="add del">
          <ac:chgData name="Marc Skerrett" userId="S::marc.skerrett@univ-smb.fr::5838212c-6006-4602-b097-e4ba2e4953e8" providerId="AD" clId="Web-{1CF81ADF-40D4-3853-6CD2-80395D76FEB1}" dt="2025-10-15T16:58:47.034" v="8"/>
          <ac:spMkLst>
            <pc:docMk/>
            <pc:sldMk cId="0" sldId="260"/>
            <ac:spMk id="14" creationId="{AB72AA8D-0FFB-3C3E-BBE3-E1D5F3F92EBB}"/>
          </ac:spMkLst>
        </pc:spChg>
        <pc:spChg chg="add del">
          <ac:chgData name="Marc Skerrett" userId="S::marc.skerrett@univ-smb.fr::5838212c-6006-4602-b097-e4ba2e4953e8" providerId="AD" clId="Web-{1CF81ADF-40D4-3853-6CD2-80395D76FEB1}" dt="2025-10-15T16:58:47.034" v="7"/>
          <ac:spMkLst>
            <pc:docMk/>
            <pc:sldMk cId="0" sldId="260"/>
            <ac:spMk id="16" creationId="{2D6EFA14-9966-05F3-0AA5-6299002F4C5B}"/>
          </ac:spMkLst>
        </pc:spChg>
        <pc:spChg chg="add del">
          <ac:chgData name="Marc Skerrett" userId="S::marc.skerrett@univ-smb.fr::5838212c-6006-4602-b097-e4ba2e4953e8" providerId="AD" clId="Web-{1CF81ADF-40D4-3853-6CD2-80395D76FEB1}" dt="2025-10-15T16:58:47.018" v="6"/>
          <ac:spMkLst>
            <pc:docMk/>
            <pc:sldMk cId="0" sldId="260"/>
            <ac:spMk id="17" creationId="{7BA2A24C-CF99-5CF6-0596-342C8C68D362}"/>
          </ac:spMkLst>
        </pc:spChg>
      </pc:sldChg>
    </pc:docChg>
  </pc:docChgLst>
  <pc:docChgLst>
    <pc:chgData name="Marc Skerrett" userId="S::marc.skerrett@univ-smb.fr::5838212c-6006-4602-b097-e4ba2e4953e8" providerId="AD" clId="Web-{CEB657E5-5C77-6420-F20D-3747531960CC}"/>
    <pc:docChg chg="modSld">
      <pc:chgData name="Marc Skerrett" userId="S::marc.skerrett@univ-smb.fr::5838212c-6006-4602-b097-e4ba2e4953e8" providerId="AD" clId="Web-{CEB657E5-5C77-6420-F20D-3747531960CC}" dt="2025-10-15T17:06:48.167" v="5" actId="20577"/>
      <pc:docMkLst>
        <pc:docMk/>
      </pc:docMkLst>
      <pc:sldChg chg="modSp">
        <pc:chgData name="Marc Skerrett" userId="S::marc.skerrett@univ-smb.fr::5838212c-6006-4602-b097-e4ba2e4953e8" providerId="AD" clId="Web-{CEB657E5-5C77-6420-F20D-3747531960CC}" dt="2025-10-15T17:06:48.167" v="5" actId="20577"/>
        <pc:sldMkLst>
          <pc:docMk/>
          <pc:sldMk cId="0" sldId="261"/>
        </pc:sldMkLst>
        <pc:spChg chg="mod">
          <ac:chgData name="Marc Skerrett" userId="S::marc.skerrett@univ-smb.fr::5838212c-6006-4602-b097-e4ba2e4953e8" providerId="AD" clId="Web-{CEB657E5-5C77-6420-F20D-3747531960CC}" dt="2025-10-15T17:06:39.901" v="2" actId="20577"/>
          <ac:spMkLst>
            <pc:docMk/>
            <pc:sldMk cId="0" sldId="261"/>
            <ac:spMk id="3" creationId="{B8DF136F-534F-C3DC-A05A-228802E3A83A}"/>
          </ac:spMkLst>
        </pc:spChg>
        <pc:spChg chg="mod">
          <ac:chgData name="Marc Skerrett" userId="S::marc.skerrett@univ-smb.fr::5838212c-6006-4602-b097-e4ba2e4953e8" providerId="AD" clId="Web-{CEB657E5-5C77-6420-F20D-3747531960CC}" dt="2025-10-15T17:06:42.073" v="3" actId="20577"/>
          <ac:spMkLst>
            <pc:docMk/>
            <pc:sldMk cId="0" sldId="261"/>
            <ac:spMk id="5" creationId="{0E5BFC9F-F1BB-7543-B2F0-E202E2FE3D0F}"/>
          </ac:spMkLst>
        </pc:spChg>
        <pc:spChg chg="mod">
          <ac:chgData name="Marc Skerrett" userId="S::marc.skerrett@univ-smb.fr::5838212c-6006-4602-b097-e4ba2e4953e8" providerId="AD" clId="Web-{CEB657E5-5C77-6420-F20D-3747531960CC}" dt="2025-10-15T17:06:48.167" v="5" actId="20577"/>
          <ac:spMkLst>
            <pc:docMk/>
            <pc:sldMk cId="0" sldId="261"/>
            <ac:spMk id="7" creationId="{50F92BF1-F942-53BA-41F5-ADF2AE6C8079}"/>
          </ac:spMkLst>
        </pc:spChg>
        <pc:spChg chg="mod">
          <ac:chgData name="Marc Skerrett" userId="S::marc.skerrett@univ-smb.fr::5838212c-6006-4602-b097-e4ba2e4953e8" providerId="AD" clId="Web-{CEB657E5-5C77-6420-F20D-3747531960CC}" dt="2025-10-15T17:06:45.479" v="4" actId="20577"/>
          <ac:spMkLst>
            <pc:docMk/>
            <pc:sldMk cId="0" sldId="261"/>
            <ac:spMk id="16" creationId="{7A41FF05-6777-AF71-5E5C-68E77FA87F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AMS MECA – GI</a:t>
            </a:r>
          </a:p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Génie industrielle</a:t>
            </a:r>
          </a:p>
        </p:txBody>
      </p:sp>
      <p:pic>
        <p:nvPicPr>
          <p:cNvPr id="2" name="Image 1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2D12855F-1B7B-0F0E-4174-EE8EFFEFB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3" name="Image 2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5AC46E3B-D967-1069-0348-5C6ED1080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4" name="Picture 2" descr="Réseau Polytech — Wikipédia">
            <a:extLst>
              <a:ext uri="{FF2B5EF4-FFF2-40B4-BE49-F238E27FC236}">
                <a16:creationId xmlns:a16="http://schemas.microsoft.com/office/drawing/2014/main" id="{44314F4D-3424-5399-E9AF-9223F60B9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6008B20-8A5D-C914-F5C0-2D8763AEC338}"/>
              </a:ext>
            </a:extLst>
          </p:cNvPr>
          <p:cNvSpPr/>
          <p:nvPr/>
        </p:nvSpPr>
        <p:spPr>
          <a:xfrm>
            <a:off x="3502273" y="415290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0FA1059-5EB0-37E3-9372-EF55C572C2A7}"/>
              </a:ext>
            </a:extLst>
          </p:cNvPr>
          <p:cNvSpPr/>
          <p:nvPr/>
        </p:nvSpPr>
        <p:spPr>
          <a:xfrm>
            <a:off x="3502273" y="537434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688552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688552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24148EB-7232-C382-83FF-FC992C54670A}"/>
              </a:ext>
            </a:extLst>
          </p:cNvPr>
          <p:cNvSpPr/>
          <p:nvPr/>
        </p:nvSpPr>
        <p:spPr>
          <a:xfrm>
            <a:off x="4183813" y="4160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1FE784-D587-DDA7-A3AE-7736E352DE99}"/>
              </a:ext>
            </a:extLst>
          </p:cNvPr>
          <p:cNvSpPr/>
          <p:nvPr/>
        </p:nvSpPr>
        <p:spPr>
          <a:xfrm>
            <a:off x="4183813" y="5381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C4-2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9B8359-DA1C-83BD-F32C-F89FDBA92340}"/>
              </a:ext>
            </a:extLst>
          </p:cNvPr>
          <p:cNvSpPr/>
          <p:nvPr/>
        </p:nvSpPr>
        <p:spPr>
          <a:xfrm>
            <a:off x="4829856" y="416709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935BB48-3B5D-3F69-E8D2-78F7A8145E8D}"/>
              </a:ext>
            </a:extLst>
          </p:cNvPr>
          <p:cNvSpPr/>
          <p:nvPr/>
        </p:nvSpPr>
        <p:spPr>
          <a:xfrm>
            <a:off x="4829856" y="538853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F3F-389C-EF42-EE20-C93A43BA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043BACEF-4590-BAEC-8402-430F18950721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52EFAAD6-CB88-8C56-523F-C972FB2DBE71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C1 - Concevoir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C3E70761-33B4-149B-AE08-EF2913266CCA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C4 - 1 - Optimiser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42260754-BBD6-1968-A164-4FDEC18DD63A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Industrialiser des produits manufacturés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77A4D4A-E1DE-A69C-31D9-38652415BFA8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C4 - 2 - Concevoir des systèmes mécatroniques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CE120826-407C-00C1-F8AB-7562B1A0F6E8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C3 - Piloter les procédés de fabrication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E10922B-F0DE-D2A8-9226-1FDA6BEFF0D5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C4 - 3 - Concevoir des produits en matériaux composites</a:t>
            </a:r>
          </a:p>
          <a:p>
            <a:pPr algn="ctr"/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0159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A17F-5821-D58B-A52F-03279AB0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53E386B9-84C9-F940-5A07-E80005852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27C6B15-C15F-BD06-6755-76D96FEAFB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47A01C8-DD94-6D1E-9450-0584CD979D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8B92009E-1500-FD7A-9192-3F6B5A6ED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BE704A5D-FA7B-DFA4-BEA7-E7B77111FD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7DF9B4EB-9932-0456-0855-D33DFA362D93}"/>
              </a:ext>
            </a:extLst>
          </p:cNvPr>
          <p:cNvSpPr>
            <a:spLocks/>
          </p:cNvSpPr>
          <p:nvPr/>
        </p:nvSpPr>
        <p:spPr>
          <a:xfrm>
            <a:off x="441380" y="1623493"/>
            <a:ext cx="17419438" cy="11959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B3E3857-27CD-27EA-212C-3791D2CFE876}"/>
              </a:ext>
            </a:extLst>
          </p:cNvPr>
          <p:cNvSpPr>
            <a:spLocks/>
          </p:cNvSpPr>
          <p:nvPr/>
        </p:nvSpPr>
        <p:spPr>
          <a:xfrm>
            <a:off x="434281" y="3176972"/>
            <a:ext cx="17426537" cy="512160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8F8A4980-F564-802B-CAA7-4F9F97BA7E60}"/>
              </a:ext>
            </a:extLst>
          </p:cNvPr>
          <p:cNvSpPr>
            <a:spLocks/>
          </p:cNvSpPr>
          <p:nvPr/>
        </p:nvSpPr>
        <p:spPr>
          <a:xfrm>
            <a:off x="963919" y="3021012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5B9E81A7-7C33-EEF5-09B6-2657A38E3847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271A7888-DC53-4FB3-7B4C-0F170E782D8B}"/>
              </a:ext>
            </a:extLst>
          </p:cNvPr>
          <p:cNvSpPr/>
          <p:nvPr/>
        </p:nvSpPr>
        <p:spPr>
          <a:xfrm>
            <a:off x="963918" y="2013264"/>
            <a:ext cx="405692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A425F1D9-C24F-6EFE-F67A-14AA1EECE39F}"/>
              </a:ext>
            </a:extLst>
          </p:cNvPr>
          <p:cNvSpPr/>
          <p:nvPr/>
        </p:nvSpPr>
        <p:spPr>
          <a:xfrm>
            <a:off x="963919" y="3851055"/>
            <a:ext cx="4056924" cy="67221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DFCC1089-182F-3C33-F4E3-3D3791983B0C}"/>
              </a:ext>
            </a:extLst>
          </p:cNvPr>
          <p:cNvSpPr/>
          <p:nvPr/>
        </p:nvSpPr>
        <p:spPr>
          <a:xfrm>
            <a:off x="9143881" y="5307544"/>
            <a:ext cx="4598823" cy="59947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10C8170-2D69-78E7-BBBC-D069D84B3471}"/>
              </a:ext>
            </a:extLst>
          </p:cNvPr>
          <p:cNvSpPr/>
          <p:nvPr/>
        </p:nvSpPr>
        <p:spPr>
          <a:xfrm>
            <a:off x="9143881" y="4423854"/>
            <a:ext cx="4598823" cy="56202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CF20518-5D93-8E8E-60B1-3A91FBD1AB37}"/>
              </a:ext>
            </a:extLst>
          </p:cNvPr>
          <p:cNvSpPr/>
          <p:nvPr/>
        </p:nvSpPr>
        <p:spPr>
          <a:xfrm>
            <a:off x="5295288" y="393516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A5B4CB38-7FD8-EA9B-0747-AA35F6FB569E}"/>
              </a:ext>
            </a:extLst>
          </p:cNvPr>
          <p:cNvSpPr/>
          <p:nvPr/>
        </p:nvSpPr>
        <p:spPr>
          <a:xfrm>
            <a:off x="9143881" y="3564554"/>
            <a:ext cx="457291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2D51CF4A-2F48-FD67-8989-E6E0ECCF6164}"/>
              </a:ext>
            </a:extLst>
          </p:cNvPr>
          <p:cNvSpPr/>
          <p:nvPr/>
        </p:nvSpPr>
        <p:spPr>
          <a:xfrm>
            <a:off x="13955329" y="356455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F5644C3-55AC-1651-A414-E48ADB6DA0B4}"/>
              </a:ext>
            </a:extLst>
          </p:cNvPr>
          <p:cNvSpPr/>
          <p:nvPr/>
        </p:nvSpPr>
        <p:spPr>
          <a:xfrm>
            <a:off x="9169786" y="2027605"/>
            <a:ext cx="457291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préparatoire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AB8C9D9-8AC5-743B-2BC2-50BEE15A4EA2}"/>
              </a:ext>
            </a:extLst>
          </p:cNvPr>
          <p:cNvSpPr/>
          <p:nvPr/>
        </p:nvSpPr>
        <p:spPr>
          <a:xfrm>
            <a:off x="13961993" y="444200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FA6EC0A-6671-4098-BE08-56CF46EA4BF2}"/>
              </a:ext>
            </a:extLst>
          </p:cNvPr>
          <p:cNvSpPr/>
          <p:nvPr/>
        </p:nvSpPr>
        <p:spPr>
          <a:xfrm>
            <a:off x="13987070" y="5355281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B299BAE-C9C1-D42D-6D05-1F656AF70D23}"/>
              </a:ext>
            </a:extLst>
          </p:cNvPr>
          <p:cNvSpPr/>
          <p:nvPr/>
        </p:nvSpPr>
        <p:spPr>
          <a:xfrm>
            <a:off x="5297361" y="202616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24C65D6-A862-E66D-AC02-208A50533101}"/>
              </a:ext>
            </a:extLst>
          </p:cNvPr>
          <p:cNvSpPr/>
          <p:nvPr/>
        </p:nvSpPr>
        <p:spPr>
          <a:xfrm>
            <a:off x="5840506" y="203055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91E00F0-9213-2105-11BD-53CC3CAA1B18}"/>
              </a:ext>
            </a:extLst>
          </p:cNvPr>
          <p:cNvSpPr/>
          <p:nvPr/>
        </p:nvSpPr>
        <p:spPr>
          <a:xfrm>
            <a:off x="6388133" y="202760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42A0FFA-DA31-BC79-DFF2-AAF299038ABD}"/>
              </a:ext>
            </a:extLst>
          </p:cNvPr>
          <p:cNvSpPr/>
          <p:nvPr/>
        </p:nvSpPr>
        <p:spPr>
          <a:xfrm>
            <a:off x="6949429" y="203325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35C2618-A0A0-34D6-3D93-6AF981A41A05}"/>
              </a:ext>
            </a:extLst>
          </p:cNvPr>
          <p:cNvSpPr/>
          <p:nvPr/>
        </p:nvSpPr>
        <p:spPr>
          <a:xfrm>
            <a:off x="13961576" y="202471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60F1F4F-18EE-8C33-2DE4-D5E3AB248116}"/>
              </a:ext>
            </a:extLst>
          </p:cNvPr>
          <p:cNvSpPr/>
          <p:nvPr/>
        </p:nvSpPr>
        <p:spPr>
          <a:xfrm>
            <a:off x="14504721" y="202910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BDAC911-AEAF-334C-095E-C5F159B09C06}"/>
              </a:ext>
            </a:extLst>
          </p:cNvPr>
          <p:cNvSpPr/>
          <p:nvPr/>
        </p:nvSpPr>
        <p:spPr>
          <a:xfrm>
            <a:off x="15052348" y="202616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86EA469-03E0-30BF-5E5A-0467071EC82C}"/>
              </a:ext>
            </a:extLst>
          </p:cNvPr>
          <p:cNvSpPr/>
          <p:nvPr/>
        </p:nvSpPr>
        <p:spPr>
          <a:xfrm>
            <a:off x="15613644" y="2031814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42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C75D-6E11-C5D2-5AC2-A1410BB5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F85CDC57-968B-0F74-F7F7-C011CD0764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CD8A08-178C-64AB-81BE-6A8C0C384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7B6A6F1-489A-9EDF-3B8C-A0067AF83D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FD0249-948C-6ED6-24C8-07A82E8633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6905E721-0D5F-E419-D6E5-126E136F08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6390DB63-9293-5B19-8F93-4CB7B1950716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222293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3F54AFD5-08BB-6236-73F6-20FD79B591D8}"/>
              </a:ext>
            </a:extLst>
          </p:cNvPr>
          <p:cNvSpPr>
            <a:spLocks/>
          </p:cNvSpPr>
          <p:nvPr/>
        </p:nvSpPr>
        <p:spPr>
          <a:xfrm>
            <a:off x="427182" y="4289296"/>
            <a:ext cx="17433636" cy="568838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55102C3-B954-4018-F4C1-36657BC11389}"/>
              </a:ext>
            </a:extLst>
          </p:cNvPr>
          <p:cNvSpPr>
            <a:spLocks/>
          </p:cNvSpPr>
          <p:nvPr/>
        </p:nvSpPr>
        <p:spPr>
          <a:xfrm>
            <a:off x="774581" y="3933650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DF66117A-4485-CDCB-98F8-261522624A9F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AC162013-4264-ED00-D612-0C1DB553388C}"/>
              </a:ext>
            </a:extLst>
          </p:cNvPr>
          <p:cNvSpPr/>
          <p:nvPr/>
        </p:nvSpPr>
        <p:spPr>
          <a:xfrm>
            <a:off x="17423166" y="-1407719"/>
            <a:ext cx="266263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0774D129-4E04-7BA9-1D83-105FC787F926}"/>
              </a:ext>
            </a:extLst>
          </p:cNvPr>
          <p:cNvSpPr/>
          <p:nvPr/>
        </p:nvSpPr>
        <p:spPr>
          <a:xfrm>
            <a:off x="774580" y="5193012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7CDD283E-AA1A-B3A0-0606-2E98A52E082A}"/>
              </a:ext>
            </a:extLst>
          </p:cNvPr>
          <p:cNvSpPr/>
          <p:nvPr/>
        </p:nvSpPr>
        <p:spPr>
          <a:xfrm>
            <a:off x="774580" y="6328381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C55142-0D37-E85A-E9CF-CB8FA2C7D5E1}"/>
              </a:ext>
            </a:extLst>
          </p:cNvPr>
          <p:cNvSpPr/>
          <p:nvPr/>
        </p:nvSpPr>
        <p:spPr>
          <a:xfrm>
            <a:off x="4717251" y="634856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0582CF81-2AD9-3F0D-B692-B3ABE1B62A5E}"/>
              </a:ext>
            </a:extLst>
          </p:cNvPr>
          <p:cNvSpPr/>
          <p:nvPr/>
        </p:nvSpPr>
        <p:spPr>
          <a:xfrm>
            <a:off x="774580" y="7463750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81EB4B64-4687-C914-17BC-74523217FDF3}"/>
              </a:ext>
            </a:extLst>
          </p:cNvPr>
          <p:cNvSpPr/>
          <p:nvPr/>
        </p:nvSpPr>
        <p:spPr>
          <a:xfrm>
            <a:off x="774580" y="8599119"/>
            <a:ext cx="365322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8567930-3845-A5DF-404B-4FAC8E730F8D}"/>
              </a:ext>
            </a:extLst>
          </p:cNvPr>
          <p:cNvSpPr/>
          <p:nvPr/>
        </p:nvSpPr>
        <p:spPr>
          <a:xfrm>
            <a:off x="4713777" y="86162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8C1F8A9C-3055-7F49-D2E8-B4361B6F6444}"/>
              </a:ext>
            </a:extLst>
          </p:cNvPr>
          <p:cNvSpPr/>
          <p:nvPr/>
        </p:nvSpPr>
        <p:spPr>
          <a:xfrm>
            <a:off x="9053612" y="5156913"/>
            <a:ext cx="353299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et amélioration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6E3205D4-36E9-FD0D-51CD-0295C996661B}"/>
              </a:ext>
            </a:extLst>
          </p:cNvPr>
          <p:cNvSpPr/>
          <p:nvPr/>
        </p:nvSpPr>
        <p:spPr>
          <a:xfrm>
            <a:off x="9053612" y="2088410"/>
            <a:ext cx="35024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2BBAD622-D6A3-5D2A-D19A-7C45E6D29386}"/>
              </a:ext>
            </a:extLst>
          </p:cNvPr>
          <p:cNvSpPr/>
          <p:nvPr/>
        </p:nvSpPr>
        <p:spPr>
          <a:xfrm>
            <a:off x="9045768" y="7932459"/>
            <a:ext cx="3510256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5868D98E-7208-ED9B-BADF-2841B88679DD}"/>
              </a:ext>
            </a:extLst>
          </p:cNvPr>
          <p:cNvSpPr/>
          <p:nvPr/>
        </p:nvSpPr>
        <p:spPr>
          <a:xfrm>
            <a:off x="776142" y="2131432"/>
            <a:ext cx="365166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Technique élargie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454B6D83-E33E-CED3-1BD2-37F307E581DA}"/>
              </a:ext>
            </a:extLst>
          </p:cNvPr>
          <p:cNvSpPr/>
          <p:nvPr/>
        </p:nvSpPr>
        <p:spPr>
          <a:xfrm>
            <a:off x="4717251" y="74967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066C890-40A9-A4B8-F4AB-78E126275F62}"/>
              </a:ext>
            </a:extLst>
          </p:cNvPr>
          <p:cNvSpPr/>
          <p:nvPr/>
        </p:nvSpPr>
        <p:spPr>
          <a:xfrm>
            <a:off x="4706636" y="520983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8" name="Freeform 31">
            <a:extLst>
              <a:ext uri="{FF2B5EF4-FFF2-40B4-BE49-F238E27FC236}">
                <a16:creationId xmlns:a16="http://schemas.microsoft.com/office/drawing/2014/main" id="{12E0C912-EF0F-10B1-500C-F466BD5D6A21}"/>
              </a:ext>
            </a:extLst>
          </p:cNvPr>
          <p:cNvSpPr/>
          <p:nvPr/>
        </p:nvSpPr>
        <p:spPr>
          <a:xfrm>
            <a:off x="9053612" y="2903000"/>
            <a:ext cx="3502412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E4FDF05-C20C-5CDD-6B21-CC24F8B985A2}"/>
              </a:ext>
            </a:extLst>
          </p:cNvPr>
          <p:cNvSpPr/>
          <p:nvPr/>
        </p:nvSpPr>
        <p:spPr>
          <a:xfrm>
            <a:off x="12790947" y="290300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D5FCF26-D555-51D5-2BA0-E07F3B1C9DFE}"/>
              </a:ext>
            </a:extLst>
          </p:cNvPr>
          <p:cNvSpPr/>
          <p:nvPr/>
        </p:nvSpPr>
        <p:spPr>
          <a:xfrm>
            <a:off x="13327349" y="290300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1" name="Freeform 31">
            <a:extLst>
              <a:ext uri="{FF2B5EF4-FFF2-40B4-BE49-F238E27FC236}">
                <a16:creationId xmlns:a16="http://schemas.microsoft.com/office/drawing/2014/main" id="{0DC438DB-3521-473B-56E9-DF22CA813E32}"/>
              </a:ext>
            </a:extLst>
          </p:cNvPr>
          <p:cNvSpPr/>
          <p:nvPr/>
        </p:nvSpPr>
        <p:spPr>
          <a:xfrm>
            <a:off x="9045767" y="8867938"/>
            <a:ext cx="3540836" cy="72394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6EF461C-3EA2-096C-3C46-CC5ECB4BBACF}"/>
              </a:ext>
            </a:extLst>
          </p:cNvPr>
          <p:cNvSpPr/>
          <p:nvPr/>
        </p:nvSpPr>
        <p:spPr>
          <a:xfrm>
            <a:off x="12740700" y="897791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3" name="Freeform 31">
            <a:extLst>
              <a:ext uri="{FF2B5EF4-FFF2-40B4-BE49-F238E27FC236}">
                <a16:creationId xmlns:a16="http://schemas.microsoft.com/office/drawing/2014/main" id="{D9B29BBD-C134-E7E8-5447-91AB23F11FA8}"/>
              </a:ext>
            </a:extLst>
          </p:cNvPr>
          <p:cNvSpPr/>
          <p:nvPr/>
        </p:nvSpPr>
        <p:spPr>
          <a:xfrm>
            <a:off x="9042198" y="6092392"/>
            <a:ext cx="3513826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F9CACE2D-E43A-9EA5-6799-6B7F83DE1664}"/>
              </a:ext>
            </a:extLst>
          </p:cNvPr>
          <p:cNvSpPr/>
          <p:nvPr/>
        </p:nvSpPr>
        <p:spPr>
          <a:xfrm>
            <a:off x="12762573" y="609239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41029A2A-F51E-E84F-67E3-80E342175E55}"/>
              </a:ext>
            </a:extLst>
          </p:cNvPr>
          <p:cNvSpPr/>
          <p:nvPr/>
        </p:nvSpPr>
        <p:spPr>
          <a:xfrm>
            <a:off x="13316357" y="609239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66" name="Freeform 31">
            <a:extLst>
              <a:ext uri="{FF2B5EF4-FFF2-40B4-BE49-F238E27FC236}">
                <a16:creationId xmlns:a16="http://schemas.microsoft.com/office/drawing/2014/main" id="{61D8D60F-2BCD-84F1-1918-E1E3B800FF8E}"/>
              </a:ext>
            </a:extLst>
          </p:cNvPr>
          <p:cNvSpPr/>
          <p:nvPr/>
        </p:nvSpPr>
        <p:spPr>
          <a:xfrm>
            <a:off x="9042198" y="6996980"/>
            <a:ext cx="35444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95D845F2-DB98-A078-7275-4A6FCD6908E7}"/>
              </a:ext>
            </a:extLst>
          </p:cNvPr>
          <p:cNvSpPr/>
          <p:nvPr/>
        </p:nvSpPr>
        <p:spPr>
          <a:xfrm>
            <a:off x="12742229" y="794927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377F0E9-7827-475D-33B3-31BBA9D247B2}"/>
              </a:ext>
            </a:extLst>
          </p:cNvPr>
          <p:cNvSpPr/>
          <p:nvPr/>
        </p:nvSpPr>
        <p:spPr>
          <a:xfrm>
            <a:off x="13302740" y="793672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AF2E56C-83FC-18E6-5F40-048811798E8D}"/>
              </a:ext>
            </a:extLst>
          </p:cNvPr>
          <p:cNvSpPr/>
          <p:nvPr/>
        </p:nvSpPr>
        <p:spPr>
          <a:xfrm>
            <a:off x="12740700" y="517373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543FF2D-AF8A-3CCA-0311-E24CEF8014CE}"/>
              </a:ext>
            </a:extLst>
          </p:cNvPr>
          <p:cNvSpPr/>
          <p:nvPr/>
        </p:nvSpPr>
        <p:spPr>
          <a:xfrm>
            <a:off x="12772571" y="701860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52B0116-EFD9-4ADE-E5BF-9DAFCE046C29}"/>
              </a:ext>
            </a:extLst>
          </p:cNvPr>
          <p:cNvSpPr/>
          <p:nvPr/>
        </p:nvSpPr>
        <p:spPr>
          <a:xfrm>
            <a:off x="12740700" y="2096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6404C06-D3CF-FBD5-CD99-68B25FF753F3}"/>
              </a:ext>
            </a:extLst>
          </p:cNvPr>
          <p:cNvSpPr/>
          <p:nvPr/>
        </p:nvSpPr>
        <p:spPr>
          <a:xfrm>
            <a:off x="13283845" y="2100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03BAE2E-0C21-A36C-12D2-F2044FFE35FF}"/>
              </a:ext>
            </a:extLst>
          </p:cNvPr>
          <p:cNvSpPr/>
          <p:nvPr/>
        </p:nvSpPr>
        <p:spPr>
          <a:xfrm>
            <a:off x="13831472" y="2097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F0F3681-86BE-B3B7-5F36-9DFD395E4FBC}"/>
              </a:ext>
            </a:extLst>
          </p:cNvPr>
          <p:cNvSpPr/>
          <p:nvPr/>
        </p:nvSpPr>
        <p:spPr>
          <a:xfrm>
            <a:off x="14392768" y="210343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7668BC0-0BF5-244F-0E8C-C5EE0F51009A}"/>
              </a:ext>
            </a:extLst>
          </p:cNvPr>
          <p:cNvSpPr/>
          <p:nvPr/>
        </p:nvSpPr>
        <p:spPr>
          <a:xfrm>
            <a:off x="4706636" y="215797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96354AE-637A-C464-66E0-5487C1743125}"/>
              </a:ext>
            </a:extLst>
          </p:cNvPr>
          <p:cNvSpPr/>
          <p:nvPr/>
        </p:nvSpPr>
        <p:spPr>
          <a:xfrm>
            <a:off x="5249781" y="2162361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8A7C1BD-777A-2B53-C839-EAD951A3D493}"/>
              </a:ext>
            </a:extLst>
          </p:cNvPr>
          <p:cNvSpPr/>
          <p:nvPr/>
        </p:nvSpPr>
        <p:spPr>
          <a:xfrm>
            <a:off x="5797408" y="215941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13A204-24AE-33D5-1084-2EC4B98B7A23}"/>
              </a:ext>
            </a:extLst>
          </p:cNvPr>
          <p:cNvSpPr/>
          <p:nvPr/>
        </p:nvSpPr>
        <p:spPr>
          <a:xfrm>
            <a:off x="6358704" y="2165070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001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95AC-32D4-E8B1-2759-D7A1AFE8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8847EC2-7CDE-423F-E42A-4DE6F0504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28847D-0803-5DAB-D5AB-219E44527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21A7D3-ADAB-CF71-4A1F-54D94A96D3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6FAECEA-3C93-9493-2AFE-D6B927C64FC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Calibri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B6E62367-A7F5-7148-937E-F2E61185E4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1553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000000"/>
              </a:solidFill>
              <a:latin typeface="Calibri"/>
              <a:ea typeface="Calibri"/>
              <a:cs typeface="Calibri"/>
              <a:sym typeface="Downtempo"/>
            </a:endParaRPr>
          </a:p>
          <a:p>
            <a:pPr algn="ctr">
              <a:lnSpc>
                <a:spcPts val="6240"/>
              </a:lnSpc>
            </a:pP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770562CD-431B-C762-C971-4F7F62FADF9D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1413298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61BD3BD-B922-11B7-FEE2-E51B9E24DB40}"/>
              </a:ext>
            </a:extLst>
          </p:cNvPr>
          <p:cNvSpPr>
            <a:spLocks/>
          </p:cNvSpPr>
          <p:nvPr/>
        </p:nvSpPr>
        <p:spPr>
          <a:xfrm>
            <a:off x="427182" y="3875834"/>
            <a:ext cx="17433636" cy="610184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DBAAB54E-2364-FD19-BDF9-5739C9DA7851}"/>
              </a:ext>
            </a:extLst>
          </p:cNvPr>
          <p:cNvSpPr>
            <a:spLocks/>
          </p:cNvSpPr>
          <p:nvPr/>
        </p:nvSpPr>
        <p:spPr>
          <a:xfrm>
            <a:off x="789073" y="3684507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359A2392-8E16-DB47-1014-C5C91493248F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409D14A0-A84C-691C-0BC0-67A263A642F4}"/>
              </a:ext>
            </a:extLst>
          </p:cNvPr>
          <p:cNvSpPr/>
          <p:nvPr/>
        </p:nvSpPr>
        <p:spPr>
          <a:xfrm>
            <a:off x="900584" y="2192123"/>
            <a:ext cx="4371067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2BEC0FAD-E2D0-1F2D-AA02-E4F6A48E8792}"/>
              </a:ext>
            </a:extLst>
          </p:cNvPr>
          <p:cNvSpPr/>
          <p:nvPr/>
        </p:nvSpPr>
        <p:spPr>
          <a:xfrm>
            <a:off x="900583" y="4866493"/>
            <a:ext cx="437106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3235BAC7-45BF-7ACE-A2C4-C72798F35E95}"/>
              </a:ext>
            </a:extLst>
          </p:cNvPr>
          <p:cNvSpPr/>
          <p:nvPr/>
        </p:nvSpPr>
        <p:spPr>
          <a:xfrm>
            <a:off x="900583" y="5741121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99C9E4A-F3DE-2C5D-1EBC-CA086EB0C58A}"/>
              </a:ext>
            </a:extLst>
          </p:cNvPr>
          <p:cNvSpPr/>
          <p:nvPr/>
        </p:nvSpPr>
        <p:spPr>
          <a:xfrm>
            <a:off x="6036317" y="574533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74D39CF5-168F-18C4-E12D-6A3D877493A1}"/>
              </a:ext>
            </a:extLst>
          </p:cNvPr>
          <p:cNvSpPr/>
          <p:nvPr/>
        </p:nvSpPr>
        <p:spPr>
          <a:xfrm>
            <a:off x="900583" y="6615749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C76F21F-3557-62AC-870F-398FE4A9D314}"/>
              </a:ext>
            </a:extLst>
          </p:cNvPr>
          <p:cNvSpPr/>
          <p:nvPr/>
        </p:nvSpPr>
        <p:spPr>
          <a:xfrm>
            <a:off x="5492570" y="57464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1EB7BDC2-4E31-55DE-4338-0310087B9DC6}"/>
              </a:ext>
            </a:extLst>
          </p:cNvPr>
          <p:cNvSpPr/>
          <p:nvPr/>
        </p:nvSpPr>
        <p:spPr>
          <a:xfrm>
            <a:off x="900583" y="7490377"/>
            <a:ext cx="43836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Céramique et choix matériaux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381B2D7-287A-7B98-2525-75C7D99C47E8}"/>
              </a:ext>
            </a:extLst>
          </p:cNvPr>
          <p:cNvSpPr/>
          <p:nvPr/>
        </p:nvSpPr>
        <p:spPr>
          <a:xfrm>
            <a:off x="5491912" y="493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6F36C6F-6582-4F30-5A6A-67A3B7D04D0C}"/>
              </a:ext>
            </a:extLst>
          </p:cNvPr>
          <p:cNvSpPr/>
          <p:nvPr/>
        </p:nvSpPr>
        <p:spPr>
          <a:xfrm>
            <a:off x="5492570" y="664532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799FE164-8F43-C675-C217-86FAD38B7FCC}"/>
              </a:ext>
            </a:extLst>
          </p:cNvPr>
          <p:cNvSpPr/>
          <p:nvPr/>
        </p:nvSpPr>
        <p:spPr>
          <a:xfrm>
            <a:off x="9403171" y="2192123"/>
            <a:ext cx="41485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CBB03174-2B11-93A1-2D46-CEA1AF2B8F85}"/>
              </a:ext>
            </a:extLst>
          </p:cNvPr>
          <p:cNvSpPr/>
          <p:nvPr/>
        </p:nvSpPr>
        <p:spPr>
          <a:xfrm>
            <a:off x="900583" y="8365005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53" name="Freeform 31">
            <a:extLst>
              <a:ext uri="{FF2B5EF4-FFF2-40B4-BE49-F238E27FC236}">
                <a16:creationId xmlns:a16="http://schemas.microsoft.com/office/drawing/2014/main" id="{47D62DBA-137D-2D16-867B-3C3D4C00C7D5}"/>
              </a:ext>
            </a:extLst>
          </p:cNvPr>
          <p:cNvSpPr/>
          <p:nvPr/>
        </p:nvSpPr>
        <p:spPr>
          <a:xfrm>
            <a:off x="9388486" y="4722602"/>
            <a:ext cx="416321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2463ECB7-B670-BE2D-F045-09DE8E87C954}"/>
              </a:ext>
            </a:extLst>
          </p:cNvPr>
          <p:cNvSpPr/>
          <p:nvPr/>
        </p:nvSpPr>
        <p:spPr>
          <a:xfrm>
            <a:off x="13820118" y="475694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FA3A749-25E8-0DD4-2E90-0E4C0228D516}"/>
              </a:ext>
            </a:extLst>
          </p:cNvPr>
          <p:cNvSpPr/>
          <p:nvPr/>
        </p:nvSpPr>
        <p:spPr>
          <a:xfrm>
            <a:off x="5492570" y="747841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1CE5B3D-B6A3-F1C5-78E0-3CF110630EB5}"/>
              </a:ext>
            </a:extLst>
          </p:cNvPr>
          <p:cNvSpPr/>
          <p:nvPr/>
        </p:nvSpPr>
        <p:spPr>
          <a:xfrm>
            <a:off x="5492570" y="835120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D9E6BC7-D6FE-F84C-E7CA-881D3ABB7B4A}"/>
              </a:ext>
            </a:extLst>
          </p:cNvPr>
          <p:cNvSpPr/>
          <p:nvPr/>
        </p:nvSpPr>
        <p:spPr>
          <a:xfrm>
            <a:off x="900583" y="9239632"/>
            <a:ext cx="43900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de flux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8937439-9857-C857-3C96-3686457889F9}"/>
              </a:ext>
            </a:extLst>
          </p:cNvPr>
          <p:cNvSpPr/>
          <p:nvPr/>
        </p:nvSpPr>
        <p:spPr>
          <a:xfrm>
            <a:off x="5492570" y="9255341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CFED75D-9A69-F95C-E629-02EA23DC733C}"/>
              </a:ext>
            </a:extLst>
          </p:cNvPr>
          <p:cNvSpPr/>
          <p:nvPr/>
        </p:nvSpPr>
        <p:spPr>
          <a:xfrm>
            <a:off x="5491912" y="2182999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AFC1AED-295B-FDB8-0F73-4C5BA39DC20A}"/>
              </a:ext>
            </a:extLst>
          </p:cNvPr>
          <p:cNvSpPr/>
          <p:nvPr/>
        </p:nvSpPr>
        <p:spPr>
          <a:xfrm>
            <a:off x="6035055" y="2187389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706F3E0-14B5-0A10-79D5-BD60BE6B151D}"/>
              </a:ext>
            </a:extLst>
          </p:cNvPr>
          <p:cNvSpPr/>
          <p:nvPr/>
        </p:nvSpPr>
        <p:spPr>
          <a:xfrm>
            <a:off x="6582684" y="2184444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C9EEF0A-3774-56B2-B179-977CA97A985B}"/>
              </a:ext>
            </a:extLst>
          </p:cNvPr>
          <p:cNvSpPr/>
          <p:nvPr/>
        </p:nvSpPr>
        <p:spPr>
          <a:xfrm>
            <a:off x="7126054" y="2190098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A4411E40-C21C-2B20-378F-9CB6509880AF}"/>
              </a:ext>
            </a:extLst>
          </p:cNvPr>
          <p:cNvSpPr/>
          <p:nvPr/>
        </p:nvSpPr>
        <p:spPr>
          <a:xfrm>
            <a:off x="13820118" y="2209894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570F82D-7E55-C0B2-45E7-8E732217F87F}"/>
              </a:ext>
            </a:extLst>
          </p:cNvPr>
          <p:cNvSpPr/>
          <p:nvPr/>
        </p:nvSpPr>
        <p:spPr>
          <a:xfrm>
            <a:off x="14363261" y="221428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6FCA41A-4E86-D722-A1F6-6EF552B7071E}"/>
              </a:ext>
            </a:extLst>
          </p:cNvPr>
          <p:cNvSpPr/>
          <p:nvPr/>
        </p:nvSpPr>
        <p:spPr>
          <a:xfrm>
            <a:off x="14910890" y="221133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32E5453-1923-0ACB-A36B-6B620B55DC88}"/>
              </a:ext>
            </a:extLst>
          </p:cNvPr>
          <p:cNvSpPr/>
          <p:nvPr/>
        </p:nvSpPr>
        <p:spPr>
          <a:xfrm>
            <a:off x="15454260" y="221699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462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0E7FCF63-45E7-9CEE-9EEF-1C8E9BD2678E}"/>
              </a:ext>
            </a:extLst>
          </p:cNvPr>
          <p:cNvSpPr/>
          <p:nvPr/>
        </p:nvSpPr>
        <p:spPr>
          <a:xfrm>
            <a:off x="502285" y="2404188"/>
            <a:ext cx="2542465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87189417-EF94-4296-74D1-EF01A0D2D205}"/>
              </a:ext>
            </a:extLst>
          </p:cNvPr>
          <p:cNvSpPr/>
          <p:nvPr/>
        </p:nvSpPr>
        <p:spPr>
          <a:xfrm>
            <a:off x="6486816" y="2414525"/>
            <a:ext cx="239507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Technique élargie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B61B29CB-BDF5-1605-655F-F962B33C3A3B}"/>
              </a:ext>
            </a:extLst>
          </p:cNvPr>
          <p:cNvSpPr/>
          <p:nvPr/>
        </p:nvSpPr>
        <p:spPr>
          <a:xfrm>
            <a:off x="9401257" y="2396596"/>
            <a:ext cx="238139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9E243F1-A26C-39E3-D1BB-A04294760FD7}"/>
              </a:ext>
            </a:extLst>
          </p:cNvPr>
          <p:cNvSpPr/>
          <p:nvPr/>
        </p:nvSpPr>
        <p:spPr>
          <a:xfrm>
            <a:off x="9386036" y="295682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DCE5D2F2-C29A-E148-B022-376C2762F664}"/>
              </a:ext>
            </a:extLst>
          </p:cNvPr>
          <p:cNvSpPr/>
          <p:nvPr/>
        </p:nvSpPr>
        <p:spPr>
          <a:xfrm>
            <a:off x="9929181" y="29612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D5D439C-4EEF-F612-AC4B-F3E187F83E71}"/>
              </a:ext>
            </a:extLst>
          </p:cNvPr>
          <p:cNvSpPr/>
          <p:nvPr/>
        </p:nvSpPr>
        <p:spPr>
          <a:xfrm>
            <a:off x="10476808" y="295827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508A72A-D9B3-C35A-3597-8634DEA738E1}"/>
              </a:ext>
            </a:extLst>
          </p:cNvPr>
          <p:cNvSpPr/>
          <p:nvPr/>
        </p:nvSpPr>
        <p:spPr>
          <a:xfrm>
            <a:off x="11038104" y="2963924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77223EFF-39CD-A63D-C088-67CCD1FEBF79}"/>
              </a:ext>
            </a:extLst>
          </p:cNvPr>
          <p:cNvSpPr/>
          <p:nvPr/>
        </p:nvSpPr>
        <p:spPr>
          <a:xfrm>
            <a:off x="12333565" y="2391955"/>
            <a:ext cx="2521203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FFFF1E2-B3A4-078E-6787-F14326E9E0DA}"/>
              </a:ext>
            </a:extLst>
          </p:cNvPr>
          <p:cNvSpPr/>
          <p:nvPr/>
        </p:nvSpPr>
        <p:spPr>
          <a:xfrm>
            <a:off x="9350037" y="3919771"/>
            <a:ext cx="267372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EE23E99-2483-17CC-E4D9-10B11AAB25FF}"/>
              </a:ext>
            </a:extLst>
          </p:cNvPr>
          <p:cNvSpPr/>
          <p:nvPr/>
        </p:nvSpPr>
        <p:spPr>
          <a:xfrm>
            <a:off x="12371713" y="2961149"/>
            <a:ext cx="47525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50994AD-7F6D-0E64-176E-78BA2DDC62B4}"/>
              </a:ext>
            </a:extLst>
          </p:cNvPr>
          <p:cNvSpPr/>
          <p:nvPr/>
        </p:nvSpPr>
        <p:spPr>
          <a:xfrm>
            <a:off x="12914858" y="2965539"/>
            <a:ext cx="47525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D67D92D-BA0B-F6EA-2867-E14CCFE1504D}"/>
              </a:ext>
            </a:extLst>
          </p:cNvPr>
          <p:cNvSpPr/>
          <p:nvPr/>
        </p:nvSpPr>
        <p:spPr>
          <a:xfrm>
            <a:off x="9429211" y="449251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682E9BE-925C-0D57-8565-4546222974C7}"/>
              </a:ext>
            </a:extLst>
          </p:cNvPr>
          <p:cNvSpPr/>
          <p:nvPr/>
        </p:nvSpPr>
        <p:spPr>
          <a:xfrm>
            <a:off x="9977884" y="449496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sz="14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4CF843A3-0AF6-2BC1-D9FF-53C75FD1F21C}"/>
              </a:ext>
            </a:extLst>
          </p:cNvPr>
          <p:cNvSpPr/>
          <p:nvPr/>
        </p:nvSpPr>
        <p:spPr>
          <a:xfrm>
            <a:off x="15347615" y="2420623"/>
            <a:ext cx="232795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5AC4C31-2210-2275-2BFF-DA68E234B7CD}"/>
              </a:ext>
            </a:extLst>
          </p:cNvPr>
          <p:cNvSpPr/>
          <p:nvPr/>
        </p:nvSpPr>
        <p:spPr>
          <a:xfrm>
            <a:off x="15416481" y="29898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3B71551-A4D6-9D94-2F30-BBA4B0AF808E}"/>
              </a:ext>
            </a:extLst>
          </p:cNvPr>
          <p:cNvSpPr/>
          <p:nvPr/>
        </p:nvSpPr>
        <p:spPr>
          <a:xfrm>
            <a:off x="15959626" y="299421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A49790D4-F1D7-7CF0-1FBB-35DEC8358C5D}"/>
              </a:ext>
            </a:extLst>
          </p:cNvPr>
          <p:cNvSpPr/>
          <p:nvPr/>
        </p:nvSpPr>
        <p:spPr>
          <a:xfrm>
            <a:off x="16507253" y="299126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254FC4C-5007-3717-31A0-095B00D723F1}"/>
              </a:ext>
            </a:extLst>
          </p:cNvPr>
          <p:cNvSpPr/>
          <p:nvPr/>
        </p:nvSpPr>
        <p:spPr>
          <a:xfrm>
            <a:off x="17068549" y="299691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CBBDECD-703E-3F14-034B-207997D95028}"/>
              </a:ext>
            </a:extLst>
          </p:cNvPr>
          <p:cNvSpPr/>
          <p:nvPr/>
        </p:nvSpPr>
        <p:spPr>
          <a:xfrm>
            <a:off x="3433232" y="2429591"/>
            <a:ext cx="2542465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9AC31538-7190-68F0-4032-0969E582DA46}"/>
              </a:ext>
            </a:extLst>
          </p:cNvPr>
          <p:cNvSpPr/>
          <p:nvPr/>
        </p:nvSpPr>
        <p:spPr>
          <a:xfrm>
            <a:off x="13417030" y="2965539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7564996-3F34-8FEB-6178-197B74238EAB}"/>
              </a:ext>
            </a:extLst>
          </p:cNvPr>
          <p:cNvSpPr/>
          <p:nvPr/>
        </p:nvSpPr>
        <p:spPr>
          <a:xfrm>
            <a:off x="13978326" y="2971193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A4238A2-D2CD-559C-4C9D-D2315543288D}"/>
              </a:ext>
            </a:extLst>
          </p:cNvPr>
          <p:cNvSpPr/>
          <p:nvPr/>
        </p:nvSpPr>
        <p:spPr>
          <a:xfrm>
            <a:off x="6486816" y="296680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0E53D48-68AE-5D8E-CBD4-57CE84F568DC}"/>
              </a:ext>
            </a:extLst>
          </p:cNvPr>
          <p:cNvSpPr/>
          <p:nvPr/>
        </p:nvSpPr>
        <p:spPr>
          <a:xfrm>
            <a:off x="7029961" y="297119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C722ACF-4D6D-6EAF-840D-04735D9701DE}"/>
              </a:ext>
            </a:extLst>
          </p:cNvPr>
          <p:cNvSpPr/>
          <p:nvPr/>
        </p:nvSpPr>
        <p:spPr>
          <a:xfrm>
            <a:off x="7577588" y="296824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0F8C55F-2CC4-E23C-AADD-45F884F8CBAD}"/>
              </a:ext>
            </a:extLst>
          </p:cNvPr>
          <p:cNvSpPr/>
          <p:nvPr/>
        </p:nvSpPr>
        <p:spPr>
          <a:xfrm>
            <a:off x="8138884" y="297390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526D4DC-241A-CA85-E8E8-9A9E243D995B}"/>
              </a:ext>
            </a:extLst>
          </p:cNvPr>
          <p:cNvSpPr/>
          <p:nvPr/>
        </p:nvSpPr>
        <p:spPr>
          <a:xfrm>
            <a:off x="3447632" y="304166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39F2B29-7433-33ED-56F6-D0F4AB2456AA}"/>
              </a:ext>
            </a:extLst>
          </p:cNvPr>
          <p:cNvSpPr/>
          <p:nvPr/>
        </p:nvSpPr>
        <p:spPr>
          <a:xfrm>
            <a:off x="3990777" y="304605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29491A1-FB36-BB23-4C0B-2B7484F864D8}"/>
              </a:ext>
            </a:extLst>
          </p:cNvPr>
          <p:cNvSpPr/>
          <p:nvPr/>
        </p:nvSpPr>
        <p:spPr>
          <a:xfrm>
            <a:off x="4538404" y="304310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3437EFF7-2F86-2DF9-D673-25C342019719}"/>
              </a:ext>
            </a:extLst>
          </p:cNvPr>
          <p:cNvSpPr/>
          <p:nvPr/>
        </p:nvSpPr>
        <p:spPr>
          <a:xfrm>
            <a:off x="5099700" y="3048762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2590848-E92D-5C78-CE59-687BC5F5E42C}"/>
              </a:ext>
            </a:extLst>
          </p:cNvPr>
          <p:cNvSpPr/>
          <p:nvPr/>
        </p:nvSpPr>
        <p:spPr>
          <a:xfrm>
            <a:off x="480378" y="301626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512899ED-2592-95BD-AD49-3F2CEA275998}"/>
              </a:ext>
            </a:extLst>
          </p:cNvPr>
          <p:cNvSpPr/>
          <p:nvPr/>
        </p:nvSpPr>
        <p:spPr>
          <a:xfrm>
            <a:off x="1023523" y="302065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8390890A-9B9C-B92A-3FF8-A037AAB83A23}"/>
              </a:ext>
            </a:extLst>
          </p:cNvPr>
          <p:cNvSpPr/>
          <p:nvPr/>
        </p:nvSpPr>
        <p:spPr>
          <a:xfrm>
            <a:off x="1571150" y="301770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6CD231FE-75DE-ABF1-D73B-B91BD7052565}"/>
              </a:ext>
            </a:extLst>
          </p:cNvPr>
          <p:cNvSpPr/>
          <p:nvPr/>
        </p:nvSpPr>
        <p:spPr>
          <a:xfrm>
            <a:off x="2132446" y="3023359"/>
            <a:ext cx="504000" cy="504000"/>
          </a:xfrm>
          <a:prstGeom prst="ellipse">
            <a:avLst/>
          </a:prstGeom>
          <a:solidFill>
            <a:srgbClr val="8C4BE2">
              <a:alpha val="29804"/>
            </a:srgbClr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61781"/>
            <a:ext cx="17835899" cy="8127615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200F792B-829D-9F87-7F32-E3B2CA5E5202}"/>
              </a:ext>
            </a:extLst>
          </p:cNvPr>
          <p:cNvSpPr/>
          <p:nvPr/>
        </p:nvSpPr>
        <p:spPr>
          <a:xfrm>
            <a:off x="430570" y="2341704"/>
            <a:ext cx="2455303" cy="69554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C90D73-C9FE-7CA9-7B88-F9B0823BC14F}"/>
              </a:ext>
            </a:extLst>
          </p:cNvPr>
          <p:cNvSpPr/>
          <p:nvPr/>
        </p:nvSpPr>
        <p:spPr>
          <a:xfrm>
            <a:off x="504303" y="30803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9A981C05-4BA4-9E67-D039-530CD7B07F1F}"/>
              </a:ext>
            </a:extLst>
          </p:cNvPr>
          <p:cNvSpPr/>
          <p:nvPr/>
        </p:nvSpPr>
        <p:spPr>
          <a:xfrm>
            <a:off x="445589" y="3881399"/>
            <a:ext cx="2455304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1E2D6B3-9EB9-6DAD-4734-57B3B911818B}"/>
              </a:ext>
            </a:extLst>
          </p:cNvPr>
          <p:cNvSpPr/>
          <p:nvPr/>
        </p:nvSpPr>
        <p:spPr>
          <a:xfrm>
            <a:off x="526763" y="443025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A6CBB307-6AFC-E72E-B672-5AE3565313EB}"/>
              </a:ext>
            </a:extLst>
          </p:cNvPr>
          <p:cNvSpPr/>
          <p:nvPr/>
        </p:nvSpPr>
        <p:spPr>
          <a:xfrm>
            <a:off x="3467674" y="5290667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DE24796-0AB7-7C39-2445-8B2484F620BE}"/>
              </a:ext>
            </a:extLst>
          </p:cNvPr>
          <p:cNvSpPr/>
          <p:nvPr/>
        </p:nvSpPr>
        <p:spPr>
          <a:xfrm>
            <a:off x="3467674" y="3833296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692464D4-CE48-BB70-7036-1EE54FC4B061}"/>
              </a:ext>
            </a:extLst>
          </p:cNvPr>
          <p:cNvSpPr/>
          <p:nvPr/>
        </p:nvSpPr>
        <p:spPr>
          <a:xfrm>
            <a:off x="3467674" y="2341703"/>
            <a:ext cx="261794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AAC7306-6294-2024-3555-A6AEAEC113EB}"/>
              </a:ext>
            </a:extLst>
          </p:cNvPr>
          <p:cNvSpPr/>
          <p:nvPr/>
        </p:nvSpPr>
        <p:spPr>
          <a:xfrm>
            <a:off x="3523974" y="311625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A0B3BD2-BEBE-CCB6-5BC8-6D073B6E17A4}"/>
              </a:ext>
            </a:extLst>
          </p:cNvPr>
          <p:cNvSpPr/>
          <p:nvPr/>
        </p:nvSpPr>
        <p:spPr>
          <a:xfrm>
            <a:off x="3515012" y="461335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94E57E1-B74E-2E6F-67EE-2E638C58DA6A}"/>
              </a:ext>
            </a:extLst>
          </p:cNvPr>
          <p:cNvSpPr/>
          <p:nvPr/>
        </p:nvSpPr>
        <p:spPr>
          <a:xfrm>
            <a:off x="3512010" y="60707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3F1BDCE3-69DD-125F-6012-95F58983250D}"/>
              </a:ext>
            </a:extLst>
          </p:cNvPr>
          <p:cNvSpPr/>
          <p:nvPr/>
        </p:nvSpPr>
        <p:spPr>
          <a:xfrm>
            <a:off x="6510809" y="2341703"/>
            <a:ext cx="2480962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0D52B643-B3A4-A380-B46A-91FA1F91EE1A}"/>
              </a:ext>
            </a:extLst>
          </p:cNvPr>
          <p:cNvSpPr/>
          <p:nvPr/>
        </p:nvSpPr>
        <p:spPr>
          <a:xfrm>
            <a:off x="6475009" y="3833295"/>
            <a:ext cx="2476391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AAC1E455-AE98-ECB3-D7D2-1F3399D21C40}"/>
              </a:ext>
            </a:extLst>
          </p:cNvPr>
          <p:cNvSpPr/>
          <p:nvPr/>
        </p:nvSpPr>
        <p:spPr>
          <a:xfrm>
            <a:off x="6415642" y="5290667"/>
            <a:ext cx="255944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C55EE25D-BEDC-45AD-03F5-F9A7A15A8DB7}"/>
              </a:ext>
            </a:extLst>
          </p:cNvPr>
          <p:cNvSpPr/>
          <p:nvPr/>
        </p:nvSpPr>
        <p:spPr>
          <a:xfrm>
            <a:off x="6416596" y="6582782"/>
            <a:ext cx="253480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BCD6134-9FE7-B891-24B1-0F441D48DAC1}"/>
              </a:ext>
            </a:extLst>
          </p:cNvPr>
          <p:cNvSpPr/>
          <p:nvPr/>
        </p:nvSpPr>
        <p:spPr>
          <a:xfrm>
            <a:off x="6497254" y="5882539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EE593AA-7976-79B2-E797-BF72CACA7430}"/>
              </a:ext>
            </a:extLst>
          </p:cNvPr>
          <p:cNvSpPr/>
          <p:nvPr/>
        </p:nvSpPr>
        <p:spPr>
          <a:xfrm>
            <a:off x="6542079" y="46364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76035F5-78F7-5FAD-30D1-0132B8BEA6F8}"/>
              </a:ext>
            </a:extLst>
          </p:cNvPr>
          <p:cNvSpPr/>
          <p:nvPr/>
        </p:nvSpPr>
        <p:spPr>
          <a:xfrm>
            <a:off x="6568970" y="31214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1C4F98D-6B51-674F-AA3D-90B191BB7936}"/>
              </a:ext>
            </a:extLst>
          </p:cNvPr>
          <p:cNvSpPr/>
          <p:nvPr/>
        </p:nvSpPr>
        <p:spPr>
          <a:xfrm>
            <a:off x="6470862" y="716399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6" name="Freeform 31">
            <a:extLst>
              <a:ext uri="{FF2B5EF4-FFF2-40B4-BE49-F238E27FC236}">
                <a16:creationId xmlns:a16="http://schemas.microsoft.com/office/drawing/2014/main" id="{695E529B-C578-BC19-A704-7D90332C0EF8}"/>
              </a:ext>
            </a:extLst>
          </p:cNvPr>
          <p:cNvSpPr/>
          <p:nvPr/>
        </p:nvSpPr>
        <p:spPr>
          <a:xfrm>
            <a:off x="9450129" y="2366668"/>
            <a:ext cx="252996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3A225D04-6FA5-761E-2B2A-9077D9590B62}"/>
              </a:ext>
            </a:extLst>
          </p:cNvPr>
          <p:cNvSpPr/>
          <p:nvPr/>
        </p:nvSpPr>
        <p:spPr>
          <a:xfrm>
            <a:off x="9442285" y="6592906"/>
            <a:ext cx="2516449" cy="66850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 </a:t>
            </a:r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AC1C9F78-5EB1-DD67-70D1-5DA02CE380AA}"/>
              </a:ext>
            </a:extLst>
          </p:cNvPr>
          <p:cNvSpPr/>
          <p:nvPr/>
        </p:nvSpPr>
        <p:spPr>
          <a:xfrm>
            <a:off x="9442285" y="7960631"/>
            <a:ext cx="2548874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39" name="Freeform 31">
            <a:extLst>
              <a:ext uri="{FF2B5EF4-FFF2-40B4-BE49-F238E27FC236}">
                <a16:creationId xmlns:a16="http://schemas.microsoft.com/office/drawing/2014/main" id="{F055A858-163A-9CE5-B05B-50458C70B277}"/>
              </a:ext>
            </a:extLst>
          </p:cNvPr>
          <p:cNvSpPr/>
          <p:nvPr/>
        </p:nvSpPr>
        <p:spPr>
          <a:xfrm>
            <a:off x="9438716" y="3878020"/>
            <a:ext cx="2520018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40" name="Freeform 31">
            <a:extLst>
              <a:ext uri="{FF2B5EF4-FFF2-40B4-BE49-F238E27FC236}">
                <a16:creationId xmlns:a16="http://schemas.microsoft.com/office/drawing/2014/main" id="{ED51B53A-7F62-27A0-D195-3D633927A9E0}"/>
              </a:ext>
            </a:extLst>
          </p:cNvPr>
          <p:cNvSpPr/>
          <p:nvPr/>
        </p:nvSpPr>
        <p:spPr>
          <a:xfrm>
            <a:off x="9438715" y="5225538"/>
            <a:ext cx="2549312" cy="63580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Gestion et amélioration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15B3CD6-BD81-2442-D4E4-A701DC58E685}"/>
              </a:ext>
            </a:extLst>
          </p:cNvPr>
          <p:cNvSpPr/>
          <p:nvPr/>
        </p:nvSpPr>
        <p:spPr>
          <a:xfrm>
            <a:off x="9509897" y="308505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5AAA2320-26CE-90BE-4452-0923C4B80E53}"/>
              </a:ext>
            </a:extLst>
          </p:cNvPr>
          <p:cNvSpPr/>
          <p:nvPr/>
        </p:nvSpPr>
        <p:spPr>
          <a:xfrm>
            <a:off x="9527828" y="442976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63D57E3C-D313-66E2-2B74-A862F2605E92}"/>
              </a:ext>
            </a:extLst>
          </p:cNvPr>
          <p:cNvSpPr/>
          <p:nvPr/>
        </p:nvSpPr>
        <p:spPr>
          <a:xfrm>
            <a:off x="10087568" y="44160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6E45285-09AA-5987-C24B-CA2D28F39638}"/>
              </a:ext>
            </a:extLst>
          </p:cNvPr>
          <p:cNvSpPr/>
          <p:nvPr/>
        </p:nvSpPr>
        <p:spPr>
          <a:xfrm>
            <a:off x="9509390" y="5918402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06881BE-CE92-6CAE-2474-A26B9395318C}"/>
              </a:ext>
            </a:extLst>
          </p:cNvPr>
          <p:cNvSpPr/>
          <p:nvPr/>
        </p:nvSpPr>
        <p:spPr>
          <a:xfrm>
            <a:off x="9494464" y="731172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1AD99D65-FA51-E6CF-26F0-06BF26A575F3}"/>
              </a:ext>
            </a:extLst>
          </p:cNvPr>
          <p:cNvSpPr/>
          <p:nvPr/>
        </p:nvSpPr>
        <p:spPr>
          <a:xfrm>
            <a:off x="10056240" y="730793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EE13F959-BBD6-82E6-F1CB-3E1C247671C3}"/>
              </a:ext>
            </a:extLst>
          </p:cNvPr>
          <p:cNvSpPr/>
          <p:nvPr/>
        </p:nvSpPr>
        <p:spPr>
          <a:xfrm>
            <a:off x="9500429" y="902915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C4-1</a:t>
            </a:r>
            <a:endParaRPr lang="fr-FR" dirty="0"/>
          </a:p>
        </p:txBody>
      </p:sp>
      <p:sp>
        <p:nvSpPr>
          <p:cNvPr id="48" name="Freeform 31">
            <a:extLst>
              <a:ext uri="{FF2B5EF4-FFF2-40B4-BE49-F238E27FC236}">
                <a16:creationId xmlns:a16="http://schemas.microsoft.com/office/drawing/2014/main" id="{3A8BA1AA-B787-92AF-8FC0-580B7B6EA342}"/>
              </a:ext>
            </a:extLst>
          </p:cNvPr>
          <p:cNvSpPr/>
          <p:nvPr/>
        </p:nvSpPr>
        <p:spPr>
          <a:xfrm>
            <a:off x="12395490" y="2342949"/>
            <a:ext cx="2507504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E2544CF9-D63C-BE65-B905-D7A0BA0EBBEC}"/>
              </a:ext>
            </a:extLst>
          </p:cNvPr>
          <p:cNvSpPr/>
          <p:nvPr/>
        </p:nvSpPr>
        <p:spPr>
          <a:xfrm>
            <a:off x="12395490" y="3629616"/>
            <a:ext cx="250750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50" name="Freeform 31">
            <a:extLst>
              <a:ext uri="{FF2B5EF4-FFF2-40B4-BE49-F238E27FC236}">
                <a16:creationId xmlns:a16="http://schemas.microsoft.com/office/drawing/2014/main" id="{240CEA58-A6CB-EDA5-8870-BB70215019FB}"/>
              </a:ext>
            </a:extLst>
          </p:cNvPr>
          <p:cNvSpPr/>
          <p:nvPr/>
        </p:nvSpPr>
        <p:spPr>
          <a:xfrm>
            <a:off x="12395489" y="4871383"/>
            <a:ext cx="2507504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0B48DAB2-7D05-DDB5-AEB9-C2EB3A15049A}"/>
              </a:ext>
            </a:extLst>
          </p:cNvPr>
          <p:cNvSpPr/>
          <p:nvPr/>
        </p:nvSpPr>
        <p:spPr>
          <a:xfrm>
            <a:off x="12401903" y="6287620"/>
            <a:ext cx="2501090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Céramique et choix matériaux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EA0F07EE-FB9A-3F3B-D2CD-48412BE6044A}"/>
              </a:ext>
            </a:extLst>
          </p:cNvPr>
          <p:cNvSpPr/>
          <p:nvPr/>
        </p:nvSpPr>
        <p:spPr>
          <a:xfrm>
            <a:off x="12408474" y="7662116"/>
            <a:ext cx="2494519" cy="5961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2CDAF2C4-9303-1B5C-09A1-AEFBED7CD0DD}"/>
              </a:ext>
            </a:extLst>
          </p:cNvPr>
          <p:cNvSpPr/>
          <p:nvPr/>
        </p:nvSpPr>
        <p:spPr>
          <a:xfrm>
            <a:off x="12459283" y="296852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0D88BCB5-13EB-9E24-B521-6FAE8967ABF0}"/>
              </a:ext>
            </a:extLst>
          </p:cNvPr>
          <p:cNvSpPr/>
          <p:nvPr/>
        </p:nvSpPr>
        <p:spPr>
          <a:xfrm>
            <a:off x="12463210" y="42098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6D3959A9-4FB9-DD84-EDCC-271927B34C31}"/>
              </a:ext>
            </a:extLst>
          </p:cNvPr>
          <p:cNvSpPr/>
          <p:nvPr/>
        </p:nvSpPr>
        <p:spPr>
          <a:xfrm>
            <a:off x="13044483" y="420995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DD6705D5-0E3C-DB5F-AD8F-6F85EE8B8F2D}"/>
              </a:ext>
            </a:extLst>
          </p:cNvPr>
          <p:cNvSpPr/>
          <p:nvPr/>
        </p:nvSpPr>
        <p:spPr>
          <a:xfrm>
            <a:off x="12399029" y="5626374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71B696-B335-4795-09EF-9D40E9522B89}"/>
              </a:ext>
            </a:extLst>
          </p:cNvPr>
          <p:cNvSpPr/>
          <p:nvPr/>
        </p:nvSpPr>
        <p:spPr>
          <a:xfrm>
            <a:off x="12485673" y="830302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C4-3</a:t>
            </a:r>
            <a:endParaRPr lang="fr-FR" dirty="0"/>
          </a:p>
        </p:txBody>
      </p:sp>
      <p:sp>
        <p:nvSpPr>
          <p:cNvPr id="59" name="Freeform 31">
            <a:extLst>
              <a:ext uri="{FF2B5EF4-FFF2-40B4-BE49-F238E27FC236}">
                <a16:creationId xmlns:a16="http://schemas.microsoft.com/office/drawing/2014/main" id="{78DC0C50-7844-FB8C-C313-7B2D2E6EBDD4}"/>
              </a:ext>
            </a:extLst>
          </p:cNvPr>
          <p:cNvSpPr/>
          <p:nvPr/>
        </p:nvSpPr>
        <p:spPr>
          <a:xfrm>
            <a:off x="15258438" y="2366668"/>
            <a:ext cx="2594765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36F4AE0-2459-1754-B0DA-3A8CD263D305}"/>
              </a:ext>
            </a:extLst>
          </p:cNvPr>
          <p:cNvSpPr/>
          <p:nvPr/>
        </p:nvSpPr>
        <p:spPr>
          <a:xfrm>
            <a:off x="15336953" y="295955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C9A119A-E431-4442-39BC-F7B142F3302A}"/>
              </a:ext>
            </a:extLst>
          </p:cNvPr>
          <p:cNvSpPr/>
          <p:nvPr/>
        </p:nvSpPr>
        <p:spPr>
          <a:xfrm>
            <a:off x="12453131" y="70129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D72E215-00DF-F9CC-37ED-C03C8EFB340F}"/>
              </a:ext>
            </a:extLst>
          </p:cNvPr>
          <p:cNvSpPr/>
          <p:nvPr/>
        </p:nvSpPr>
        <p:spPr>
          <a:xfrm>
            <a:off x="12439696" y="8917517"/>
            <a:ext cx="246329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FAO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68EC7AB-95EA-9CE7-B6AB-DDD7F2E5AD73}"/>
              </a:ext>
            </a:extLst>
          </p:cNvPr>
          <p:cNvSpPr/>
          <p:nvPr/>
        </p:nvSpPr>
        <p:spPr>
          <a:xfrm>
            <a:off x="12520898" y="946282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E426C1D6-ABBF-781B-E673-1AA581729874}"/>
              </a:ext>
            </a:extLst>
          </p:cNvPr>
          <p:cNvSpPr/>
          <p:nvPr/>
        </p:nvSpPr>
        <p:spPr>
          <a:xfrm>
            <a:off x="522853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B8DF136F-534F-C3DC-A05A-228802E3A83A}"/>
              </a:ext>
            </a:extLst>
          </p:cNvPr>
          <p:cNvSpPr/>
          <p:nvPr/>
        </p:nvSpPr>
        <p:spPr>
          <a:xfrm>
            <a:off x="522852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CB6F3336-C1C0-009C-3767-2CBA650FF8E0}"/>
              </a:ext>
            </a:extLst>
          </p:cNvPr>
          <p:cNvSpPr/>
          <p:nvPr/>
        </p:nvSpPr>
        <p:spPr>
          <a:xfrm>
            <a:off x="5085889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0E5BFC9F-F1BB-7543-B2F0-E202E2FE3D0F}"/>
              </a:ext>
            </a:extLst>
          </p:cNvPr>
          <p:cNvSpPr/>
          <p:nvPr/>
        </p:nvSpPr>
        <p:spPr>
          <a:xfrm>
            <a:off x="5085888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  <a:endParaRPr lang="fr-FR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799C9370-FB9E-FC95-F71D-711AD0EE9198}"/>
              </a:ext>
            </a:extLst>
          </p:cNvPr>
          <p:cNvSpPr/>
          <p:nvPr/>
        </p:nvSpPr>
        <p:spPr>
          <a:xfrm>
            <a:off x="14092518" y="8674847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0F92BF1-F942-53BA-41F5-ADF2AE6C8079}"/>
              </a:ext>
            </a:extLst>
          </p:cNvPr>
          <p:cNvSpPr/>
          <p:nvPr/>
        </p:nvSpPr>
        <p:spPr>
          <a:xfrm>
            <a:off x="14092517" y="9400721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  <a:endParaRPr lang="fr-FR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8C6B9E6-8330-2806-73C5-AC62F1A03A63}"/>
              </a:ext>
            </a:extLst>
          </p:cNvPr>
          <p:cNvSpPr/>
          <p:nvPr/>
        </p:nvSpPr>
        <p:spPr>
          <a:xfrm>
            <a:off x="5085888" y="271133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Industrialisation pour l’usinage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C79F0596-5BD0-53D0-63BF-4C385B484C56}"/>
              </a:ext>
            </a:extLst>
          </p:cNvPr>
          <p:cNvSpPr/>
          <p:nvPr/>
        </p:nvSpPr>
        <p:spPr>
          <a:xfrm>
            <a:off x="14092516" y="2711338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Mécatronique 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0FA7DC7C-B2EC-B04D-0D30-A8014B7214FF}"/>
              </a:ext>
            </a:extLst>
          </p:cNvPr>
          <p:cNvSpPr/>
          <p:nvPr/>
        </p:nvSpPr>
        <p:spPr>
          <a:xfrm>
            <a:off x="9546461" y="2711338"/>
            <a:ext cx="3685445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Base de l’électricité et motorisation électrique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B4823396-11EB-8A67-EAC0-FAD4F3F55357}"/>
              </a:ext>
            </a:extLst>
          </p:cNvPr>
          <p:cNvSpPr/>
          <p:nvPr/>
        </p:nvSpPr>
        <p:spPr>
          <a:xfrm>
            <a:off x="9546461" y="3757304"/>
            <a:ext cx="3685445" cy="73307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Maitrise statistique des procédés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A8F46658-57E9-5E0E-B96F-4E8EBF32B146}"/>
              </a:ext>
            </a:extLst>
          </p:cNvPr>
          <p:cNvSpPr/>
          <p:nvPr/>
        </p:nvSpPr>
        <p:spPr>
          <a:xfrm>
            <a:off x="14092516" y="3751747"/>
            <a:ext cx="3672629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dirty="0"/>
              <a:t>Plans d’expérience et outils méthodologiques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EAC51841-3EC2-1C89-673E-C847E95648D1}"/>
              </a:ext>
            </a:extLst>
          </p:cNvPr>
          <p:cNvSpPr/>
          <p:nvPr/>
        </p:nvSpPr>
        <p:spPr>
          <a:xfrm>
            <a:off x="9546462" y="8721836"/>
            <a:ext cx="3672629" cy="5900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préparatoire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7A41FF05-6777-AF71-5E5C-68E77FA87F6D}"/>
              </a:ext>
            </a:extLst>
          </p:cNvPr>
          <p:cNvSpPr/>
          <p:nvPr/>
        </p:nvSpPr>
        <p:spPr>
          <a:xfrm>
            <a:off x="9546461" y="9447710"/>
            <a:ext cx="367262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Thème immersion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70-AE9D-4DA4-C14C-46D37D0A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C0C42AB2-C176-31FA-88C3-421FE22BE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B1835322-F0DC-54A1-E669-97757870A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010460B4-9FB5-34A4-E33B-D70A1A22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2C2AB23-BC47-A599-05E9-20E6A5DA51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88AABC7-CAA7-07AA-F392-7798120DFC94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5ED1E-84C0-6DA3-4FE3-12040D91C9BD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0B9C7D-930F-7870-9ED8-9A95BF5887B6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A75BFC4-B217-B4B3-0856-1F4A7849CDFB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C04C8C9B-AB6C-CAA6-5053-9F20E757211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90ED1CEC-7B66-57E6-2D89-7538BD93F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6095106-1CF2-3D63-FDF0-E3864BDBF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50477B7-1342-83DF-13F7-4DF1968F0F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A979D9E6-17F7-CF78-6700-8DBA7F1C4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E7357E8A-39FD-2772-B2F7-702EAB227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96989A78-2C58-5A2C-C853-55D7D83AFB6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E099CE1F-0DE9-AAD7-B601-54E1D690844A}"/>
              </a:ext>
            </a:extLst>
          </p:cNvPr>
          <p:cNvSpPr/>
          <p:nvPr/>
        </p:nvSpPr>
        <p:spPr>
          <a:xfrm>
            <a:off x="9218539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7F59A78-2D32-FCA6-80BC-202495652B9C}"/>
              </a:ext>
            </a:extLst>
          </p:cNvPr>
          <p:cNvSpPr/>
          <p:nvPr/>
        </p:nvSpPr>
        <p:spPr>
          <a:xfrm>
            <a:off x="4684118" y="8229600"/>
            <a:ext cx="4380029" cy="1914844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CC4576CB-59B5-9069-FEC5-0244FB0237A4}"/>
              </a:ext>
            </a:extLst>
          </p:cNvPr>
          <p:cNvSpPr/>
          <p:nvPr/>
        </p:nvSpPr>
        <p:spPr>
          <a:xfrm>
            <a:off x="151141" y="7684211"/>
            <a:ext cx="4380029" cy="245708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57472D0D-AAFA-E90E-5846-DFC847C7AEDF}"/>
              </a:ext>
            </a:extLst>
          </p:cNvPr>
          <p:cNvSpPr/>
          <p:nvPr/>
        </p:nvSpPr>
        <p:spPr>
          <a:xfrm>
            <a:off x="13754680" y="7899352"/>
            <a:ext cx="4380029" cy="224509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19B73A20-6118-610C-FB6D-B07545ADD593}"/>
              </a:ext>
            </a:extLst>
          </p:cNvPr>
          <p:cNvSpPr/>
          <p:nvPr/>
        </p:nvSpPr>
        <p:spPr>
          <a:xfrm>
            <a:off x="434620" y="7899352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E3990268-88DB-444B-D063-79DA2124E5AF}"/>
              </a:ext>
            </a:extLst>
          </p:cNvPr>
          <p:cNvSpPr/>
          <p:nvPr/>
        </p:nvSpPr>
        <p:spPr>
          <a:xfrm>
            <a:off x="434620" y="8624199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Technique élargie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60C6782-0B8C-8257-1C81-7E9B56595EAF}"/>
              </a:ext>
            </a:extLst>
          </p:cNvPr>
          <p:cNvSpPr/>
          <p:nvPr/>
        </p:nvSpPr>
        <p:spPr>
          <a:xfrm>
            <a:off x="434620" y="9349046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990DE724-607C-4A2D-25F2-D0F2F39B8DF0}"/>
              </a:ext>
            </a:extLst>
          </p:cNvPr>
          <p:cNvSpPr/>
          <p:nvPr/>
        </p:nvSpPr>
        <p:spPr>
          <a:xfrm>
            <a:off x="4957842" y="861652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D1B5D2D-0565-9A3C-3F76-62C1B17BEBBE}"/>
              </a:ext>
            </a:extLst>
          </p:cNvPr>
          <p:cNvSpPr/>
          <p:nvPr/>
        </p:nvSpPr>
        <p:spPr>
          <a:xfrm>
            <a:off x="9492262" y="8642053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57FE3248-A241-248B-AF75-70EE923B017F}"/>
              </a:ext>
            </a:extLst>
          </p:cNvPr>
          <p:cNvSpPr/>
          <p:nvPr/>
        </p:nvSpPr>
        <p:spPr>
          <a:xfrm>
            <a:off x="14003618" y="8116745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Gestion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3E6FE1A-25CF-00D1-52AA-E7E38AD54D08}"/>
              </a:ext>
            </a:extLst>
          </p:cNvPr>
          <p:cNvSpPr/>
          <p:nvPr/>
        </p:nvSpPr>
        <p:spPr>
          <a:xfrm>
            <a:off x="14027917" y="940045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Bureau d’études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E57026E7-CA30-0BFA-E2BB-085E1E1DF5D5}"/>
              </a:ext>
            </a:extLst>
          </p:cNvPr>
          <p:cNvSpPr/>
          <p:nvPr/>
        </p:nvSpPr>
        <p:spPr>
          <a:xfrm>
            <a:off x="14027917" y="2729005"/>
            <a:ext cx="3832579" cy="7292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66346EEF-58AD-AD74-F552-8C0D2595A6CC}"/>
              </a:ext>
            </a:extLst>
          </p:cNvPr>
          <p:cNvSpPr/>
          <p:nvPr/>
        </p:nvSpPr>
        <p:spPr>
          <a:xfrm>
            <a:off x="14021078" y="3571522"/>
            <a:ext cx="3832578" cy="73863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Automatique continue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1BE9494B-49D9-DCCA-0928-D0CA6C351123}"/>
              </a:ext>
            </a:extLst>
          </p:cNvPr>
          <p:cNvSpPr/>
          <p:nvPr/>
        </p:nvSpPr>
        <p:spPr>
          <a:xfrm>
            <a:off x="14027918" y="4408218"/>
            <a:ext cx="383257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Électronique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FF26F1D-1198-046C-AADB-B614A482425B}"/>
              </a:ext>
            </a:extLst>
          </p:cNvPr>
          <p:cNvSpPr/>
          <p:nvPr/>
        </p:nvSpPr>
        <p:spPr>
          <a:xfrm>
            <a:off x="14021078" y="5041234"/>
            <a:ext cx="3832578" cy="57741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Métrologie dimensionnelle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812AB8FB-1505-BF5E-269A-78D567110C77}"/>
              </a:ext>
            </a:extLst>
          </p:cNvPr>
          <p:cNvSpPr/>
          <p:nvPr/>
        </p:nvSpPr>
        <p:spPr>
          <a:xfrm>
            <a:off x="14021078" y="6355648"/>
            <a:ext cx="3815119" cy="102200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Algorithmique et programmation : généralisation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D629006A-8877-7517-A2F8-BF6B5CAFEE52}"/>
              </a:ext>
            </a:extLst>
          </p:cNvPr>
          <p:cNvSpPr/>
          <p:nvPr/>
        </p:nvSpPr>
        <p:spPr>
          <a:xfrm>
            <a:off x="14021078" y="5717425"/>
            <a:ext cx="3839418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  <p:sp>
        <p:nvSpPr>
          <p:cNvPr id="22" name="Freeform 31">
            <a:extLst>
              <a:ext uri="{FF2B5EF4-FFF2-40B4-BE49-F238E27FC236}">
                <a16:creationId xmlns:a16="http://schemas.microsoft.com/office/drawing/2014/main" id="{04D840DC-B2EC-E8AB-1765-A12670AE4C06}"/>
              </a:ext>
            </a:extLst>
          </p:cNvPr>
          <p:cNvSpPr/>
          <p:nvPr/>
        </p:nvSpPr>
        <p:spPr>
          <a:xfrm>
            <a:off x="434344" y="3461168"/>
            <a:ext cx="3832854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Éléments finis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B936F13C-0665-2C0E-4855-1D5132BA4E6F}"/>
              </a:ext>
            </a:extLst>
          </p:cNvPr>
          <p:cNvSpPr/>
          <p:nvPr/>
        </p:nvSpPr>
        <p:spPr>
          <a:xfrm>
            <a:off x="427503" y="2767212"/>
            <a:ext cx="3839695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E7FE3853-8A7F-22BE-F1F7-7ED7E4D29D2A}"/>
              </a:ext>
            </a:extLst>
          </p:cNvPr>
          <p:cNvSpPr/>
          <p:nvPr/>
        </p:nvSpPr>
        <p:spPr>
          <a:xfrm>
            <a:off x="427503" y="4213947"/>
            <a:ext cx="3832854" cy="6705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Dynamique des structures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9053D61A-AA19-D8DA-F561-42D2CDD5786C}"/>
              </a:ext>
            </a:extLst>
          </p:cNvPr>
          <p:cNvSpPr/>
          <p:nvPr/>
        </p:nvSpPr>
        <p:spPr>
          <a:xfrm>
            <a:off x="4957841" y="2748372"/>
            <a:ext cx="3832579" cy="50674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Matériaux métalliques</a:t>
            </a:r>
            <a:endParaRPr lang="fr-FR" dirty="0"/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DC2E0E7C-E717-37B3-BCC1-CEFC98698DB4}"/>
              </a:ext>
            </a:extLst>
          </p:cNvPr>
          <p:cNvSpPr/>
          <p:nvPr/>
        </p:nvSpPr>
        <p:spPr>
          <a:xfrm>
            <a:off x="9492263" y="2768244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Capteurs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628DD599-2869-83FB-61AA-321C38B05777}"/>
              </a:ext>
            </a:extLst>
          </p:cNvPr>
          <p:cNvSpPr/>
          <p:nvPr/>
        </p:nvSpPr>
        <p:spPr>
          <a:xfrm>
            <a:off x="4957841" y="9349046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Technique élargie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9F94347E-0D5B-8B53-5338-6933F14F9540}"/>
              </a:ext>
            </a:extLst>
          </p:cNvPr>
          <p:cNvSpPr/>
          <p:nvPr/>
        </p:nvSpPr>
        <p:spPr>
          <a:xfrm>
            <a:off x="9492262" y="9385602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Technique élargie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BFF80E8C-2CE3-C7A4-930D-FE4729210DDF}"/>
              </a:ext>
            </a:extLst>
          </p:cNvPr>
          <p:cNvSpPr/>
          <p:nvPr/>
        </p:nvSpPr>
        <p:spPr>
          <a:xfrm>
            <a:off x="14027917" y="8749635"/>
            <a:ext cx="3832579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Technique élargie</a:t>
            </a:r>
          </a:p>
        </p:txBody>
      </p:sp>
    </p:spTree>
    <p:extLst>
      <p:ext uri="{BB962C8B-B14F-4D97-AF65-F5344CB8AC3E}">
        <p14:creationId xmlns:p14="http://schemas.microsoft.com/office/powerpoint/2010/main" val="273713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BC16-AFC2-2C7B-748F-2BD6C3C2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64C29AEA-CAAA-7173-AB3D-A209E9D62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A6AB286F-38A5-5954-7D8C-C753DC2EB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53E73733-9410-B548-7BEC-44800F3D18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E96C572C-8281-3854-9B72-EAC30F824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738397D8-99CF-870B-B4B6-9AD1B1A9C8D8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C7287F-9A50-B231-4FE8-C79B5EDDD866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3AC98C-4DBA-D4B0-B2CD-1E17A395CE40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A25CD4-49ED-36DA-AA0B-A8A207698B20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FC0AF06C-9CA6-05A5-F676-98AEBE910D43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3327FA26-2A65-371A-9320-0E1FE370B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EEF420E-9632-6C58-4C71-6B4E999B6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9E2C8E72-C76C-D1F8-B561-D5A69FB1FD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13F408F6-CD91-74B7-8169-E83539B09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C1A650F7-2EC7-66D6-35C4-365F030C4A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F929E37C-D109-0E6B-B124-549F7F41E47E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9A56E0B7-CD10-941E-0C4E-A6E89779FE12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94A36C64-94D0-1CF3-1670-3A3DEDD2D662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E95B2C3B-EABC-D5C3-8D50-1C12246DF190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0AD10C11-B890-E929-39A7-AD637D755642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2" name="Freeform 31">
            <a:extLst>
              <a:ext uri="{FF2B5EF4-FFF2-40B4-BE49-F238E27FC236}">
                <a16:creationId xmlns:a16="http://schemas.microsoft.com/office/drawing/2014/main" id="{FC6414FD-B267-E1EB-AB1F-02E435A361B3}"/>
              </a:ext>
            </a:extLst>
          </p:cNvPr>
          <p:cNvSpPr/>
          <p:nvPr/>
        </p:nvSpPr>
        <p:spPr>
          <a:xfrm>
            <a:off x="461340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3" name="Freeform 31">
            <a:extLst>
              <a:ext uri="{FF2B5EF4-FFF2-40B4-BE49-F238E27FC236}">
                <a16:creationId xmlns:a16="http://schemas.microsoft.com/office/drawing/2014/main" id="{3F4C9D94-8CA6-B9A3-9876-36D3833E5A79}"/>
              </a:ext>
            </a:extLst>
          </p:cNvPr>
          <p:cNvSpPr/>
          <p:nvPr/>
        </p:nvSpPr>
        <p:spPr>
          <a:xfrm>
            <a:off x="4980166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40C85DB-2441-032D-BC51-32A1698DABCC}"/>
              </a:ext>
            </a:extLst>
          </p:cNvPr>
          <p:cNvSpPr/>
          <p:nvPr/>
        </p:nvSpPr>
        <p:spPr>
          <a:xfrm>
            <a:off x="9514587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D1C05080-EE3B-7922-1C5D-8F58D479D93E}"/>
              </a:ext>
            </a:extLst>
          </p:cNvPr>
          <p:cNvSpPr/>
          <p:nvPr/>
        </p:nvSpPr>
        <p:spPr>
          <a:xfrm>
            <a:off x="14050242" y="8710698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ingénieur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FF307274-92DD-9E25-A421-8A7E0895A8D0}"/>
              </a:ext>
            </a:extLst>
          </p:cNvPr>
          <p:cNvSpPr/>
          <p:nvPr/>
        </p:nvSpPr>
        <p:spPr>
          <a:xfrm>
            <a:off x="461340" y="2759132"/>
            <a:ext cx="3787930" cy="58027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Tolérancement 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6783C65D-81B3-E69A-9D57-5EDA03011A2E}"/>
              </a:ext>
            </a:extLst>
          </p:cNvPr>
          <p:cNvSpPr/>
          <p:nvPr/>
        </p:nvSpPr>
        <p:spPr>
          <a:xfrm>
            <a:off x="461340" y="3621079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CAO surfacique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7AAC916B-BBB5-89DC-528F-2D2913A719C5}"/>
              </a:ext>
            </a:extLst>
          </p:cNvPr>
          <p:cNvSpPr/>
          <p:nvPr/>
        </p:nvSpPr>
        <p:spPr>
          <a:xfrm>
            <a:off x="4980165" y="2759132"/>
            <a:ext cx="3787931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EA3DFCB0-8C63-482F-F04B-94AECA002307}"/>
              </a:ext>
            </a:extLst>
          </p:cNvPr>
          <p:cNvSpPr/>
          <p:nvPr/>
        </p:nvSpPr>
        <p:spPr>
          <a:xfrm>
            <a:off x="9514586" y="2780449"/>
            <a:ext cx="3787931" cy="710474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Robotique industrielle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C1C54029-6BC9-03BF-40B7-EA0A7A32C15C}"/>
              </a:ext>
            </a:extLst>
          </p:cNvPr>
          <p:cNvSpPr/>
          <p:nvPr/>
        </p:nvSpPr>
        <p:spPr>
          <a:xfrm>
            <a:off x="9514586" y="3746869"/>
            <a:ext cx="3787931" cy="72761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Automatisation centralisée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F51A44EF-FB2D-C220-BBC6-DB554A87A885}"/>
              </a:ext>
            </a:extLst>
          </p:cNvPr>
          <p:cNvSpPr/>
          <p:nvPr/>
        </p:nvSpPr>
        <p:spPr>
          <a:xfrm>
            <a:off x="14050241" y="2816042"/>
            <a:ext cx="3787931" cy="67488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Simulation et flux</a:t>
            </a: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C822ED65-A336-9FB0-4A47-D66B330AB252}"/>
              </a:ext>
            </a:extLst>
          </p:cNvPr>
          <p:cNvSpPr/>
          <p:nvPr/>
        </p:nvSpPr>
        <p:spPr>
          <a:xfrm>
            <a:off x="461341" y="9425995"/>
            <a:ext cx="378793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5B1DB541-F4A8-A63D-88D8-B2B1D7D1F9B8}"/>
              </a:ext>
            </a:extLst>
          </p:cNvPr>
          <p:cNvSpPr/>
          <p:nvPr/>
        </p:nvSpPr>
        <p:spPr>
          <a:xfrm>
            <a:off x="4980166" y="9455842"/>
            <a:ext cx="378793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F284D5A3-F8B4-D683-AA72-78F14CB2FC97}"/>
              </a:ext>
            </a:extLst>
          </p:cNvPr>
          <p:cNvSpPr/>
          <p:nvPr/>
        </p:nvSpPr>
        <p:spPr>
          <a:xfrm>
            <a:off x="9514587" y="9425995"/>
            <a:ext cx="378793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EC354833-4435-37DB-8086-B20A86F31AC1}"/>
              </a:ext>
            </a:extLst>
          </p:cNvPr>
          <p:cNvSpPr/>
          <p:nvPr/>
        </p:nvSpPr>
        <p:spPr>
          <a:xfrm>
            <a:off x="14050242" y="9455842"/>
            <a:ext cx="3787930" cy="537638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ea typeface="Calibri"/>
                <a:cs typeface="Calibri"/>
              </a:rPr>
              <a:t>Projet Management</a:t>
            </a:r>
          </a:p>
        </p:txBody>
      </p:sp>
    </p:spTree>
    <p:extLst>
      <p:ext uri="{BB962C8B-B14F-4D97-AF65-F5344CB8AC3E}">
        <p14:creationId xmlns:p14="http://schemas.microsoft.com/office/powerpoint/2010/main" val="282802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  <ds:schemaRef ds:uri="64984f8b-2057-4450-93f2-8aa5e6a062ce"/>
    <ds:schemaRef ds:uri="5a932de8-014e-4395-a210-acace869bdb6"/>
  </ds:schemaRefs>
</ds:datastoreItem>
</file>

<file path=customXml/itemProps2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35940A-AF4D-496D-8B38-F6C553E577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932de8-014e-4395-a210-acace869bdb6"/>
    <ds:schemaRef ds:uri="64984f8b-2057-4450-93f2-8aa5e6a062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1291</Words>
  <Application>Microsoft Office PowerPoint</Application>
  <PresentationFormat>Personnalisé</PresentationFormat>
  <Paragraphs>663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299</cp:revision>
  <dcterms:created xsi:type="dcterms:W3CDTF">2006-08-16T00:00:00Z</dcterms:created>
  <dcterms:modified xsi:type="dcterms:W3CDTF">2025-10-15T17:06:49Z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